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0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1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2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3" r:id="rId2"/>
  </p:sldMasterIdLst>
  <p:notesMasterIdLst>
    <p:notesMasterId r:id="rId44"/>
  </p:notesMasterIdLst>
  <p:sldIdLst>
    <p:sldId id="256" r:id="rId3"/>
    <p:sldId id="257" r:id="rId4"/>
    <p:sldId id="385" r:id="rId5"/>
    <p:sldId id="445" r:id="rId6"/>
    <p:sldId id="419" r:id="rId7"/>
    <p:sldId id="278" r:id="rId8"/>
    <p:sldId id="418" r:id="rId9"/>
    <p:sldId id="280" r:id="rId10"/>
    <p:sldId id="446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422" r:id="rId20"/>
    <p:sldId id="434" r:id="rId21"/>
    <p:sldId id="438" r:id="rId22"/>
    <p:sldId id="439" r:id="rId23"/>
    <p:sldId id="440" r:id="rId24"/>
    <p:sldId id="443" r:id="rId25"/>
    <p:sldId id="266" r:id="rId26"/>
    <p:sldId id="436" r:id="rId27"/>
    <p:sldId id="437" r:id="rId28"/>
    <p:sldId id="441" r:id="rId29"/>
    <p:sldId id="442" r:id="rId30"/>
    <p:sldId id="444" r:id="rId31"/>
    <p:sldId id="281" r:id="rId32"/>
    <p:sldId id="282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29.sv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11" Type="http://schemas.openxmlformats.org/officeDocument/2006/relationships/image" Target="../media/image28.pn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7.png"/><Relationship Id="rId7" Type="http://schemas.openxmlformats.org/officeDocument/2006/relationships/image" Target="../media/image59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58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62.png"/><Relationship Id="rId7" Type="http://schemas.openxmlformats.org/officeDocument/2006/relationships/image" Target="../media/image28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ata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sv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71.sv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svg"/><Relationship Id="rId4" Type="http://schemas.openxmlformats.org/officeDocument/2006/relationships/image" Target="../media/image69.svg"/><Relationship Id="rId9" Type="http://schemas.openxmlformats.org/officeDocument/2006/relationships/image" Target="../media/image74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29.sv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11" Type="http://schemas.openxmlformats.org/officeDocument/2006/relationships/image" Target="../media/image28.pn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7.png"/><Relationship Id="rId7" Type="http://schemas.openxmlformats.org/officeDocument/2006/relationships/image" Target="../media/image59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58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62.png"/><Relationship Id="rId7" Type="http://schemas.openxmlformats.org/officeDocument/2006/relationships/image" Target="../media/image28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rawing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sv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71.sv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svg"/><Relationship Id="rId4" Type="http://schemas.openxmlformats.org/officeDocument/2006/relationships/image" Target="../media/image69.svg"/><Relationship Id="rId9" Type="http://schemas.openxmlformats.org/officeDocument/2006/relationships/image" Target="../media/image7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3E9730-E1C9-45D2-8D57-1F01E86BED56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67DECB5-2D89-47DD-B225-0C1116DA4B3E}">
      <dgm:prSet/>
      <dgm:spPr/>
      <dgm:t>
        <a:bodyPr/>
        <a:lstStyle/>
        <a:p>
          <a:r>
            <a:rPr lang="en-US" dirty="0"/>
            <a:t>It’s the delivery of computing services over the internet</a:t>
          </a:r>
        </a:p>
      </dgm:t>
    </dgm:pt>
    <dgm:pt modelId="{33D50D09-37B1-4FDB-B632-EB8993CDBE21}" type="parTrans" cxnId="{F4CDBA10-D177-466F-853F-5499F33AEDBC}">
      <dgm:prSet/>
      <dgm:spPr/>
      <dgm:t>
        <a:bodyPr/>
        <a:lstStyle/>
        <a:p>
          <a:endParaRPr lang="en-US"/>
        </a:p>
      </dgm:t>
    </dgm:pt>
    <dgm:pt modelId="{393D8C50-A63E-4819-B728-01E55BEA0D3F}" type="sibTrans" cxnId="{F4CDBA10-D177-466F-853F-5499F33AEDBC}">
      <dgm:prSet/>
      <dgm:spPr/>
      <dgm:t>
        <a:bodyPr/>
        <a:lstStyle/>
        <a:p>
          <a:endParaRPr lang="en-US"/>
        </a:p>
      </dgm:t>
    </dgm:pt>
    <dgm:pt modelId="{88118770-EBFF-4C50-84A8-FF629C036F75}">
      <dgm:prSet/>
      <dgm:spPr/>
      <dgm:t>
        <a:bodyPr/>
        <a:lstStyle/>
        <a:p>
          <a:r>
            <a:rPr lang="en-US" dirty="0"/>
            <a:t>On-demand access, scalability, pay-as-you-go model</a:t>
          </a:r>
        </a:p>
      </dgm:t>
    </dgm:pt>
    <dgm:pt modelId="{6BB2CA23-2A42-4172-9E06-45A31BF71DE7}" type="parTrans" cxnId="{06CF537B-E95E-4FE6-8A02-B17B01C4482C}">
      <dgm:prSet/>
      <dgm:spPr/>
      <dgm:t>
        <a:bodyPr/>
        <a:lstStyle/>
        <a:p>
          <a:endParaRPr lang="en-US"/>
        </a:p>
      </dgm:t>
    </dgm:pt>
    <dgm:pt modelId="{EAFECFB3-EE6B-4F69-8267-528C26C2B6B0}" type="sibTrans" cxnId="{06CF537B-E95E-4FE6-8A02-B17B01C4482C}">
      <dgm:prSet/>
      <dgm:spPr/>
      <dgm:t>
        <a:bodyPr/>
        <a:lstStyle/>
        <a:p>
          <a:endParaRPr lang="en-US"/>
        </a:p>
      </dgm:t>
    </dgm:pt>
    <dgm:pt modelId="{66057886-C62A-4E84-8A73-8F5FE1A32CE4}">
      <dgm:prSet/>
      <dgm:spPr/>
      <dgm:t>
        <a:bodyPr/>
        <a:lstStyle/>
        <a:p>
          <a:r>
            <a:rPr lang="en-US" dirty="0"/>
            <a:t>IaaS, PaaS, SaaS</a:t>
          </a:r>
        </a:p>
      </dgm:t>
    </dgm:pt>
    <dgm:pt modelId="{5DE3CB13-0AD4-48DD-B441-A76E03BEAC25}" type="parTrans" cxnId="{3550A719-527D-434B-9B61-23087383ED9D}">
      <dgm:prSet/>
      <dgm:spPr/>
      <dgm:t>
        <a:bodyPr/>
        <a:lstStyle/>
        <a:p>
          <a:endParaRPr lang="en-US"/>
        </a:p>
      </dgm:t>
    </dgm:pt>
    <dgm:pt modelId="{E59C5DBF-A1A1-4AF6-9B99-EF117DE0DB49}" type="sibTrans" cxnId="{3550A719-527D-434B-9B61-23087383ED9D}">
      <dgm:prSet/>
      <dgm:spPr/>
      <dgm:t>
        <a:bodyPr/>
        <a:lstStyle/>
        <a:p>
          <a:endParaRPr lang="en-US"/>
        </a:p>
      </dgm:t>
    </dgm:pt>
    <dgm:pt modelId="{BECC6783-1C1A-4F35-89A0-72748100CB55}">
      <dgm:prSet/>
      <dgm:spPr/>
      <dgm:t>
        <a:bodyPr/>
        <a:lstStyle/>
        <a:p>
          <a:r>
            <a:rPr lang="en-US" dirty="0"/>
            <a:t>Cost-efficiency, flexibility, accessibility</a:t>
          </a:r>
        </a:p>
      </dgm:t>
    </dgm:pt>
    <dgm:pt modelId="{02C6525E-73F7-4F84-AF77-61412BB9D87A}" type="parTrans" cxnId="{BAADAEE0-0690-4624-B17D-9A021EF29532}">
      <dgm:prSet/>
      <dgm:spPr/>
      <dgm:t>
        <a:bodyPr/>
        <a:lstStyle/>
        <a:p>
          <a:endParaRPr lang="en-US"/>
        </a:p>
      </dgm:t>
    </dgm:pt>
    <dgm:pt modelId="{B9FCF94E-E17D-43DF-98F6-C147163433AD}" type="sibTrans" cxnId="{BAADAEE0-0690-4624-B17D-9A021EF29532}">
      <dgm:prSet/>
      <dgm:spPr/>
      <dgm:t>
        <a:bodyPr/>
        <a:lstStyle/>
        <a:p>
          <a:endParaRPr lang="en-US"/>
        </a:p>
      </dgm:t>
    </dgm:pt>
    <dgm:pt modelId="{976D4B67-B696-4E53-8C05-74B33795A32D}" type="pres">
      <dgm:prSet presAssocID="{A33E9730-E1C9-45D2-8D57-1F01E86BED56}" presName="linear" presStyleCnt="0">
        <dgm:presLayoutVars>
          <dgm:animLvl val="lvl"/>
          <dgm:resizeHandles val="exact"/>
        </dgm:presLayoutVars>
      </dgm:prSet>
      <dgm:spPr/>
    </dgm:pt>
    <dgm:pt modelId="{6180AB89-2A01-4858-81A3-4565DEF2B0FA}" type="pres">
      <dgm:prSet presAssocID="{A67DECB5-2D89-47DD-B225-0C1116DA4B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0D68A18-CD54-4EB3-A079-0FBA36F9D01D}" type="pres">
      <dgm:prSet presAssocID="{393D8C50-A63E-4819-B728-01E55BEA0D3F}" presName="spacer" presStyleCnt="0"/>
      <dgm:spPr/>
    </dgm:pt>
    <dgm:pt modelId="{A1E8B50D-C85C-4615-BBA6-3B66A1370ED0}" type="pres">
      <dgm:prSet presAssocID="{88118770-EBFF-4C50-84A8-FF629C036F7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DC8741F-CB12-46E6-AE23-566655F20EB7}" type="pres">
      <dgm:prSet presAssocID="{EAFECFB3-EE6B-4F69-8267-528C26C2B6B0}" presName="spacer" presStyleCnt="0"/>
      <dgm:spPr/>
    </dgm:pt>
    <dgm:pt modelId="{D8FCF1B1-C61E-456A-B353-2CA5223B1B24}" type="pres">
      <dgm:prSet presAssocID="{66057886-C62A-4E84-8A73-8F5FE1A32C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B203383-C43E-4F32-8153-37432C42A75A}" type="pres">
      <dgm:prSet presAssocID="{E59C5DBF-A1A1-4AF6-9B99-EF117DE0DB49}" presName="spacer" presStyleCnt="0"/>
      <dgm:spPr/>
    </dgm:pt>
    <dgm:pt modelId="{E67F62BF-F647-4A58-A074-E6A68013CED8}" type="pres">
      <dgm:prSet presAssocID="{BECC6783-1C1A-4F35-89A0-72748100CB5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CDBA10-D177-466F-853F-5499F33AEDBC}" srcId="{A33E9730-E1C9-45D2-8D57-1F01E86BED56}" destId="{A67DECB5-2D89-47DD-B225-0C1116DA4B3E}" srcOrd="0" destOrd="0" parTransId="{33D50D09-37B1-4FDB-B632-EB8993CDBE21}" sibTransId="{393D8C50-A63E-4819-B728-01E55BEA0D3F}"/>
    <dgm:cxn modelId="{3550A719-527D-434B-9B61-23087383ED9D}" srcId="{A33E9730-E1C9-45D2-8D57-1F01E86BED56}" destId="{66057886-C62A-4E84-8A73-8F5FE1A32CE4}" srcOrd="2" destOrd="0" parTransId="{5DE3CB13-0AD4-48DD-B441-A76E03BEAC25}" sibTransId="{E59C5DBF-A1A1-4AF6-9B99-EF117DE0DB49}"/>
    <dgm:cxn modelId="{02D9174A-0887-4615-BD41-23801D99B093}" type="presOf" srcId="{A67DECB5-2D89-47DD-B225-0C1116DA4B3E}" destId="{6180AB89-2A01-4858-81A3-4565DEF2B0FA}" srcOrd="0" destOrd="0" presId="urn:microsoft.com/office/officeart/2005/8/layout/vList2"/>
    <dgm:cxn modelId="{06CF537B-E95E-4FE6-8A02-B17B01C4482C}" srcId="{A33E9730-E1C9-45D2-8D57-1F01E86BED56}" destId="{88118770-EBFF-4C50-84A8-FF629C036F75}" srcOrd="1" destOrd="0" parTransId="{6BB2CA23-2A42-4172-9E06-45A31BF71DE7}" sibTransId="{EAFECFB3-EE6B-4F69-8267-528C26C2B6B0}"/>
    <dgm:cxn modelId="{6676977B-69DA-4C8C-B655-82A5B9DB0B29}" type="presOf" srcId="{BECC6783-1C1A-4F35-89A0-72748100CB55}" destId="{E67F62BF-F647-4A58-A074-E6A68013CED8}" srcOrd="0" destOrd="0" presId="urn:microsoft.com/office/officeart/2005/8/layout/vList2"/>
    <dgm:cxn modelId="{1FF711D0-4EC7-436A-AD94-2A0577921B74}" type="presOf" srcId="{66057886-C62A-4E84-8A73-8F5FE1A32CE4}" destId="{D8FCF1B1-C61E-456A-B353-2CA5223B1B24}" srcOrd="0" destOrd="0" presId="urn:microsoft.com/office/officeart/2005/8/layout/vList2"/>
    <dgm:cxn modelId="{BAADAEE0-0690-4624-B17D-9A021EF29532}" srcId="{A33E9730-E1C9-45D2-8D57-1F01E86BED56}" destId="{BECC6783-1C1A-4F35-89A0-72748100CB55}" srcOrd="3" destOrd="0" parTransId="{02C6525E-73F7-4F84-AF77-61412BB9D87A}" sibTransId="{B9FCF94E-E17D-43DF-98F6-C147163433AD}"/>
    <dgm:cxn modelId="{1885A7F8-2C51-4C7C-929C-F4B137285CC6}" type="presOf" srcId="{88118770-EBFF-4C50-84A8-FF629C036F75}" destId="{A1E8B50D-C85C-4615-BBA6-3B66A1370ED0}" srcOrd="0" destOrd="0" presId="urn:microsoft.com/office/officeart/2005/8/layout/vList2"/>
    <dgm:cxn modelId="{DAF264F9-A71C-4AD2-8E38-F468E0031C9E}" type="presOf" srcId="{A33E9730-E1C9-45D2-8D57-1F01E86BED56}" destId="{976D4B67-B696-4E53-8C05-74B33795A32D}" srcOrd="0" destOrd="0" presId="urn:microsoft.com/office/officeart/2005/8/layout/vList2"/>
    <dgm:cxn modelId="{8AB4DFCD-1ECD-4078-AED4-AECA0E0D6DA3}" type="presParOf" srcId="{976D4B67-B696-4E53-8C05-74B33795A32D}" destId="{6180AB89-2A01-4858-81A3-4565DEF2B0FA}" srcOrd="0" destOrd="0" presId="urn:microsoft.com/office/officeart/2005/8/layout/vList2"/>
    <dgm:cxn modelId="{E90F9345-20B7-4502-9642-538E6B90228F}" type="presParOf" srcId="{976D4B67-B696-4E53-8C05-74B33795A32D}" destId="{60D68A18-CD54-4EB3-A079-0FBA36F9D01D}" srcOrd="1" destOrd="0" presId="urn:microsoft.com/office/officeart/2005/8/layout/vList2"/>
    <dgm:cxn modelId="{FA948121-5A8D-4ADE-A59E-1826C684C6B3}" type="presParOf" srcId="{976D4B67-B696-4E53-8C05-74B33795A32D}" destId="{A1E8B50D-C85C-4615-BBA6-3B66A1370ED0}" srcOrd="2" destOrd="0" presId="urn:microsoft.com/office/officeart/2005/8/layout/vList2"/>
    <dgm:cxn modelId="{814B65B6-53CC-4ED6-940B-2B5572E8E3A4}" type="presParOf" srcId="{976D4B67-B696-4E53-8C05-74B33795A32D}" destId="{8DC8741F-CB12-46E6-AE23-566655F20EB7}" srcOrd="3" destOrd="0" presId="urn:microsoft.com/office/officeart/2005/8/layout/vList2"/>
    <dgm:cxn modelId="{74C12B32-0227-45B9-8A99-B4A76919AD2D}" type="presParOf" srcId="{976D4B67-B696-4E53-8C05-74B33795A32D}" destId="{D8FCF1B1-C61E-456A-B353-2CA5223B1B24}" srcOrd="4" destOrd="0" presId="urn:microsoft.com/office/officeart/2005/8/layout/vList2"/>
    <dgm:cxn modelId="{540AD898-28F1-49FF-ADD1-204C874992DB}" type="presParOf" srcId="{976D4B67-B696-4E53-8C05-74B33795A32D}" destId="{9B203383-C43E-4F32-8153-37432C42A75A}" srcOrd="5" destOrd="0" presId="urn:microsoft.com/office/officeart/2005/8/layout/vList2"/>
    <dgm:cxn modelId="{7C3409D6-8058-4358-8E0A-F9F9B95DC0B3}" type="presParOf" srcId="{976D4B67-B696-4E53-8C05-74B33795A32D}" destId="{E67F62BF-F647-4A58-A074-E6A68013CE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E556A0-48C6-41EF-BDD5-3DBA32FA2536}" type="doc">
      <dgm:prSet loTypeId="urn:microsoft.com/office/officeart/2005/8/layout/vList2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AAD52F9-D230-426E-9469-F93BEB2F7006}">
      <dgm:prSet/>
      <dgm:spPr/>
      <dgm:t>
        <a:bodyPr/>
        <a:lstStyle/>
        <a:p>
          <a:r>
            <a:rPr lang="en-US" dirty="0"/>
            <a:t>The cloud is a big black box, nothing inside is visible to the clients and they don’t have control over what happens inside a cloud.</a:t>
          </a:r>
        </a:p>
      </dgm:t>
    </dgm:pt>
    <dgm:pt modelId="{B8E4EF4A-68EA-48EA-8791-F62F2C18B099}" type="parTrans" cxnId="{1FB37D1E-CF34-48BE-A524-A3EFDA4D6FA5}">
      <dgm:prSet/>
      <dgm:spPr/>
      <dgm:t>
        <a:bodyPr/>
        <a:lstStyle/>
        <a:p>
          <a:endParaRPr lang="en-US"/>
        </a:p>
      </dgm:t>
    </dgm:pt>
    <dgm:pt modelId="{93DDEE62-65C9-4BCB-90BC-9CE79FB727C8}" type="sibTrans" cxnId="{1FB37D1E-CF34-48BE-A524-A3EFDA4D6FA5}">
      <dgm:prSet/>
      <dgm:spPr/>
      <dgm:t>
        <a:bodyPr/>
        <a:lstStyle/>
        <a:p>
          <a:endParaRPr lang="en-US"/>
        </a:p>
      </dgm:t>
    </dgm:pt>
    <dgm:pt modelId="{DDA263E6-D8C2-4379-A3EA-44EE3F05F6FD}">
      <dgm:prSet/>
      <dgm:spPr/>
      <dgm:t>
        <a:bodyPr/>
        <a:lstStyle/>
        <a:p>
          <a:r>
            <a:rPr lang="en-US" dirty="0"/>
            <a:t>Even if the cloud provider is honest, it can have malicious system admins who can tamper with client data.</a:t>
          </a:r>
        </a:p>
      </dgm:t>
    </dgm:pt>
    <dgm:pt modelId="{7700F099-61C4-415C-8656-DDDB1205B0B9}" type="parTrans" cxnId="{1E62D762-4B03-4F34-954B-71100F9A7949}">
      <dgm:prSet/>
      <dgm:spPr/>
      <dgm:t>
        <a:bodyPr/>
        <a:lstStyle/>
        <a:p>
          <a:endParaRPr lang="en-US"/>
        </a:p>
      </dgm:t>
    </dgm:pt>
    <dgm:pt modelId="{3F1CE16B-31AE-445C-8F61-5BF7B6BBC94D}" type="sibTrans" cxnId="{1E62D762-4B03-4F34-954B-71100F9A7949}">
      <dgm:prSet/>
      <dgm:spPr/>
      <dgm:t>
        <a:bodyPr/>
        <a:lstStyle/>
        <a:p>
          <a:endParaRPr lang="en-US"/>
        </a:p>
      </dgm:t>
    </dgm:pt>
    <dgm:pt modelId="{AA7D7487-0976-4007-82D6-95C922E4A908}">
      <dgm:prSet/>
      <dgm:spPr/>
      <dgm:t>
        <a:bodyPr/>
        <a:lstStyle/>
        <a:p>
          <a:r>
            <a:rPr lang="en-US" dirty="0"/>
            <a:t>Clouds are still subject to traditional data confidentiality, integrity, availability, and privacy issues, plus some additional attacks.</a:t>
          </a:r>
        </a:p>
      </dgm:t>
    </dgm:pt>
    <dgm:pt modelId="{309102F3-CB02-454D-A547-876B7737415C}" type="parTrans" cxnId="{3ADEC49D-E41C-4568-BE7A-B7900EC6C644}">
      <dgm:prSet/>
      <dgm:spPr/>
      <dgm:t>
        <a:bodyPr/>
        <a:lstStyle/>
        <a:p>
          <a:endParaRPr lang="en-US"/>
        </a:p>
      </dgm:t>
    </dgm:pt>
    <dgm:pt modelId="{6077E1A0-CD7B-4DDB-812E-DFB00D435DC8}" type="sibTrans" cxnId="{3ADEC49D-E41C-4568-BE7A-B7900EC6C644}">
      <dgm:prSet/>
      <dgm:spPr/>
      <dgm:t>
        <a:bodyPr/>
        <a:lstStyle/>
        <a:p>
          <a:endParaRPr lang="en-US"/>
        </a:p>
      </dgm:t>
    </dgm:pt>
    <dgm:pt modelId="{CEC3116C-6033-4B87-AE90-BD3CAC90F172}" type="pres">
      <dgm:prSet presAssocID="{64E556A0-48C6-41EF-BDD5-3DBA32FA2536}" presName="linear" presStyleCnt="0">
        <dgm:presLayoutVars>
          <dgm:animLvl val="lvl"/>
          <dgm:resizeHandles val="exact"/>
        </dgm:presLayoutVars>
      </dgm:prSet>
      <dgm:spPr/>
    </dgm:pt>
    <dgm:pt modelId="{7B5114E6-4412-455C-B3B1-A0E4D84A3483}" type="pres">
      <dgm:prSet presAssocID="{2AAD52F9-D230-426E-9469-F93BEB2F700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4D836AD-2B3F-4400-A2BE-C7A9EF73E12C}" type="pres">
      <dgm:prSet presAssocID="{93DDEE62-65C9-4BCB-90BC-9CE79FB727C8}" presName="spacer" presStyleCnt="0"/>
      <dgm:spPr/>
    </dgm:pt>
    <dgm:pt modelId="{7BE9C094-4D25-47C7-9427-D6CF8C19427D}" type="pres">
      <dgm:prSet presAssocID="{DDA263E6-D8C2-4379-A3EA-44EE3F05F6F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4092A45-5836-4DED-BD85-89E7C351D66C}" type="pres">
      <dgm:prSet presAssocID="{3F1CE16B-31AE-445C-8F61-5BF7B6BBC94D}" presName="spacer" presStyleCnt="0"/>
      <dgm:spPr/>
    </dgm:pt>
    <dgm:pt modelId="{257A2E38-F962-4C86-974E-FF1CBD85021C}" type="pres">
      <dgm:prSet presAssocID="{AA7D7487-0976-4007-82D6-95C922E4A90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652420A-3364-4177-988D-F94E23D614D7}" type="presOf" srcId="{64E556A0-48C6-41EF-BDD5-3DBA32FA2536}" destId="{CEC3116C-6033-4B87-AE90-BD3CAC90F172}" srcOrd="0" destOrd="0" presId="urn:microsoft.com/office/officeart/2005/8/layout/vList2"/>
    <dgm:cxn modelId="{1FB37D1E-CF34-48BE-A524-A3EFDA4D6FA5}" srcId="{64E556A0-48C6-41EF-BDD5-3DBA32FA2536}" destId="{2AAD52F9-D230-426E-9469-F93BEB2F7006}" srcOrd="0" destOrd="0" parTransId="{B8E4EF4A-68EA-48EA-8791-F62F2C18B099}" sibTransId="{93DDEE62-65C9-4BCB-90BC-9CE79FB727C8}"/>
    <dgm:cxn modelId="{F9FF0B3B-37C0-4B35-A1DF-DE9C437335AA}" type="presOf" srcId="{2AAD52F9-D230-426E-9469-F93BEB2F7006}" destId="{7B5114E6-4412-455C-B3B1-A0E4D84A3483}" srcOrd="0" destOrd="0" presId="urn:microsoft.com/office/officeart/2005/8/layout/vList2"/>
    <dgm:cxn modelId="{1E62D762-4B03-4F34-954B-71100F9A7949}" srcId="{64E556A0-48C6-41EF-BDD5-3DBA32FA2536}" destId="{DDA263E6-D8C2-4379-A3EA-44EE3F05F6FD}" srcOrd="1" destOrd="0" parTransId="{7700F099-61C4-415C-8656-DDDB1205B0B9}" sibTransId="{3F1CE16B-31AE-445C-8F61-5BF7B6BBC94D}"/>
    <dgm:cxn modelId="{3ADEC49D-E41C-4568-BE7A-B7900EC6C644}" srcId="{64E556A0-48C6-41EF-BDD5-3DBA32FA2536}" destId="{AA7D7487-0976-4007-82D6-95C922E4A908}" srcOrd="2" destOrd="0" parTransId="{309102F3-CB02-454D-A547-876B7737415C}" sibTransId="{6077E1A0-CD7B-4DDB-812E-DFB00D435DC8}"/>
    <dgm:cxn modelId="{55E9E6B7-8BBB-4C83-B2CF-B946703A1222}" type="presOf" srcId="{AA7D7487-0976-4007-82D6-95C922E4A908}" destId="{257A2E38-F962-4C86-974E-FF1CBD85021C}" srcOrd="0" destOrd="0" presId="urn:microsoft.com/office/officeart/2005/8/layout/vList2"/>
    <dgm:cxn modelId="{C42125E6-85DA-4F48-B9A5-3B61D94CFE44}" type="presOf" srcId="{DDA263E6-D8C2-4379-A3EA-44EE3F05F6FD}" destId="{7BE9C094-4D25-47C7-9427-D6CF8C19427D}" srcOrd="0" destOrd="0" presId="urn:microsoft.com/office/officeart/2005/8/layout/vList2"/>
    <dgm:cxn modelId="{642D9304-6F36-415F-90C0-7C897BCF90EB}" type="presParOf" srcId="{CEC3116C-6033-4B87-AE90-BD3CAC90F172}" destId="{7B5114E6-4412-455C-B3B1-A0E4D84A3483}" srcOrd="0" destOrd="0" presId="urn:microsoft.com/office/officeart/2005/8/layout/vList2"/>
    <dgm:cxn modelId="{A55296C4-E707-4961-81C5-472343E6D317}" type="presParOf" srcId="{CEC3116C-6033-4B87-AE90-BD3CAC90F172}" destId="{14D836AD-2B3F-4400-A2BE-C7A9EF73E12C}" srcOrd="1" destOrd="0" presId="urn:microsoft.com/office/officeart/2005/8/layout/vList2"/>
    <dgm:cxn modelId="{A5180F2D-388E-4042-AE40-96BC11FC77CA}" type="presParOf" srcId="{CEC3116C-6033-4B87-AE90-BD3CAC90F172}" destId="{7BE9C094-4D25-47C7-9427-D6CF8C19427D}" srcOrd="2" destOrd="0" presId="urn:microsoft.com/office/officeart/2005/8/layout/vList2"/>
    <dgm:cxn modelId="{10A8B86C-7FE1-418C-8933-DB773050B9A2}" type="presParOf" srcId="{CEC3116C-6033-4B87-AE90-BD3CAC90F172}" destId="{74092A45-5836-4DED-BD85-89E7C351D66C}" srcOrd="3" destOrd="0" presId="urn:microsoft.com/office/officeart/2005/8/layout/vList2"/>
    <dgm:cxn modelId="{9B5525BC-47C2-43FE-B403-8281A490C4A1}" type="presParOf" srcId="{CEC3116C-6033-4B87-AE90-BD3CAC90F172}" destId="{257A2E38-F962-4C86-974E-FF1CBD85021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D4DAB2-82FE-47A2-B7AA-5940A26A4BB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D29FE04-D84C-4BEA-A7C8-62A0EAD173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Organizations are adopting cloud computing at a rapid pace to benefit from increased efficiency, better scalability, and faster deployments.</a:t>
          </a:r>
        </a:p>
      </dgm:t>
    </dgm:pt>
    <dgm:pt modelId="{345C6F4D-C903-43F0-AA40-BB5FBBAB9FA4}" type="parTrans" cxnId="{FA380D4D-4CB6-4109-9EFD-63D9AB6E8F39}">
      <dgm:prSet/>
      <dgm:spPr/>
      <dgm:t>
        <a:bodyPr/>
        <a:lstStyle/>
        <a:p>
          <a:endParaRPr lang="en-US"/>
        </a:p>
      </dgm:t>
    </dgm:pt>
    <dgm:pt modelId="{FB387162-5480-4777-84AD-0FADEFA6B60F}" type="sibTrans" cxnId="{FA380D4D-4CB6-4109-9EFD-63D9AB6E8F39}">
      <dgm:prSet/>
      <dgm:spPr/>
      <dgm:t>
        <a:bodyPr/>
        <a:lstStyle/>
        <a:p>
          <a:endParaRPr lang="en-US"/>
        </a:p>
      </dgm:t>
    </dgm:pt>
    <dgm:pt modelId="{91C85355-0FE3-4C38-B7C0-C48E907BFD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However, this has not decreased the concerns about security, data, systems, and services.</a:t>
          </a:r>
        </a:p>
      </dgm:t>
    </dgm:pt>
    <dgm:pt modelId="{1F8C9C75-2CDE-422E-A0CD-CD5281A038E0}" type="parTrans" cxnId="{F6A00977-7C30-4041-A7A0-165E8344546E}">
      <dgm:prSet/>
      <dgm:spPr/>
      <dgm:t>
        <a:bodyPr/>
        <a:lstStyle/>
        <a:p>
          <a:endParaRPr lang="en-US"/>
        </a:p>
      </dgm:t>
    </dgm:pt>
    <dgm:pt modelId="{AEE99F5B-DD88-4C26-9801-D87AE7B9DEA7}" type="sibTrans" cxnId="{F6A00977-7C30-4041-A7A0-165E8344546E}">
      <dgm:prSet/>
      <dgm:spPr/>
      <dgm:t>
        <a:bodyPr/>
        <a:lstStyle/>
        <a:p>
          <a:endParaRPr lang="en-US"/>
        </a:p>
      </dgm:t>
    </dgm:pt>
    <dgm:pt modelId="{012F4118-12DA-4DEF-BF8F-E6FBAA677D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Most of successful attacks on cloud services are the result of customer misconfiguration, mismanagement, and mistakes.</a:t>
          </a:r>
        </a:p>
      </dgm:t>
    </dgm:pt>
    <dgm:pt modelId="{69CC4DCD-D1EF-42A7-8586-040AF631AE2D}" type="parTrans" cxnId="{212D531D-F051-4EEC-BAF2-FC63C1D08624}">
      <dgm:prSet/>
      <dgm:spPr/>
      <dgm:t>
        <a:bodyPr/>
        <a:lstStyle/>
        <a:p>
          <a:endParaRPr lang="en-US"/>
        </a:p>
      </dgm:t>
    </dgm:pt>
    <dgm:pt modelId="{9C8377B7-F729-4CB9-87C6-34683A21AC3F}" type="sibTrans" cxnId="{212D531D-F051-4EEC-BAF2-FC63C1D08624}">
      <dgm:prSet/>
      <dgm:spPr/>
      <dgm:t>
        <a:bodyPr/>
        <a:lstStyle/>
        <a:p>
          <a:endParaRPr lang="en-US"/>
        </a:p>
      </dgm:t>
    </dgm:pt>
    <dgm:pt modelId="{0F7EEA8B-B2E3-44B6-A395-F345A5112F59}" type="pres">
      <dgm:prSet presAssocID="{48D4DAB2-82FE-47A2-B7AA-5940A26A4BBF}" presName="linear" presStyleCnt="0">
        <dgm:presLayoutVars>
          <dgm:animLvl val="lvl"/>
          <dgm:resizeHandles val="exact"/>
        </dgm:presLayoutVars>
      </dgm:prSet>
      <dgm:spPr/>
    </dgm:pt>
    <dgm:pt modelId="{28FEF29B-5A10-4D82-8F84-5DDAF8E389CA}" type="pres">
      <dgm:prSet presAssocID="{5D29FE04-D84C-4BEA-A7C8-62A0EAD1732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4B7E68D-3286-4858-B61F-DB584A91B7BA}" type="pres">
      <dgm:prSet presAssocID="{FB387162-5480-4777-84AD-0FADEFA6B60F}" presName="spacer" presStyleCnt="0"/>
      <dgm:spPr/>
    </dgm:pt>
    <dgm:pt modelId="{394BEC78-C5C2-48B3-88C0-2577B0D742E7}" type="pres">
      <dgm:prSet presAssocID="{91C85355-0FE3-4C38-B7C0-C48E907BFD4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BFAA811-1919-4B77-9C59-6D211056E919}" type="pres">
      <dgm:prSet presAssocID="{AEE99F5B-DD88-4C26-9801-D87AE7B9DEA7}" presName="spacer" presStyleCnt="0"/>
      <dgm:spPr/>
    </dgm:pt>
    <dgm:pt modelId="{EE9EDD79-DE61-47B7-A526-967409E8F2D2}" type="pres">
      <dgm:prSet presAssocID="{012F4118-12DA-4DEF-BF8F-E6FBAA677DE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12D531D-F051-4EEC-BAF2-FC63C1D08624}" srcId="{48D4DAB2-82FE-47A2-B7AA-5940A26A4BBF}" destId="{012F4118-12DA-4DEF-BF8F-E6FBAA677DE4}" srcOrd="2" destOrd="0" parTransId="{69CC4DCD-D1EF-42A7-8586-040AF631AE2D}" sibTransId="{9C8377B7-F729-4CB9-87C6-34683A21AC3F}"/>
    <dgm:cxn modelId="{556DEE20-6B79-406C-9F8C-9C45DD340129}" type="presOf" srcId="{012F4118-12DA-4DEF-BF8F-E6FBAA677DE4}" destId="{EE9EDD79-DE61-47B7-A526-967409E8F2D2}" srcOrd="0" destOrd="0" presId="urn:microsoft.com/office/officeart/2005/8/layout/vList2"/>
    <dgm:cxn modelId="{FA380D4D-4CB6-4109-9EFD-63D9AB6E8F39}" srcId="{48D4DAB2-82FE-47A2-B7AA-5940A26A4BBF}" destId="{5D29FE04-D84C-4BEA-A7C8-62A0EAD17328}" srcOrd="0" destOrd="0" parTransId="{345C6F4D-C903-43F0-AA40-BB5FBBAB9FA4}" sibTransId="{FB387162-5480-4777-84AD-0FADEFA6B60F}"/>
    <dgm:cxn modelId="{F6A00977-7C30-4041-A7A0-165E8344546E}" srcId="{48D4DAB2-82FE-47A2-B7AA-5940A26A4BBF}" destId="{91C85355-0FE3-4C38-B7C0-C48E907BFD4E}" srcOrd="1" destOrd="0" parTransId="{1F8C9C75-2CDE-422E-A0CD-CD5281A038E0}" sibTransId="{AEE99F5B-DD88-4C26-9801-D87AE7B9DEA7}"/>
    <dgm:cxn modelId="{AAF1C557-614C-4181-8FF6-BE779E3024F4}" type="presOf" srcId="{5D29FE04-D84C-4BEA-A7C8-62A0EAD17328}" destId="{28FEF29B-5A10-4D82-8F84-5DDAF8E389CA}" srcOrd="0" destOrd="0" presId="urn:microsoft.com/office/officeart/2005/8/layout/vList2"/>
    <dgm:cxn modelId="{86E9249A-E17B-4685-8F62-5DC4B2A0E4E7}" type="presOf" srcId="{48D4DAB2-82FE-47A2-B7AA-5940A26A4BBF}" destId="{0F7EEA8B-B2E3-44B6-A395-F345A5112F59}" srcOrd="0" destOrd="0" presId="urn:microsoft.com/office/officeart/2005/8/layout/vList2"/>
    <dgm:cxn modelId="{389C829E-F537-4981-9857-05EE6B269A1A}" type="presOf" srcId="{91C85355-0FE3-4C38-B7C0-C48E907BFD4E}" destId="{394BEC78-C5C2-48B3-88C0-2577B0D742E7}" srcOrd="0" destOrd="0" presId="urn:microsoft.com/office/officeart/2005/8/layout/vList2"/>
    <dgm:cxn modelId="{0C93B242-B03C-4254-BE4D-7E5ACE746C57}" type="presParOf" srcId="{0F7EEA8B-B2E3-44B6-A395-F345A5112F59}" destId="{28FEF29B-5A10-4D82-8F84-5DDAF8E389CA}" srcOrd="0" destOrd="0" presId="urn:microsoft.com/office/officeart/2005/8/layout/vList2"/>
    <dgm:cxn modelId="{4C352CC8-591A-4A79-8B2F-53BEE6036934}" type="presParOf" srcId="{0F7EEA8B-B2E3-44B6-A395-F345A5112F59}" destId="{A4B7E68D-3286-4858-B61F-DB584A91B7BA}" srcOrd="1" destOrd="0" presId="urn:microsoft.com/office/officeart/2005/8/layout/vList2"/>
    <dgm:cxn modelId="{3B2840B3-03AC-4F1C-AA30-D0B954A09937}" type="presParOf" srcId="{0F7EEA8B-B2E3-44B6-A395-F345A5112F59}" destId="{394BEC78-C5C2-48B3-88C0-2577B0D742E7}" srcOrd="2" destOrd="0" presId="urn:microsoft.com/office/officeart/2005/8/layout/vList2"/>
    <dgm:cxn modelId="{5E81BCFD-5A8D-4528-9698-7E2934A5945F}" type="presParOf" srcId="{0F7EEA8B-B2E3-44B6-A395-F345A5112F59}" destId="{7BFAA811-1919-4B77-9C59-6D211056E919}" srcOrd="3" destOrd="0" presId="urn:microsoft.com/office/officeart/2005/8/layout/vList2"/>
    <dgm:cxn modelId="{9D35F384-D20E-44AC-84BA-BB96834588F6}" type="presParOf" srcId="{0F7EEA8B-B2E3-44B6-A395-F345A5112F59}" destId="{EE9EDD79-DE61-47B7-A526-967409E8F2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B0C079-2191-4B91-BCA6-4035357B5CA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CE09DFF-31FB-472D-AD87-93A73B12C005}">
      <dgm:prSet/>
      <dgm:spPr/>
      <dgm:t>
        <a:bodyPr/>
        <a:lstStyle/>
        <a:p>
          <a:r>
            <a:rPr lang="en-US"/>
            <a:t>Data breaches</a:t>
          </a:r>
        </a:p>
      </dgm:t>
    </dgm:pt>
    <dgm:pt modelId="{F4F831FC-8006-4040-925E-D753170648A2}" type="parTrans" cxnId="{6A5BBEE8-1F8C-4884-9813-3C75CE18ABF6}">
      <dgm:prSet/>
      <dgm:spPr/>
      <dgm:t>
        <a:bodyPr/>
        <a:lstStyle/>
        <a:p>
          <a:endParaRPr lang="en-US"/>
        </a:p>
      </dgm:t>
    </dgm:pt>
    <dgm:pt modelId="{214529F6-B785-403D-BCE3-F2701EC288E6}" type="sibTrans" cxnId="{6A5BBEE8-1F8C-4884-9813-3C75CE18ABF6}">
      <dgm:prSet/>
      <dgm:spPr/>
      <dgm:t>
        <a:bodyPr/>
        <a:lstStyle/>
        <a:p>
          <a:endParaRPr lang="en-US"/>
        </a:p>
      </dgm:t>
    </dgm:pt>
    <dgm:pt modelId="{A06423C8-6787-447A-BDF7-EF5E1749F5F7}">
      <dgm:prSet/>
      <dgm:spPr/>
      <dgm:t>
        <a:bodyPr/>
        <a:lstStyle/>
        <a:p>
          <a:r>
            <a:rPr lang="en-US"/>
            <a:t>Insecure APIs</a:t>
          </a:r>
        </a:p>
      </dgm:t>
    </dgm:pt>
    <dgm:pt modelId="{0B798497-2AA1-4937-8A11-63A718DFA754}" type="parTrans" cxnId="{3E444672-7929-44EE-A461-A3102E5A0D8C}">
      <dgm:prSet/>
      <dgm:spPr/>
      <dgm:t>
        <a:bodyPr/>
        <a:lstStyle/>
        <a:p>
          <a:endParaRPr lang="en-US"/>
        </a:p>
      </dgm:t>
    </dgm:pt>
    <dgm:pt modelId="{85D0D37F-9DF9-432A-A911-3A3793C24B4E}" type="sibTrans" cxnId="{3E444672-7929-44EE-A461-A3102E5A0D8C}">
      <dgm:prSet/>
      <dgm:spPr/>
      <dgm:t>
        <a:bodyPr/>
        <a:lstStyle/>
        <a:p>
          <a:endParaRPr lang="en-US"/>
        </a:p>
      </dgm:t>
    </dgm:pt>
    <dgm:pt modelId="{F1C50563-6BC0-43AF-8766-E71F6EC74A2B}">
      <dgm:prSet/>
      <dgm:spPr/>
      <dgm:t>
        <a:bodyPr/>
        <a:lstStyle/>
        <a:p>
          <a:r>
            <a:rPr lang="en-US"/>
            <a:t>Account hijacking</a:t>
          </a:r>
        </a:p>
      </dgm:t>
    </dgm:pt>
    <dgm:pt modelId="{6B95F478-076E-44DA-B124-31608D41C752}" type="parTrans" cxnId="{D2B04F55-1D92-4653-961D-99B443F999B8}">
      <dgm:prSet/>
      <dgm:spPr/>
      <dgm:t>
        <a:bodyPr/>
        <a:lstStyle/>
        <a:p>
          <a:endParaRPr lang="en-US"/>
        </a:p>
      </dgm:t>
    </dgm:pt>
    <dgm:pt modelId="{C568E89E-450A-45E2-8BBD-E150809A109A}" type="sibTrans" cxnId="{D2B04F55-1D92-4653-961D-99B443F999B8}">
      <dgm:prSet/>
      <dgm:spPr/>
      <dgm:t>
        <a:bodyPr/>
        <a:lstStyle/>
        <a:p>
          <a:endParaRPr lang="en-US"/>
        </a:p>
      </dgm:t>
    </dgm:pt>
    <dgm:pt modelId="{0C756DB2-E39C-42AD-8844-B3412D952B1A}">
      <dgm:prSet/>
      <dgm:spPr/>
      <dgm:t>
        <a:bodyPr/>
        <a:lstStyle/>
        <a:p>
          <a:r>
            <a:rPr lang="en-US"/>
            <a:t>Shared technology vulnerabilities</a:t>
          </a:r>
        </a:p>
      </dgm:t>
    </dgm:pt>
    <dgm:pt modelId="{7B954149-6C3D-464A-AC95-F765272E7249}" type="parTrans" cxnId="{2728CD5F-0170-4B0D-8858-DA49E617B12C}">
      <dgm:prSet/>
      <dgm:spPr/>
      <dgm:t>
        <a:bodyPr/>
        <a:lstStyle/>
        <a:p>
          <a:endParaRPr lang="en-US"/>
        </a:p>
      </dgm:t>
    </dgm:pt>
    <dgm:pt modelId="{BBAAB96B-F4C3-4C4A-8C15-59851C26EAC1}" type="sibTrans" cxnId="{2728CD5F-0170-4B0D-8858-DA49E617B12C}">
      <dgm:prSet/>
      <dgm:spPr/>
      <dgm:t>
        <a:bodyPr/>
        <a:lstStyle/>
        <a:p>
          <a:endParaRPr lang="en-US"/>
        </a:p>
      </dgm:t>
    </dgm:pt>
    <dgm:pt modelId="{3AE12656-D64E-44AE-9EDB-72210F888059}">
      <dgm:prSet/>
      <dgm:spPr/>
      <dgm:t>
        <a:bodyPr/>
        <a:lstStyle/>
        <a:p>
          <a:r>
            <a:rPr lang="en-US"/>
            <a:t>Data loss</a:t>
          </a:r>
        </a:p>
      </dgm:t>
    </dgm:pt>
    <dgm:pt modelId="{13DA35E0-2FE6-42CD-81B0-6B8CA7658455}" type="parTrans" cxnId="{4A7C34F9-B176-42E2-A48B-8C1B4104D8B4}">
      <dgm:prSet/>
      <dgm:spPr/>
      <dgm:t>
        <a:bodyPr/>
        <a:lstStyle/>
        <a:p>
          <a:endParaRPr lang="en-US"/>
        </a:p>
      </dgm:t>
    </dgm:pt>
    <dgm:pt modelId="{630CC149-864C-4250-A507-7075771B3DC5}" type="sibTrans" cxnId="{4A7C34F9-B176-42E2-A48B-8C1B4104D8B4}">
      <dgm:prSet/>
      <dgm:spPr/>
      <dgm:t>
        <a:bodyPr/>
        <a:lstStyle/>
        <a:p>
          <a:endParaRPr lang="en-US"/>
        </a:p>
      </dgm:t>
    </dgm:pt>
    <dgm:pt modelId="{AF84BB8F-8D05-4DCD-B71D-20544F034BDC}">
      <dgm:prSet/>
      <dgm:spPr/>
      <dgm:t>
        <a:bodyPr/>
        <a:lstStyle/>
        <a:p>
          <a:r>
            <a:rPr lang="en-US"/>
            <a:t>Insider threats</a:t>
          </a:r>
        </a:p>
      </dgm:t>
    </dgm:pt>
    <dgm:pt modelId="{206B7F45-F376-4788-9F7B-4C94FAB555D4}" type="parTrans" cxnId="{733A3E5B-657A-471D-81FB-4A81386395F3}">
      <dgm:prSet/>
      <dgm:spPr/>
      <dgm:t>
        <a:bodyPr/>
        <a:lstStyle/>
        <a:p>
          <a:endParaRPr lang="en-US"/>
        </a:p>
      </dgm:t>
    </dgm:pt>
    <dgm:pt modelId="{5E6C4B57-72CD-4390-845F-7599968C4C38}" type="sibTrans" cxnId="{733A3E5B-657A-471D-81FB-4A81386395F3}">
      <dgm:prSet/>
      <dgm:spPr/>
      <dgm:t>
        <a:bodyPr/>
        <a:lstStyle/>
        <a:p>
          <a:endParaRPr lang="en-US"/>
        </a:p>
      </dgm:t>
    </dgm:pt>
    <dgm:pt modelId="{224EF04F-DD6B-4651-ABF7-90065E9C4F56}">
      <dgm:prSet/>
      <dgm:spPr/>
      <dgm:t>
        <a:bodyPr/>
        <a:lstStyle/>
        <a:p>
          <a:r>
            <a:rPr lang="en-US"/>
            <a:t>Compliance and legal issues</a:t>
          </a:r>
        </a:p>
      </dgm:t>
    </dgm:pt>
    <dgm:pt modelId="{00359744-8A50-48E0-8223-6B4BDF0ED0DB}" type="parTrans" cxnId="{5F21B1E2-755B-41A9-9549-D3F2D63181D6}">
      <dgm:prSet/>
      <dgm:spPr/>
      <dgm:t>
        <a:bodyPr/>
        <a:lstStyle/>
        <a:p>
          <a:endParaRPr lang="en-US"/>
        </a:p>
      </dgm:t>
    </dgm:pt>
    <dgm:pt modelId="{36E67F6B-9AC9-41B5-A6C5-E509A0A65254}" type="sibTrans" cxnId="{5F21B1E2-755B-41A9-9549-D3F2D63181D6}">
      <dgm:prSet/>
      <dgm:spPr/>
      <dgm:t>
        <a:bodyPr/>
        <a:lstStyle/>
        <a:p>
          <a:endParaRPr lang="en-US"/>
        </a:p>
      </dgm:t>
    </dgm:pt>
    <dgm:pt modelId="{2C5DCC63-37A1-49DE-BA68-88B0B53161F6}">
      <dgm:prSet/>
      <dgm:spPr/>
      <dgm:t>
        <a:bodyPr/>
        <a:lstStyle/>
        <a:p>
          <a:r>
            <a:rPr lang="en-US"/>
            <a:t>Lack of Trust</a:t>
          </a:r>
        </a:p>
      </dgm:t>
    </dgm:pt>
    <dgm:pt modelId="{69F858E5-59A3-486B-9BE4-55E08EE9AA48}" type="parTrans" cxnId="{50B0879E-22AB-451C-95E3-DBD22643C0C1}">
      <dgm:prSet/>
      <dgm:spPr/>
      <dgm:t>
        <a:bodyPr/>
        <a:lstStyle/>
        <a:p>
          <a:endParaRPr lang="en-US"/>
        </a:p>
      </dgm:t>
    </dgm:pt>
    <dgm:pt modelId="{AAF54691-8CD7-4BCE-A622-0165A8F8D9D1}" type="sibTrans" cxnId="{50B0879E-22AB-451C-95E3-DBD22643C0C1}">
      <dgm:prSet/>
      <dgm:spPr/>
      <dgm:t>
        <a:bodyPr/>
        <a:lstStyle/>
        <a:p>
          <a:endParaRPr lang="en-US"/>
        </a:p>
      </dgm:t>
    </dgm:pt>
    <dgm:pt modelId="{834081FF-7C7D-4A3A-A742-83800B719149}">
      <dgm:prSet/>
      <dgm:spPr/>
      <dgm:t>
        <a:bodyPr/>
        <a:lstStyle/>
        <a:p>
          <a:r>
            <a:rPr lang="en-US" dirty="0"/>
            <a:t>Multi-tenancy issues</a:t>
          </a:r>
        </a:p>
      </dgm:t>
    </dgm:pt>
    <dgm:pt modelId="{0D0B5786-3987-4D49-89A2-4E5C8D099A22}" type="parTrans" cxnId="{31C98656-3C3A-46D2-8D26-4849D840F3C4}">
      <dgm:prSet/>
      <dgm:spPr/>
      <dgm:t>
        <a:bodyPr/>
        <a:lstStyle/>
        <a:p>
          <a:endParaRPr lang="en-US"/>
        </a:p>
      </dgm:t>
    </dgm:pt>
    <dgm:pt modelId="{131DF2A9-98BD-412A-B0FA-41052BE39CFF}" type="sibTrans" cxnId="{31C98656-3C3A-46D2-8D26-4849D840F3C4}">
      <dgm:prSet/>
      <dgm:spPr/>
      <dgm:t>
        <a:bodyPr/>
        <a:lstStyle/>
        <a:p>
          <a:endParaRPr lang="en-US"/>
        </a:p>
      </dgm:t>
    </dgm:pt>
    <dgm:pt modelId="{59138FA2-7AA2-4874-B8CA-12041A5ED2AE}" type="pres">
      <dgm:prSet presAssocID="{C4B0C079-2191-4B91-BCA6-4035357B5CAA}" presName="diagram" presStyleCnt="0">
        <dgm:presLayoutVars>
          <dgm:dir/>
          <dgm:resizeHandles val="exact"/>
        </dgm:presLayoutVars>
      </dgm:prSet>
      <dgm:spPr/>
    </dgm:pt>
    <dgm:pt modelId="{FC78DA83-BD4B-4111-9F1F-0D621E92B174}" type="pres">
      <dgm:prSet presAssocID="{BCE09DFF-31FB-472D-AD87-93A73B12C005}" presName="node" presStyleLbl="node1" presStyleIdx="0" presStyleCnt="9">
        <dgm:presLayoutVars>
          <dgm:bulletEnabled val="1"/>
        </dgm:presLayoutVars>
      </dgm:prSet>
      <dgm:spPr/>
    </dgm:pt>
    <dgm:pt modelId="{53684B54-56A8-4D0E-941B-8BEC741EC7BC}" type="pres">
      <dgm:prSet presAssocID="{214529F6-B785-403D-BCE3-F2701EC288E6}" presName="sibTrans" presStyleCnt="0"/>
      <dgm:spPr/>
    </dgm:pt>
    <dgm:pt modelId="{4932B1B8-8581-4AAD-87B2-6A9DEA93B7DE}" type="pres">
      <dgm:prSet presAssocID="{A06423C8-6787-447A-BDF7-EF5E1749F5F7}" presName="node" presStyleLbl="node1" presStyleIdx="1" presStyleCnt="9">
        <dgm:presLayoutVars>
          <dgm:bulletEnabled val="1"/>
        </dgm:presLayoutVars>
      </dgm:prSet>
      <dgm:spPr/>
    </dgm:pt>
    <dgm:pt modelId="{20157951-9807-43AF-818D-E9EE43A8AA3A}" type="pres">
      <dgm:prSet presAssocID="{85D0D37F-9DF9-432A-A911-3A3793C24B4E}" presName="sibTrans" presStyleCnt="0"/>
      <dgm:spPr/>
    </dgm:pt>
    <dgm:pt modelId="{18862FCA-9350-4B11-B01C-A2926752775B}" type="pres">
      <dgm:prSet presAssocID="{F1C50563-6BC0-43AF-8766-E71F6EC74A2B}" presName="node" presStyleLbl="node1" presStyleIdx="2" presStyleCnt="9">
        <dgm:presLayoutVars>
          <dgm:bulletEnabled val="1"/>
        </dgm:presLayoutVars>
      </dgm:prSet>
      <dgm:spPr/>
    </dgm:pt>
    <dgm:pt modelId="{FB563063-A3E5-4647-A652-B39FB35E0A18}" type="pres">
      <dgm:prSet presAssocID="{C568E89E-450A-45E2-8BBD-E150809A109A}" presName="sibTrans" presStyleCnt="0"/>
      <dgm:spPr/>
    </dgm:pt>
    <dgm:pt modelId="{5BBEC7B0-8E39-4777-A480-3573E6170795}" type="pres">
      <dgm:prSet presAssocID="{0C756DB2-E39C-42AD-8844-B3412D952B1A}" presName="node" presStyleLbl="node1" presStyleIdx="3" presStyleCnt="9">
        <dgm:presLayoutVars>
          <dgm:bulletEnabled val="1"/>
        </dgm:presLayoutVars>
      </dgm:prSet>
      <dgm:spPr/>
    </dgm:pt>
    <dgm:pt modelId="{C75527F2-BD22-4EE9-8DC8-7BE94E6107F0}" type="pres">
      <dgm:prSet presAssocID="{BBAAB96B-F4C3-4C4A-8C15-59851C26EAC1}" presName="sibTrans" presStyleCnt="0"/>
      <dgm:spPr/>
    </dgm:pt>
    <dgm:pt modelId="{2A6DBD5F-9B29-4CFF-869C-8312796F83DC}" type="pres">
      <dgm:prSet presAssocID="{3AE12656-D64E-44AE-9EDB-72210F888059}" presName="node" presStyleLbl="node1" presStyleIdx="4" presStyleCnt="9">
        <dgm:presLayoutVars>
          <dgm:bulletEnabled val="1"/>
        </dgm:presLayoutVars>
      </dgm:prSet>
      <dgm:spPr/>
    </dgm:pt>
    <dgm:pt modelId="{E3BAAFF4-7831-4437-A20D-31468922F74D}" type="pres">
      <dgm:prSet presAssocID="{630CC149-864C-4250-A507-7075771B3DC5}" presName="sibTrans" presStyleCnt="0"/>
      <dgm:spPr/>
    </dgm:pt>
    <dgm:pt modelId="{20F33891-2A5F-45CC-B0D0-F2E8A60704EA}" type="pres">
      <dgm:prSet presAssocID="{AF84BB8F-8D05-4DCD-B71D-20544F034BDC}" presName="node" presStyleLbl="node1" presStyleIdx="5" presStyleCnt="9">
        <dgm:presLayoutVars>
          <dgm:bulletEnabled val="1"/>
        </dgm:presLayoutVars>
      </dgm:prSet>
      <dgm:spPr/>
    </dgm:pt>
    <dgm:pt modelId="{0A488011-20D1-4860-A930-B960457F71FC}" type="pres">
      <dgm:prSet presAssocID="{5E6C4B57-72CD-4390-845F-7599968C4C38}" presName="sibTrans" presStyleCnt="0"/>
      <dgm:spPr/>
    </dgm:pt>
    <dgm:pt modelId="{F62BA2BC-749B-42D0-B40B-EB870AAB0651}" type="pres">
      <dgm:prSet presAssocID="{224EF04F-DD6B-4651-ABF7-90065E9C4F56}" presName="node" presStyleLbl="node1" presStyleIdx="6" presStyleCnt="9">
        <dgm:presLayoutVars>
          <dgm:bulletEnabled val="1"/>
        </dgm:presLayoutVars>
      </dgm:prSet>
      <dgm:spPr/>
    </dgm:pt>
    <dgm:pt modelId="{9427AA80-2126-41BC-8990-7F03A7F753C8}" type="pres">
      <dgm:prSet presAssocID="{36E67F6B-9AC9-41B5-A6C5-E509A0A65254}" presName="sibTrans" presStyleCnt="0"/>
      <dgm:spPr/>
    </dgm:pt>
    <dgm:pt modelId="{703B222A-CEE0-4610-8F4D-A8D48971D34E}" type="pres">
      <dgm:prSet presAssocID="{2C5DCC63-37A1-49DE-BA68-88B0B53161F6}" presName="node" presStyleLbl="node1" presStyleIdx="7" presStyleCnt="9">
        <dgm:presLayoutVars>
          <dgm:bulletEnabled val="1"/>
        </dgm:presLayoutVars>
      </dgm:prSet>
      <dgm:spPr/>
    </dgm:pt>
    <dgm:pt modelId="{CF82532C-BC9E-46A8-B112-A5B5D65597A6}" type="pres">
      <dgm:prSet presAssocID="{AAF54691-8CD7-4BCE-A622-0165A8F8D9D1}" presName="sibTrans" presStyleCnt="0"/>
      <dgm:spPr/>
    </dgm:pt>
    <dgm:pt modelId="{86906A71-CFFC-46B5-85E0-A4AE150A8A73}" type="pres">
      <dgm:prSet presAssocID="{834081FF-7C7D-4A3A-A742-83800B719149}" presName="node" presStyleLbl="node1" presStyleIdx="8" presStyleCnt="9">
        <dgm:presLayoutVars>
          <dgm:bulletEnabled val="1"/>
        </dgm:presLayoutVars>
      </dgm:prSet>
      <dgm:spPr/>
    </dgm:pt>
  </dgm:ptLst>
  <dgm:cxnLst>
    <dgm:cxn modelId="{3706941E-18C7-4C1B-A9F6-346ED669C930}" type="presOf" srcId="{A06423C8-6787-447A-BDF7-EF5E1749F5F7}" destId="{4932B1B8-8581-4AAD-87B2-6A9DEA93B7DE}" srcOrd="0" destOrd="0" presId="urn:microsoft.com/office/officeart/2005/8/layout/default"/>
    <dgm:cxn modelId="{5A99F81F-EBE2-42C1-A0A5-312F7663A0B8}" type="presOf" srcId="{2C5DCC63-37A1-49DE-BA68-88B0B53161F6}" destId="{703B222A-CEE0-4610-8F4D-A8D48971D34E}" srcOrd="0" destOrd="0" presId="urn:microsoft.com/office/officeart/2005/8/layout/default"/>
    <dgm:cxn modelId="{7344F430-1DA8-479D-AFC2-E62C43457ACB}" type="presOf" srcId="{3AE12656-D64E-44AE-9EDB-72210F888059}" destId="{2A6DBD5F-9B29-4CFF-869C-8312796F83DC}" srcOrd="0" destOrd="0" presId="urn:microsoft.com/office/officeart/2005/8/layout/default"/>
    <dgm:cxn modelId="{FFD23934-3F31-4D6D-BEE4-846AA2B9DB57}" type="presOf" srcId="{224EF04F-DD6B-4651-ABF7-90065E9C4F56}" destId="{F62BA2BC-749B-42D0-B40B-EB870AAB0651}" srcOrd="0" destOrd="0" presId="urn:microsoft.com/office/officeart/2005/8/layout/default"/>
    <dgm:cxn modelId="{65A7843A-1E68-40D6-9DA2-586FF1B344DA}" type="presOf" srcId="{AF84BB8F-8D05-4DCD-B71D-20544F034BDC}" destId="{20F33891-2A5F-45CC-B0D0-F2E8A60704EA}" srcOrd="0" destOrd="0" presId="urn:microsoft.com/office/officeart/2005/8/layout/default"/>
    <dgm:cxn modelId="{733A3E5B-657A-471D-81FB-4A81386395F3}" srcId="{C4B0C079-2191-4B91-BCA6-4035357B5CAA}" destId="{AF84BB8F-8D05-4DCD-B71D-20544F034BDC}" srcOrd="5" destOrd="0" parTransId="{206B7F45-F376-4788-9F7B-4C94FAB555D4}" sibTransId="{5E6C4B57-72CD-4390-845F-7599968C4C38}"/>
    <dgm:cxn modelId="{2728CD5F-0170-4B0D-8858-DA49E617B12C}" srcId="{C4B0C079-2191-4B91-BCA6-4035357B5CAA}" destId="{0C756DB2-E39C-42AD-8844-B3412D952B1A}" srcOrd="3" destOrd="0" parTransId="{7B954149-6C3D-464A-AC95-F765272E7249}" sibTransId="{BBAAB96B-F4C3-4C4A-8C15-59851C26EAC1}"/>
    <dgm:cxn modelId="{3E444672-7929-44EE-A461-A3102E5A0D8C}" srcId="{C4B0C079-2191-4B91-BCA6-4035357B5CAA}" destId="{A06423C8-6787-447A-BDF7-EF5E1749F5F7}" srcOrd="1" destOrd="0" parTransId="{0B798497-2AA1-4937-8A11-63A718DFA754}" sibTransId="{85D0D37F-9DF9-432A-A911-3A3793C24B4E}"/>
    <dgm:cxn modelId="{D2B04F55-1D92-4653-961D-99B443F999B8}" srcId="{C4B0C079-2191-4B91-BCA6-4035357B5CAA}" destId="{F1C50563-6BC0-43AF-8766-E71F6EC74A2B}" srcOrd="2" destOrd="0" parTransId="{6B95F478-076E-44DA-B124-31608D41C752}" sibTransId="{C568E89E-450A-45E2-8BBD-E150809A109A}"/>
    <dgm:cxn modelId="{31C98656-3C3A-46D2-8D26-4849D840F3C4}" srcId="{C4B0C079-2191-4B91-BCA6-4035357B5CAA}" destId="{834081FF-7C7D-4A3A-A742-83800B719149}" srcOrd="8" destOrd="0" parTransId="{0D0B5786-3987-4D49-89A2-4E5C8D099A22}" sibTransId="{131DF2A9-98BD-412A-B0FA-41052BE39CFF}"/>
    <dgm:cxn modelId="{11F98782-86FC-48C3-98AF-2810E7590B33}" type="presOf" srcId="{F1C50563-6BC0-43AF-8766-E71F6EC74A2B}" destId="{18862FCA-9350-4B11-B01C-A2926752775B}" srcOrd="0" destOrd="0" presId="urn:microsoft.com/office/officeart/2005/8/layout/default"/>
    <dgm:cxn modelId="{6BE6FC8A-C99A-4D97-9ABC-60CA2CD54BAA}" type="presOf" srcId="{C4B0C079-2191-4B91-BCA6-4035357B5CAA}" destId="{59138FA2-7AA2-4874-B8CA-12041A5ED2AE}" srcOrd="0" destOrd="0" presId="urn:microsoft.com/office/officeart/2005/8/layout/default"/>
    <dgm:cxn modelId="{19EA7692-B784-4685-8343-D851653569B3}" type="presOf" srcId="{0C756DB2-E39C-42AD-8844-B3412D952B1A}" destId="{5BBEC7B0-8E39-4777-A480-3573E6170795}" srcOrd="0" destOrd="0" presId="urn:microsoft.com/office/officeart/2005/8/layout/default"/>
    <dgm:cxn modelId="{50B0879E-22AB-451C-95E3-DBD22643C0C1}" srcId="{C4B0C079-2191-4B91-BCA6-4035357B5CAA}" destId="{2C5DCC63-37A1-49DE-BA68-88B0B53161F6}" srcOrd="7" destOrd="0" parTransId="{69F858E5-59A3-486B-9BE4-55E08EE9AA48}" sibTransId="{AAF54691-8CD7-4BCE-A622-0165A8F8D9D1}"/>
    <dgm:cxn modelId="{5CB009AE-D4D7-408C-9693-DC693C29F4D1}" type="presOf" srcId="{834081FF-7C7D-4A3A-A742-83800B719149}" destId="{86906A71-CFFC-46B5-85E0-A4AE150A8A73}" srcOrd="0" destOrd="0" presId="urn:microsoft.com/office/officeart/2005/8/layout/default"/>
    <dgm:cxn modelId="{5F21B1E2-755B-41A9-9549-D3F2D63181D6}" srcId="{C4B0C079-2191-4B91-BCA6-4035357B5CAA}" destId="{224EF04F-DD6B-4651-ABF7-90065E9C4F56}" srcOrd="6" destOrd="0" parTransId="{00359744-8A50-48E0-8223-6B4BDF0ED0DB}" sibTransId="{36E67F6B-9AC9-41B5-A6C5-E509A0A65254}"/>
    <dgm:cxn modelId="{6A5BBEE8-1F8C-4884-9813-3C75CE18ABF6}" srcId="{C4B0C079-2191-4B91-BCA6-4035357B5CAA}" destId="{BCE09DFF-31FB-472D-AD87-93A73B12C005}" srcOrd="0" destOrd="0" parTransId="{F4F831FC-8006-4040-925E-D753170648A2}" sibTransId="{214529F6-B785-403D-BCE3-F2701EC288E6}"/>
    <dgm:cxn modelId="{F34102F5-EB1B-4D54-BEB0-C026CBCE0E17}" type="presOf" srcId="{BCE09DFF-31FB-472D-AD87-93A73B12C005}" destId="{FC78DA83-BD4B-4111-9F1F-0D621E92B174}" srcOrd="0" destOrd="0" presId="urn:microsoft.com/office/officeart/2005/8/layout/default"/>
    <dgm:cxn modelId="{4A7C34F9-B176-42E2-A48B-8C1B4104D8B4}" srcId="{C4B0C079-2191-4B91-BCA6-4035357B5CAA}" destId="{3AE12656-D64E-44AE-9EDB-72210F888059}" srcOrd="4" destOrd="0" parTransId="{13DA35E0-2FE6-42CD-81B0-6B8CA7658455}" sibTransId="{630CC149-864C-4250-A507-7075771B3DC5}"/>
    <dgm:cxn modelId="{2A27FC7A-5081-4370-9FA3-7D12778FD731}" type="presParOf" srcId="{59138FA2-7AA2-4874-B8CA-12041A5ED2AE}" destId="{FC78DA83-BD4B-4111-9F1F-0D621E92B174}" srcOrd="0" destOrd="0" presId="urn:microsoft.com/office/officeart/2005/8/layout/default"/>
    <dgm:cxn modelId="{1FDFF6E8-8AAB-4ABC-8944-EDC24232D2B2}" type="presParOf" srcId="{59138FA2-7AA2-4874-B8CA-12041A5ED2AE}" destId="{53684B54-56A8-4D0E-941B-8BEC741EC7BC}" srcOrd="1" destOrd="0" presId="urn:microsoft.com/office/officeart/2005/8/layout/default"/>
    <dgm:cxn modelId="{7C5EF1BC-8971-421C-9573-95BE391CA0DE}" type="presParOf" srcId="{59138FA2-7AA2-4874-B8CA-12041A5ED2AE}" destId="{4932B1B8-8581-4AAD-87B2-6A9DEA93B7DE}" srcOrd="2" destOrd="0" presId="urn:microsoft.com/office/officeart/2005/8/layout/default"/>
    <dgm:cxn modelId="{02E657FE-3DE0-4DCF-A4F4-DF78973DE9BD}" type="presParOf" srcId="{59138FA2-7AA2-4874-B8CA-12041A5ED2AE}" destId="{20157951-9807-43AF-818D-E9EE43A8AA3A}" srcOrd="3" destOrd="0" presId="urn:microsoft.com/office/officeart/2005/8/layout/default"/>
    <dgm:cxn modelId="{3B82A9B0-FB63-4FDD-B95E-B9F2E788FBEA}" type="presParOf" srcId="{59138FA2-7AA2-4874-B8CA-12041A5ED2AE}" destId="{18862FCA-9350-4B11-B01C-A2926752775B}" srcOrd="4" destOrd="0" presId="urn:microsoft.com/office/officeart/2005/8/layout/default"/>
    <dgm:cxn modelId="{A1BF5C22-3417-497E-892D-B079BE69B5CF}" type="presParOf" srcId="{59138FA2-7AA2-4874-B8CA-12041A5ED2AE}" destId="{FB563063-A3E5-4647-A652-B39FB35E0A18}" srcOrd="5" destOrd="0" presId="urn:microsoft.com/office/officeart/2005/8/layout/default"/>
    <dgm:cxn modelId="{E31B0EA7-0FB4-471C-9233-1AE725C04640}" type="presParOf" srcId="{59138FA2-7AA2-4874-B8CA-12041A5ED2AE}" destId="{5BBEC7B0-8E39-4777-A480-3573E6170795}" srcOrd="6" destOrd="0" presId="urn:microsoft.com/office/officeart/2005/8/layout/default"/>
    <dgm:cxn modelId="{03F5D3E8-BB2F-42FF-AE18-1377FCD34922}" type="presParOf" srcId="{59138FA2-7AA2-4874-B8CA-12041A5ED2AE}" destId="{C75527F2-BD22-4EE9-8DC8-7BE94E6107F0}" srcOrd="7" destOrd="0" presId="urn:microsoft.com/office/officeart/2005/8/layout/default"/>
    <dgm:cxn modelId="{90A7045E-994A-4FE7-B59C-2AFA89F8777C}" type="presParOf" srcId="{59138FA2-7AA2-4874-B8CA-12041A5ED2AE}" destId="{2A6DBD5F-9B29-4CFF-869C-8312796F83DC}" srcOrd="8" destOrd="0" presId="urn:microsoft.com/office/officeart/2005/8/layout/default"/>
    <dgm:cxn modelId="{C7CA1B22-A51E-441F-9128-2686ADAB924B}" type="presParOf" srcId="{59138FA2-7AA2-4874-B8CA-12041A5ED2AE}" destId="{E3BAAFF4-7831-4437-A20D-31468922F74D}" srcOrd="9" destOrd="0" presId="urn:microsoft.com/office/officeart/2005/8/layout/default"/>
    <dgm:cxn modelId="{6DD8F931-753E-490F-9039-95F5429841C9}" type="presParOf" srcId="{59138FA2-7AA2-4874-B8CA-12041A5ED2AE}" destId="{20F33891-2A5F-45CC-B0D0-F2E8A60704EA}" srcOrd="10" destOrd="0" presId="urn:microsoft.com/office/officeart/2005/8/layout/default"/>
    <dgm:cxn modelId="{2713D8F2-CDB7-4BC2-A26F-728A3A690F9F}" type="presParOf" srcId="{59138FA2-7AA2-4874-B8CA-12041A5ED2AE}" destId="{0A488011-20D1-4860-A930-B960457F71FC}" srcOrd="11" destOrd="0" presId="urn:microsoft.com/office/officeart/2005/8/layout/default"/>
    <dgm:cxn modelId="{0D0E2ABC-FC4C-490E-8424-899C9B69E10B}" type="presParOf" srcId="{59138FA2-7AA2-4874-B8CA-12041A5ED2AE}" destId="{F62BA2BC-749B-42D0-B40B-EB870AAB0651}" srcOrd="12" destOrd="0" presId="urn:microsoft.com/office/officeart/2005/8/layout/default"/>
    <dgm:cxn modelId="{941F6BED-BF10-4C53-A8D0-3A29B976B693}" type="presParOf" srcId="{59138FA2-7AA2-4874-B8CA-12041A5ED2AE}" destId="{9427AA80-2126-41BC-8990-7F03A7F753C8}" srcOrd="13" destOrd="0" presId="urn:microsoft.com/office/officeart/2005/8/layout/default"/>
    <dgm:cxn modelId="{1F073DBE-D85B-4ACC-9F52-3CA9ACC29BA8}" type="presParOf" srcId="{59138FA2-7AA2-4874-B8CA-12041A5ED2AE}" destId="{703B222A-CEE0-4610-8F4D-A8D48971D34E}" srcOrd="14" destOrd="0" presId="urn:microsoft.com/office/officeart/2005/8/layout/default"/>
    <dgm:cxn modelId="{C45DE82F-C8D1-4348-BF55-022C19813426}" type="presParOf" srcId="{59138FA2-7AA2-4874-B8CA-12041A5ED2AE}" destId="{CF82532C-BC9E-46A8-B112-A5B5D65597A6}" srcOrd="15" destOrd="0" presId="urn:microsoft.com/office/officeart/2005/8/layout/default"/>
    <dgm:cxn modelId="{C9D4DD08-AE70-4AD9-AA2A-FAEE61D5EC9D}" type="presParOf" srcId="{59138FA2-7AA2-4874-B8CA-12041A5ED2AE}" destId="{86906A71-CFFC-46B5-85E0-A4AE150A8A73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ED27C0-F8FC-42C9-945E-576D1D44168A}" type="doc">
      <dgm:prSet loTypeId="urn:microsoft.com/office/officeart/2008/layout/LinedList" loCatId="list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6925B22-EAD2-4D6C-91FA-B35ED09DA78F}">
      <dgm:prSet/>
      <dgm:spPr/>
      <dgm:t>
        <a:bodyPr/>
        <a:lstStyle/>
        <a:p>
          <a:r>
            <a:rPr lang="en-US" dirty="0"/>
            <a:t>Unauthorized access to sensitive data</a:t>
          </a:r>
        </a:p>
      </dgm:t>
    </dgm:pt>
    <dgm:pt modelId="{C511E91B-3F99-45CF-B7C9-9F655BA11F9A}" type="parTrans" cxnId="{E159D3B5-F42D-4D2C-9AC6-207406F83E29}">
      <dgm:prSet/>
      <dgm:spPr/>
      <dgm:t>
        <a:bodyPr/>
        <a:lstStyle/>
        <a:p>
          <a:endParaRPr lang="en-US"/>
        </a:p>
      </dgm:t>
    </dgm:pt>
    <dgm:pt modelId="{2D46C263-B91E-4976-834B-DF1E23AEC696}" type="sibTrans" cxnId="{E159D3B5-F42D-4D2C-9AC6-207406F83E29}">
      <dgm:prSet/>
      <dgm:spPr/>
      <dgm:t>
        <a:bodyPr/>
        <a:lstStyle/>
        <a:p>
          <a:endParaRPr lang="en-US"/>
        </a:p>
      </dgm:t>
    </dgm:pt>
    <dgm:pt modelId="{43D9B030-BAE8-4F42-A807-6C7FE6F91E3E}">
      <dgm:prSet/>
      <dgm:spPr/>
      <dgm:t>
        <a:bodyPr/>
        <a:lstStyle/>
        <a:p>
          <a:r>
            <a:rPr lang="en-US"/>
            <a:t>Causes: Weak authentication, software vulnerabilities, human error</a:t>
          </a:r>
        </a:p>
      </dgm:t>
    </dgm:pt>
    <dgm:pt modelId="{1C971B51-BD79-4569-AC08-9190B3F8D5BF}" type="parTrans" cxnId="{E35F026F-EF52-46AE-83A6-C552000DB554}">
      <dgm:prSet/>
      <dgm:spPr/>
      <dgm:t>
        <a:bodyPr/>
        <a:lstStyle/>
        <a:p>
          <a:endParaRPr lang="en-US"/>
        </a:p>
      </dgm:t>
    </dgm:pt>
    <dgm:pt modelId="{59448B40-F587-4414-AC1A-9A0219B5FEF1}" type="sibTrans" cxnId="{E35F026F-EF52-46AE-83A6-C552000DB554}">
      <dgm:prSet/>
      <dgm:spPr/>
      <dgm:t>
        <a:bodyPr/>
        <a:lstStyle/>
        <a:p>
          <a:endParaRPr lang="en-US"/>
        </a:p>
      </dgm:t>
    </dgm:pt>
    <dgm:pt modelId="{8AE003EB-A7C0-4BCF-B297-28978FC414C3}">
      <dgm:prSet/>
      <dgm:spPr/>
      <dgm:t>
        <a:bodyPr/>
        <a:lstStyle/>
        <a:p>
          <a:r>
            <a:rPr lang="en-US"/>
            <a:t>Impact: Financial loss, reputation damage, legal consequences</a:t>
          </a:r>
        </a:p>
      </dgm:t>
    </dgm:pt>
    <dgm:pt modelId="{84F8F088-F0F9-449A-8C5F-53165B6098AD}" type="parTrans" cxnId="{0B60143D-C8CE-4182-8FE5-90ACDE041709}">
      <dgm:prSet/>
      <dgm:spPr/>
      <dgm:t>
        <a:bodyPr/>
        <a:lstStyle/>
        <a:p>
          <a:endParaRPr lang="en-US"/>
        </a:p>
      </dgm:t>
    </dgm:pt>
    <dgm:pt modelId="{825282B5-11F6-4C3B-89E8-4B0E2DECA8BC}" type="sibTrans" cxnId="{0B60143D-C8CE-4182-8FE5-90ACDE041709}">
      <dgm:prSet/>
      <dgm:spPr/>
      <dgm:t>
        <a:bodyPr/>
        <a:lstStyle/>
        <a:p>
          <a:endParaRPr lang="en-US"/>
        </a:p>
      </dgm:t>
    </dgm:pt>
    <dgm:pt modelId="{B56955E9-2FF5-451D-880A-5722BFCC5000}">
      <dgm:prSet/>
      <dgm:spPr/>
      <dgm:t>
        <a:bodyPr/>
        <a:lstStyle/>
        <a:p>
          <a:r>
            <a:rPr lang="en-US" dirty="0"/>
            <a:t>Capital One data breach (2019) affected 100 million customers</a:t>
          </a:r>
        </a:p>
      </dgm:t>
    </dgm:pt>
    <dgm:pt modelId="{1C34390B-8B51-40E5-A86B-86275EC4D249}" type="parTrans" cxnId="{47B95416-4F8A-4F92-A080-249FC5851AF2}">
      <dgm:prSet/>
      <dgm:spPr/>
      <dgm:t>
        <a:bodyPr/>
        <a:lstStyle/>
        <a:p>
          <a:endParaRPr lang="en-US"/>
        </a:p>
      </dgm:t>
    </dgm:pt>
    <dgm:pt modelId="{8E738066-3665-417B-8CF1-172BC9DBC746}" type="sibTrans" cxnId="{47B95416-4F8A-4F92-A080-249FC5851AF2}">
      <dgm:prSet/>
      <dgm:spPr/>
      <dgm:t>
        <a:bodyPr/>
        <a:lstStyle/>
        <a:p>
          <a:endParaRPr lang="en-US"/>
        </a:p>
      </dgm:t>
    </dgm:pt>
    <dgm:pt modelId="{B8DB6B4C-2007-4952-958F-CE79079FEC6E}" type="pres">
      <dgm:prSet presAssocID="{90ED27C0-F8FC-42C9-945E-576D1D44168A}" presName="vert0" presStyleCnt="0">
        <dgm:presLayoutVars>
          <dgm:dir/>
          <dgm:animOne val="branch"/>
          <dgm:animLvl val="lvl"/>
        </dgm:presLayoutVars>
      </dgm:prSet>
      <dgm:spPr/>
    </dgm:pt>
    <dgm:pt modelId="{F9705662-660C-4F49-A8AD-E080F5E469FC}" type="pres">
      <dgm:prSet presAssocID="{F6925B22-EAD2-4D6C-91FA-B35ED09DA78F}" presName="thickLine" presStyleLbl="alignNode1" presStyleIdx="0" presStyleCnt="4"/>
      <dgm:spPr/>
    </dgm:pt>
    <dgm:pt modelId="{A59C468F-B1A9-4DE3-A57E-85BFB0CF21BC}" type="pres">
      <dgm:prSet presAssocID="{F6925B22-EAD2-4D6C-91FA-B35ED09DA78F}" presName="horz1" presStyleCnt="0"/>
      <dgm:spPr/>
    </dgm:pt>
    <dgm:pt modelId="{6A8D12CE-E57F-41B5-A87D-C9F6E2B0E416}" type="pres">
      <dgm:prSet presAssocID="{F6925B22-EAD2-4D6C-91FA-B35ED09DA78F}" presName="tx1" presStyleLbl="revTx" presStyleIdx="0" presStyleCnt="4"/>
      <dgm:spPr/>
    </dgm:pt>
    <dgm:pt modelId="{E9BB6A77-F116-4883-96C5-F39A4CBA6F57}" type="pres">
      <dgm:prSet presAssocID="{F6925B22-EAD2-4D6C-91FA-B35ED09DA78F}" presName="vert1" presStyleCnt="0"/>
      <dgm:spPr/>
    </dgm:pt>
    <dgm:pt modelId="{927BB115-BB15-4BC8-BD2D-7E26995B7CB7}" type="pres">
      <dgm:prSet presAssocID="{43D9B030-BAE8-4F42-A807-6C7FE6F91E3E}" presName="thickLine" presStyleLbl="alignNode1" presStyleIdx="1" presStyleCnt="4"/>
      <dgm:spPr/>
    </dgm:pt>
    <dgm:pt modelId="{E4374C46-688A-464E-AA3E-D75850B29C13}" type="pres">
      <dgm:prSet presAssocID="{43D9B030-BAE8-4F42-A807-6C7FE6F91E3E}" presName="horz1" presStyleCnt="0"/>
      <dgm:spPr/>
    </dgm:pt>
    <dgm:pt modelId="{F5C584F7-50A5-40F8-A8A3-ABE6A6F6E9E8}" type="pres">
      <dgm:prSet presAssocID="{43D9B030-BAE8-4F42-A807-6C7FE6F91E3E}" presName="tx1" presStyleLbl="revTx" presStyleIdx="1" presStyleCnt="4"/>
      <dgm:spPr/>
    </dgm:pt>
    <dgm:pt modelId="{79218C39-DA99-498A-9D1E-9AFCA027D1E5}" type="pres">
      <dgm:prSet presAssocID="{43D9B030-BAE8-4F42-A807-6C7FE6F91E3E}" presName="vert1" presStyleCnt="0"/>
      <dgm:spPr/>
    </dgm:pt>
    <dgm:pt modelId="{F308B9B6-23D9-4482-BF26-A60D51757373}" type="pres">
      <dgm:prSet presAssocID="{8AE003EB-A7C0-4BCF-B297-28978FC414C3}" presName="thickLine" presStyleLbl="alignNode1" presStyleIdx="2" presStyleCnt="4"/>
      <dgm:spPr/>
    </dgm:pt>
    <dgm:pt modelId="{6894A8F4-EFA5-4FB5-BCF7-F77DA9C81CAB}" type="pres">
      <dgm:prSet presAssocID="{8AE003EB-A7C0-4BCF-B297-28978FC414C3}" presName="horz1" presStyleCnt="0"/>
      <dgm:spPr/>
    </dgm:pt>
    <dgm:pt modelId="{32A9CE6E-2B30-45D8-9025-99D224FAF3DB}" type="pres">
      <dgm:prSet presAssocID="{8AE003EB-A7C0-4BCF-B297-28978FC414C3}" presName="tx1" presStyleLbl="revTx" presStyleIdx="2" presStyleCnt="4"/>
      <dgm:spPr/>
    </dgm:pt>
    <dgm:pt modelId="{FBD46E4C-F07B-44D1-ADFC-C8368B38C235}" type="pres">
      <dgm:prSet presAssocID="{8AE003EB-A7C0-4BCF-B297-28978FC414C3}" presName="vert1" presStyleCnt="0"/>
      <dgm:spPr/>
    </dgm:pt>
    <dgm:pt modelId="{A2FFF3DA-CE74-4A64-AA70-BD6E8C0919D1}" type="pres">
      <dgm:prSet presAssocID="{B56955E9-2FF5-451D-880A-5722BFCC5000}" presName="thickLine" presStyleLbl="alignNode1" presStyleIdx="3" presStyleCnt="4"/>
      <dgm:spPr/>
    </dgm:pt>
    <dgm:pt modelId="{2389C7C1-497C-49E1-963D-9AA6588D255E}" type="pres">
      <dgm:prSet presAssocID="{B56955E9-2FF5-451D-880A-5722BFCC5000}" presName="horz1" presStyleCnt="0"/>
      <dgm:spPr/>
    </dgm:pt>
    <dgm:pt modelId="{036416A4-3BF9-46D9-92C4-1098EB15AD2C}" type="pres">
      <dgm:prSet presAssocID="{B56955E9-2FF5-451D-880A-5722BFCC5000}" presName="tx1" presStyleLbl="revTx" presStyleIdx="3" presStyleCnt="4"/>
      <dgm:spPr/>
    </dgm:pt>
    <dgm:pt modelId="{2DE8CC00-17F3-4BCA-B0FB-100903C8702D}" type="pres">
      <dgm:prSet presAssocID="{B56955E9-2FF5-451D-880A-5722BFCC5000}" presName="vert1" presStyleCnt="0"/>
      <dgm:spPr/>
    </dgm:pt>
  </dgm:ptLst>
  <dgm:cxnLst>
    <dgm:cxn modelId="{4FB17514-6970-4732-82CC-8B2DEC74103A}" type="presOf" srcId="{43D9B030-BAE8-4F42-A807-6C7FE6F91E3E}" destId="{F5C584F7-50A5-40F8-A8A3-ABE6A6F6E9E8}" srcOrd="0" destOrd="0" presId="urn:microsoft.com/office/officeart/2008/layout/LinedList"/>
    <dgm:cxn modelId="{47B95416-4F8A-4F92-A080-249FC5851AF2}" srcId="{90ED27C0-F8FC-42C9-945E-576D1D44168A}" destId="{B56955E9-2FF5-451D-880A-5722BFCC5000}" srcOrd="3" destOrd="0" parTransId="{1C34390B-8B51-40E5-A86B-86275EC4D249}" sibTransId="{8E738066-3665-417B-8CF1-172BC9DBC746}"/>
    <dgm:cxn modelId="{0B60143D-C8CE-4182-8FE5-90ACDE041709}" srcId="{90ED27C0-F8FC-42C9-945E-576D1D44168A}" destId="{8AE003EB-A7C0-4BCF-B297-28978FC414C3}" srcOrd="2" destOrd="0" parTransId="{84F8F088-F0F9-449A-8C5F-53165B6098AD}" sibTransId="{825282B5-11F6-4C3B-89E8-4B0E2DECA8BC}"/>
    <dgm:cxn modelId="{EF103C60-86FF-491D-AF18-B06D9CEDB9F9}" type="presOf" srcId="{90ED27C0-F8FC-42C9-945E-576D1D44168A}" destId="{B8DB6B4C-2007-4952-958F-CE79079FEC6E}" srcOrd="0" destOrd="0" presId="urn:microsoft.com/office/officeart/2008/layout/LinedList"/>
    <dgm:cxn modelId="{E35F026F-EF52-46AE-83A6-C552000DB554}" srcId="{90ED27C0-F8FC-42C9-945E-576D1D44168A}" destId="{43D9B030-BAE8-4F42-A807-6C7FE6F91E3E}" srcOrd="1" destOrd="0" parTransId="{1C971B51-BD79-4569-AC08-9190B3F8D5BF}" sibTransId="{59448B40-F587-4414-AC1A-9A0219B5FEF1}"/>
    <dgm:cxn modelId="{DF5B3D74-4EBB-401B-A31B-0A6D48E21803}" type="presOf" srcId="{8AE003EB-A7C0-4BCF-B297-28978FC414C3}" destId="{32A9CE6E-2B30-45D8-9025-99D224FAF3DB}" srcOrd="0" destOrd="0" presId="urn:microsoft.com/office/officeart/2008/layout/LinedList"/>
    <dgm:cxn modelId="{B7AE7B97-2947-4FA8-B627-31DE02B2435A}" type="presOf" srcId="{B56955E9-2FF5-451D-880A-5722BFCC5000}" destId="{036416A4-3BF9-46D9-92C4-1098EB15AD2C}" srcOrd="0" destOrd="0" presId="urn:microsoft.com/office/officeart/2008/layout/LinedList"/>
    <dgm:cxn modelId="{E159D3B5-F42D-4D2C-9AC6-207406F83E29}" srcId="{90ED27C0-F8FC-42C9-945E-576D1D44168A}" destId="{F6925B22-EAD2-4D6C-91FA-B35ED09DA78F}" srcOrd="0" destOrd="0" parTransId="{C511E91B-3F99-45CF-B7C9-9F655BA11F9A}" sibTransId="{2D46C263-B91E-4976-834B-DF1E23AEC696}"/>
    <dgm:cxn modelId="{78A11ADA-0907-43AD-BF7C-1C39131C4FF5}" type="presOf" srcId="{F6925B22-EAD2-4D6C-91FA-B35ED09DA78F}" destId="{6A8D12CE-E57F-41B5-A87D-C9F6E2B0E416}" srcOrd="0" destOrd="0" presId="urn:microsoft.com/office/officeart/2008/layout/LinedList"/>
    <dgm:cxn modelId="{FE3A432D-D4BE-43C8-9A57-9ED5249405B8}" type="presParOf" srcId="{B8DB6B4C-2007-4952-958F-CE79079FEC6E}" destId="{F9705662-660C-4F49-A8AD-E080F5E469FC}" srcOrd="0" destOrd="0" presId="urn:microsoft.com/office/officeart/2008/layout/LinedList"/>
    <dgm:cxn modelId="{AE606586-34C7-4ABA-A48B-EBE6C05825DB}" type="presParOf" srcId="{B8DB6B4C-2007-4952-958F-CE79079FEC6E}" destId="{A59C468F-B1A9-4DE3-A57E-85BFB0CF21BC}" srcOrd="1" destOrd="0" presId="urn:microsoft.com/office/officeart/2008/layout/LinedList"/>
    <dgm:cxn modelId="{D627D021-E1CD-4C82-8812-C951DCAB2B7C}" type="presParOf" srcId="{A59C468F-B1A9-4DE3-A57E-85BFB0CF21BC}" destId="{6A8D12CE-E57F-41B5-A87D-C9F6E2B0E416}" srcOrd="0" destOrd="0" presId="urn:microsoft.com/office/officeart/2008/layout/LinedList"/>
    <dgm:cxn modelId="{69FD41D5-C7DC-42E8-8634-ECDF9370C8EC}" type="presParOf" srcId="{A59C468F-B1A9-4DE3-A57E-85BFB0CF21BC}" destId="{E9BB6A77-F116-4883-96C5-F39A4CBA6F57}" srcOrd="1" destOrd="0" presId="urn:microsoft.com/office/officeart/2008/layout/LinedList"/>
    <dgm:cxn modelId="{7B38E321-F5CB-4DBC-8655-04EEAB20CE3C}" type="presParOf" srcId="{B8DB6B4C-2007-4952-958F-CE79079FEC6E}" destId="{927BB115-BB15-4BC8-BD2D-7E26995B7CB7}" srcOrd="2" destOrd="0" presId="urn:microsoft.com/office/officeart/2008/layout/LinedList"/>
    <dgm:cxn modelId="{CB07BBA8-693F-4D53-8BE8-3408498C1531}" type="presParOf" srcId="{B8DB6B4C-2007-4952-958F-CE79079FEC6E}" destId="{E4374C46-688A-464E-AA3E-D75850B29C13}" srcOrd="3" destOrd="0" presId="urn:microsoft.com/office/officeart/2008/layout/LinedList"/>
    <dgm:cxn modelId="{F323D2B8-F99E-4FAD-BD49-0C96EBBAFF3C}" type="presParOf" srcId="{E4374C46-688A-464E-AA3E-D75850B29C13}" destId="{F5C584F7-50A5-40F8-A8A3-ABE6A6F6E9E8}" srcOrd="0" destOrd="0" presId="urn:microsoft.com/office/officeart/2008/layout/LinedList"/>
    <dgm:cxn modelId="{DA31433C-9B30-41AA-82CE-C45585410574}" type="presParOf" srcId="{E4374C46-688A-464E-AA3E-D75850B29C13}" destId="{79218C39-DA99-498A-9D1E-9AFCA027D1E5}" srcOrd="1" destOrd="0" presId="urn:microsoft.com/office/officeart/2008/layout/LinedList"/>
    <dgm:cxn modelId="{FE3C0F38-7DD5-4ECC-AAA4-DD3428BF318D}" type="presParOf" srcId="{B8DB6B4C-2007-4952-958F-CE79079FEC6E}" destId="{F308B9B6-23D9-4482-BF26-A60D51757373}" srcOrd="4" destOrd="0" presId="urn:microsoft.com/office/officeart/2008/layout/LinedList"/>
    <dgm:cxn modelId="{CE96F094-4B4D-4795-948E-4A8715D4B3AF}" type="presParOf" srcId="{B8DB6B4C-2007-4952-958F-CE79079FEC6E}" destId="{6894A8F4-EFA5-4FB5-BCF7-F77DA9C81CAB}" srcOrd="5" destOrd="0" presId="urn:microsoft.com/office/officeart/2008/layout/LinedList"/>
    <dgm:cxn modelId="{B969C3A6-477C-40AE-8B0E-A93603D1D822}" type="presParOf" srcId="{6894A8F4-EFA5-4FB5-BCF7-F77DA9C81CAB}" destId="{32A9CE6E-2B30-45D8-9025-99D224FAF3DB}" srcOrd="0" destOrd="0" presId="urn:microsoft.com/office/officeart/2008/layout/LinedList"/>
    <dgm:cxn modelId="{867427DF-59DE-4862-8228-6EE8BC7A116D}" type="presParOf" srcId="{6894A8F4-EFA5-4FB5-BCF7-F77DA9C81CAB}" destId="{FBD46E4C-F07B-44D1-ADFC-C8368B38C235}" srcOrd="1" destOrd="0" presId="urn:microsoft.com/office/officeart/2008/layout/LinedList"/>
    <dgm:cxn modelId="{ECCD96F2-87CB-43AF-AD13-16982AE7E1E2}" type="presParOf" srcId="{B8DB6B4C-2007-4952-958F-CE79079FEC6E}" destId="{A2FFF3DA-CE74-4A64-AA70-BD6E8C0919D1}" srcOrd="6" destOrd="0" presId="urn:microsoft.com/office/officeart/2008/layout/LinedList"/>
    <dgm:cxn modelId="{5FA95EE2-8198-4F62-90CB-90E88C2CAF80}" type="presParOf" srcId="{B8DB6B4C-2007-4952-958F-CE79079FEC6E}" destId="{2389C7C1-497C-49E1-963D-9AA6588D255E}" srcOrd="7" destOrd="0" presId="urn:microsoft.com/office/officeart/2008/layout/LinedList"/>
    <dgm:cxn modelId="{62A39145-F382-4370-999E-CBF21CA8B578}" type="presParOf" srcId="{2389C7C1-497C-49E1-963D-9AA6588D255E}" destId="{036416A4-3BF9-46D9-92C4-1098EB15AD2C}" srcOrd="0" destOrd="0" presId="urn:microsoft.com/office/officeart/2008/layout/LinedList"/>
    <dgm:cxn modelId="{1FD3A83C-CAB3-4ECC-8B6D-65380B5C50E3}" type="presParOf" srcId="{2389C7C1-497C-49E1-963D-9AA6588D255E}" destId="{2DE8CC00-17F3-4BCA-B0FB-100903C8702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455D1B9-4919-4F02-B805-FC96E020389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7E456DA-EAFF-436F-94E4-923B9B818DF9}">
      <dgm:prSet/>
      <dgm:spPr/>
      <dgm:t>
        <a:bodyPr/>
        <a:lstStyle/>
        <a:p>
          <a:r>
            <a:rPr lang="en-US"/>
            <a:t>Application Programming Interfaces (APIs) enable cloud service interactions</a:t>
          </a:r>
        </a:p>
      </dgm:t>
    </dgm:pt>
    <dgm:pt modelId="{5A0C82B3-3FB4-4DD5-9022-D07304B9417F}" type="parTrans" cxnId="{92B9CD62-8074-4555-BAE7-9B6CD4340ED5}">
      <dgm:prSet/>
      <dgm:spPr/>
      <dgm:t>
        <a:bodyPr/>
        <a:lstStyle/>
        <a:p>
          <a:endParaRPr lang="en-US"/>
        </a:p>
      </dgm:t>
    </dgm:pt>
    <dgm:pt modelId="{51181A5D-807E-45D1-8D6F-0787D490B6C8}" type="sibTrans" cxnId="{92B9CD62-8074-4555-BAE7-9B6CD4340ED5}">
      <dgm:prSet/>
      <dgm:spPr/>
      <dgm:t>
        <a:bodyPr/>
        <a:lstStyle/>
        <a:p>
          <a:endParaRPr lang="en-US"/>
        </a:p>
      </dgm:t>
    </dgm:pt>
    <dgm:pt modelId="{362D080E-6392-4BD1-BCF2-37F1384A93D3}">
      <dgm:prSet/>
      <dgm:spPr/>
      <dgm:t>
        <a:bodyPr/>
        <a:lstStyle/>
        <a:p>
          <a:r>
            <a:rPr lang="en-US" dirty="0"/>
            <a:t>Authentication, access control, encryption issues</a:t>
          </a:r>
        </a:p>
      </dgm:t>
    </dgm:pt>
    <dgm:pt modelId="{A82E334C-A3BC-4F5A-89BE-A286239DA203}" type="parTrans" cxnId="{F5B9E270-0824-4F4E-A3BB-2AD629EE3189}">
      <dgm:prSet/>
      <dgm:spPr/>
      <dgm:t>
        <a:bodyPr/>
        <a:lstStyle/>
        <a:p>
          <a:endParaRPr lang="en-US"/>
        </a:p>
      </dgm:t>
    </dgm:pt>
    <dgm:pt modelId="{1E4F84C5-AAB3-4FFA-A10C-0E4AAE47715A}" type="sibTrans" cxnId="{F5B9E270-0824-4F4E-A3BB-2AD629EE3189}">
      <dgm:prSet/>
      <dgm:spPr/>
      <dgm:t>
        <a:bodyPr/>
        <a:lstStyle/>
        <a:p>
          <a:endParaRPr lang="en-US"/>
        </a:p>
      </dgm:t>
    </dgm:pt>
    <dgm:pt modelId="{91DB92CF-D3D9-4D69-887B-4F95E88BE87E}">
      <dgm:prSet/>
      <dgm:spPr/>
      <dgm:t>
        <a:bodyPr/>
        <a:lstStyle/>
        <a:p>
          <a:r>
            <a:rPr lang="en-US" b="1" dirty="0"/>
            <a:t>Consequences:</a:t>
          </a:r>
          <a:r>
            <a:rPr lang="en-US" dirty="0"/>
            <a:t> Data exposure, unauthorized access, service disruption</a:t>
          </a:r>
        </a:p>
      </dgm:t>
    </dgm:pt>
    <dgm:pt modelId="{C69977F5-FE4F-47B3-9B8E-FE199DB96667}" type="parTrans" cxnId="{AFE5AD13-C376-49A7-9BCC-9BF908CCC809}">
      <dgm:prSet/>
      <dgm:spPr/>
      <dgm:t>
        <a:bodyPr/>
        <a:lstStyle/>
        <a:p>
          <a:endParaRPr lang="en-US"/>
        </a:p>
      </dgm:t>
    </dgm:pt>
    <dgm:pt modelId="{D80F3FBA-615A-4A91-9547-9A82C91AE231}" type="sibTrans" cxnId="{AFE5AD13-C376-49A7-9BCC-9BF908CCC809}">
      <dgm:prSet/>
      <dgm:spPr/>
      <dgm:t>
        <a:bodyPr/>
        <a:lstStyle/>
        <a:p>
          <a:endParaRPr lang="en-US"/>
        </a:p>
      </dgm:t>
    </dgm:pt>
    <dgm:pt modelId="{FEBD886C-19F2-4DBB-BAC2-90E411C137C5}">
      <dgm:prSet/>
      <dgm:spPr/>
      <dgm:t>
        <a:bodyPr/>
        <a:lstStyle/>
        <a:p>
          <a:r>
            <a:rPr lang="en-US" b="1" dirty="0"/>
            <a:t>Best practices:</a:t>
          </a:r>
          <a:r>
            <a:rPr lang="en-US" dirty="0"/>
            <a:t> API security testing, proper authentication, rate limiting</a:t>
          </a:r>
        </a:p>
      </dgm:t>
    </dgm:pt>
    <dgm:pt modelId="{C516275F-C819-4548-A9A1-BF48461E6D68}" type="parTrans" cxnId="{9878C098-282D-4517-AA1C-A1A754D0AAB6}">
      <dgm:prSet/>
      <dgm:spPr/>
      <dgm:t>
        <a:bodyPr/>
        <a:lstStyle/>
        <a:p>
          <a:endParaRPr lang="en-US"/>
        </a:p>
      </dgm:t>
    </dgm:pt>
    <dgm:pt modelId="{59C2E65C-A370-475E-8598-DB898B48ADD9}" type="sibTrans" cxnId="{9878C098-282D-4517-AA1C-A1A754D0AAB6}">
      <dgm:prSet/>
      <dgm:spPr/>
      <dgm:t>
        <a:bodyPr/>
        <a:lstStyle/>
        <a:p>
          <a:endParaRPr lang="en-US"/>
        </a:p>
      </dgm:t>
    </dgm:pt>
    <dgm:pt modelId="{B3A71BF8-2238-43E0-9CA2-1E5055DF715F}" type="pres">
      <dgm:prSet presAssocID="{1455D1B9-4919-4F02-B805-FC96E0203895}" presName="root" presStyleCnt="0">
        <dgm:presLayoutVars>
          <dgm:dir/>
          <dgm:resizeHandles val="exact"/>
        </dgm:presLayoutVars>
      </dgm:prSet>
      <dgm:spPr/>
    </dgm:pt>
    <dgm:pt modelId="{4763F17B-8CF2-4E1C-8599-0F42F308C8A4}" type="pres">
      <dgm:prSet presAssocID="{1455D1B9-4919-4F02-B805-FC96E0203895}" presName="container" presStyleCnt="0">
        <dgm:presLayoutVars>
          <dgm:dir/>
          <dgm:resizeHandles val="exact"/>
        </dgm:presLayoutVars>
      </dgm:prSet>
      <dgm:spPr/>
    </dgm:pt>
    <dgm:pt modelId="{7CBE55AF-42F1-4A4A-B667-27FD07821ED5}" type="pres">
      <dgm:prSet presAssocID="{07E456DA-EAFF-436F-94E4-923B9B818DF9}" presName="compNode" presStyleCnt="0"/>
      <dgm:spPr/>
    </dgm:pt>
    <dgm:pt modelId="{64695719-D77B-4E5F-B325-37E1736890DF}" type="pres">
      <dgm:prSet presAssocID="{07E456DA-EAFF-436F-94E4-923B9B818DF9}" presName="iconBgRect" presStyleLbl="bgShp" presStyleIdx="0" presStyleCnt="4"/>
      <dgm:spPr/>
    </dgm:pt>
    <dgm:pt modelId="{9B4786B3-7296-4697-8110-65431C0A6009}" type="pres">
      <dgm:prSet presAssocID="{07E456DA-EAFF-436F-94E4-923B9B818DF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66F9CF0-C4B3-46D0-A8B1-D2D077D7AE87}" type="pres">
      <dgm:prSet presAssocID="{07E456DA-EAFF-436F-94E4-923B9B818DF9}" presName="spaceRect" presStyleCnt="0"/>
      <dgm:spPr/>
    </dgm:pt>
    <dgm:pt modelId="{99A14E18-6A1E-45E5-B51E-E16D364BBD98}" type="pres">
      <dgm:prSet presAssocID="{07E456DA-EAFF-436F-94E4-923B9B818DF9}" presName="textRect" presStyleLbl="revTx" presStyleIdx="0" presStyleCnt="4">
        <dgm:presLayoutVars>
          <dgm:chMax val="1"/>
          <dgm:chPref val="1"/>
        </dgm:presLayoutVars>
      </dgm:prSet>
      <dgm:spPr/>
    </dgm:pt>
    <dgm:pt modelId="{3A58C967-048D-478B-9DB8-67DFECAEDF7D}" type="pres">
      <dgm:prSet presAssocID="{51181A5D-807E-45D1-8D6F-0787D490B6C8}" presName="sibTrans" presStyleLbl="sibTrans2D1" presStyleIdx="0" presStyleCnt="0"/>
      <dgm:spPr/>
    </dgm:pt>
    <dgm:pt modelId="{09BC55D9-6E53-4496-9661-6C6377751F65}" type="pres">
      <dgm:prSet presAssocID="{362D080E-6392-4BD1-BCF2-37F1384A93D3}" presName="compNode" presStyleCnt="0"/>
      <dgm:spPr/>
    </dgm:pt>
    <dgm:pt modelId="{57339741-4884-4E47-8DA5-3EB5481D95E0}" type="pres">
      <dgm:prSet presAssocID="{362D080E-6392-4BD1-BCF2-37F1384A93D3}" presName="iconBgRect" presStyleLbl="bgShp" presStyleIdx="1" presStyleCnt="4"/>
      <dgm:spPr/>
    </dgm:pt>
    <dgm:pt modelId="{71764C3E-6288-46E4-8F2F-EF86B122E943}" type="pres">
      <dgm:prSet presAssocID="{362D080E-6392-4BD1-BCF2-37F1384A93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B562EB81-4339-46AD-80D3-F05211740C12}" type="pres">
      <dgm:prSet presAssocID="{362D080E-6392-4BD1-BCF2-37F1384A93D3}" presName="spaceRect" presStyleCnt="0"/>
      <dgm:spPr/>
    </dgm:pt>
    <dgm:pt modelId="{56148B15-D112-483E-A720-38B0F109C134}" type="pres">
      <dgm:prSet presAssocID="{362D080E-6392-4BD1-BCF2-37F1384A93D3}" presName="textRect" presStyleLbl="revTx" presStyleIdx="1" presStyleCnt="4">
        <dgm:presLayoutVars>
          <dgm:chMax val="1"/>
          <dgm:chPref val="1"/>
        </dgm:presLayoutVars>
      </dgm:prSet>
      <dgm:spPr/>
    </dgm:pt>
    <dgm:pt modelId="{3B53FD44-2022-450F-92AE-9B7425B3931B}" type="pres">
      <dgm:prSet presAssocID="{1E4F84C5-AAB3-4FFA-A10C-0E4AAE47715A}" presName="sibTrans" presStyleLbl="sibTrans2D1" presStyleIdx="0" presStyleCnt="0"/>
      <dgm:spPr/>
    </dgm:pt>
    <dgm:pt modelId="{1CE9DD23-1846-4EA9-831C-FC6792AB9B6F}" type="pres">
      <dgm:prSet presAssocID="{91DB92CF-D3D9-4D69-887B-4F95E88BE87E}" presName="compNode" presStyleCnt="0"/>
      <dgm:spPr/>
    </dgm:pt>
    <dgm:pt modelId="{10925D4E-3DD3-4007-9AB5-7948441BE308}" type="pres">
      <dgm:prSet presAssocID="{91DB92CF-D3D9-4D69-887B-4F95E88BE87E}" presName="iconBgRect" presStyleLbl="bgShp" presStyleIdx="2" presStyleCnt="4"/>
      <dgm:spPr/>
    </dgm:pt>
    <dgm:pt modelId="{09A11E26-913D-4C61-BEED-47E8580763F7}" type="pres">
      <dgm:prSet presAssocID="{91DB92CF-D3D9-4D69-887B-4F95E88BE87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B7CB44B-06D2-4E4E-8A78-04AFBF9FD5C5}" type="pres">
      <dgm:prSet presAssocID="{91DB92CF-D3D9-4D69-887B-4F95E88BE87E}" presName="spaceRect" presStyleCnt="0"/>
      <dgm:spPr/>
    </dgm:pt>
    <dgm:pt modelId="{64D34A06-4D8A-4FDD-A66E-22BD959FFE9B}" type="pres">
      <dgm:prSet presAssocID="{91DB92CF-D3D9-4D69-887B-4F95E88BE87E}" presName="textRect" presStyleLbl="revTx" presStyleIdx="2" presStyleCnt="4">
        <dgm:presLayoutVars>
          <dgm:chMax val="1"/>
          <dgm:chPref val="1"/>
        </dgm:presLayoutVars>
      </dgm:prSet>
      <dgm:spPr/>
    </dgm:pt>
    <dgm:pt modelId="{EDF6A496-44F9-44FA-A5EE-9F240D574C1F}" type="pres">
      <dgm:prSet presAssocID="{D80F3FBA-615A-4A91-9547-9A82C91AE231}" presName="sibTrans" presStyleLbl="sibTrans2D1" presStyleIdx="0" presStyleCnt="0"/>
      <dgm:spPr/>
    </dgm:pt>
    <dgm:pt modelId="{BE8E4B5F-24F1-43C0-BA7F-82B021D7F283}" type="pres">
      <dgm:prSet presAssocID="{FEBD886C-19F2-4DBB-BAC2-90E411C137C5}" presName="compNode" presStyleCnt="0"/>
      <dgm:spPr/>
    </dgm:pt>
    <dgm:pt modelId="{65DC0CD4-E856-4712-BF2F-D1CD2937FF0B}" type="pres">
      <dgm:prSet presAssocID="{FEBD886C-19F2-4DBB-BAC2-90E411C137C5}" presName="iconBgRect" presStyleLbl="bgShp" presStyleIdx="3" presStyleCnt="4"/>
      <dgm:spPr/>
    </dgm:pt>
    <dgm:pt modelId="{69733F9C-EC4A-417D-9902-43FF54BD405E}" type="pres">
      <dgm:prSet presAssocID="{FEBD886C-19F2-4DBB-BAC2-90E411C137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6C103D5-D656-499F-A55A-F768D15964FC}" type="pres">
      <dgm:prSet presAssocID="{FEBD886C-19F2-4DBB-BAC2-90E411C137C5}" presName="spaceRect" presStyleCnt="0"/>
      <dgm:spPr/>
    </dgm:pt>
    <dgm:pt modelId="{0E385611-383B-4F68-AC9C-E98FBFCFFAD1}" type="pres">
      <dgm:prSet presAssocID="{FEBD886C-19F2-4DBB-BAC2-90E411C137C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5D5200A-6097-41ED-8619-C015BA6BF2F0}" type="presOf" srcId="{1455D1B9-4919-4F02-B805-FC96E0203895}" destId="{B3A71BF8-2238-43E0-9CA2-1E5055DF715F}" srcOrd="0" destOrd="0" presId="urn:microsoft.com/office/officeart/2018/2/layout/IconCircleList"/>
    <dgm:cxn modelId="{AFE5AD13-C376-49A7-9BCC-9BF908CCC809}" srcId="{1455D1B9-4919-4F02-B805-FC96E0203895}" destId="{91DB92CF-D3D9-4D69-887B-4F95E88BE87E}" srcOrd="2" destOrd="0" parTransId="{C69977F5-FE4F-47B3-9B8E-FE199DB96667}" sibTransId="{D80F3FBA-615A-4A91-9547-9A82C91AE231}"/>
    <dgm:cxn modelId="{0E701C30-C97E-4C13-8CB9-53B90310E30D}" type="presOf" srcId="{FEBD886C-19F2-4DBB-BAC2-90E411C137C5}" destId="{0E385611-383B-4F68-AC9C-E98FBFCFFAD1}" srcOrd="0" destOrd="0" presId="urn:microsoft.com/office/officeart/2018/2/layout/IconCircleList"/>
    <dgm:cxn modelId="{8C4B253E-F352-4BB5-A649-6C3A7346E169}" type="presOf" srcId="{51181A5D-807E-45D1-8D6F-0787D490B6C8}" destId="{3A58C967-048D-478B-9DB8-67DFECAEDF7D}" srcOrd="0" destOrd="0" presId="urn:microsoft.com/office/officeart/2018/2/layout/IconCircleList"/>
    <dgm:cxn modelId="{92B9CD62-8074-4555-BAE7-9B6CD4340ED5}" srcId="{1455D1B9-4919-4F02-B805-FC96E0203895}" destId="{07E456DA-EAFF-436F-94E4-923B9B818DF9}" srcOrd="0" destOrd="0" parTransId="{5A0C82B3-3FB4-4DD5-9022-D07304B9417F}" sibTransId="{51181A5D-807E-45D1-8D6F-0787D490B6C8}"/>
    <dgm:cxn modelId="{9AC8794C-3D8C-4FB7-9603-DB2B6DEA9CA1}" type="presOf" srcId="{362D080E-6392-4BD1-BCF2-37F1384A93D3}" destId="{56148B15-D112-483E-A720-38B0F109C134}" srcOrd="0" destOrd="0" presId="urn:microsoft.com/office/officeart/2018/2/layout/IconCircleList"/>
    <dgm:cxn modelId="{F5B9E270-0824-4F4E-A3BB-2AD629EE3189}" srcId="{1455D1B9-4919-4F02-B805-FC96E0203895}" destId="{362D080E-6392-4BD1-BCF2-37F1384A93D3}" srcOrd="1" destOrd="0" parTransId="{A82E334C-A3BC-4F5A-89BE-A286239DA203}" sibTransId="{1E4F84C5-AAB3-4FFA-A10C-0E4AAE47715A}"/>
    <dgm:cxn modelId="{60478C97-5C37-4FB5-B443-7CF78DD46ECD}" type="presOf" srcId="{91DB92CF-D3D9-4D69-887B-4F95E88BE87E}" destId="{64D34A06-4D8A-4FDD-A66E-22BD959FFE9B}" srcOrd="0" destOrd="0" presId="urn:microsoft.com/office/officeart/2018/2/layout/IconCircleList"/>
    <dgm:cxn modelId="{9878C098-282D-4517-AA1C-A1A754D0AAB6}" srcId="{1455D1B9-4919-4F02-B805-FC96E0203895}" destId="{FEBD886C-19F2-4DBB-BAC2-90E411C137C5}" srcOrd="3" destOrd="0" parTransId="{C516275F-C819-4548-A9A1-BF48461E6D68}" sibTransId="{59C2E65C-A370-475E-8598-DB898B48ADD9}"/>
    <dgm:cxn modelId="{CCC70AA7-1F3D-4170-9A5F-1E7A32E81D25}" type="presOf" srcId="{D80F3FBA-615A-4A91-9547-9A82C91AE231}" destId="{EDF6A496-44F9-44FA-A5EE-9F240D574C1F}" srcOrd="0" destOrd="0" presId="urn:microsoft.com/office/officeart/2018/2/layout/IconCircleList"/>
    <dgm:cxn modelId="{F006F3CA-37CB-45F8-9FD7-9C8669291CC3}" type="presOf" srcId="{1E4F84C5-AAB3-4FFA-A10C-0E4AAE47715A}" destId="{3B53FD44-2022-450F-92AE-9B7425B3931B}" srcOrd="0" destOrd="0" presId="urn:microsoft.com/office/officeart/2018/2/layout/IconCircleList"/>
    <dgm:cxn modelId="{59C6EFFB-4577-48AB-ABA8-D42A2C03FEBD}" type="presOf" srcId="{07E456DA-EAFF-436F-94E4-923B9B818DF9}" destId="{99A14E18-6A1E-45E5-B51E-E16D364BBD98}" srcOrd="0" destOrd="0" presId="urn:microsoft.com/office/officeart/2018/2/layout/IconCircleList"/>
    <dgm:cxn modelId="{BCD2FEB8-296A-43BE-8EC0-5AFB61AD2C4D}" type="presParOf" srcId="{B3A71BF8-2238-43E0-9CA2-1E5055DF715F}" destId="{4763F17B-8CF2-4E1C-8599-0F42F308C8A4}" srcOrd="0" destOrd="0" presId="urn:microsoft.com/office/officeart/2018/2/layout/IconCircleList"/>
    <dgm:cxn modelId="{E1D85B4E-1326-43AD-BB0F-C2ED49B6C8F5}" type="presParOf" srcId="{4763F17B-8CF2-4E1C-8599-0F42F308C8A4}" destId="{7CBE55AF-42F1-4A4A-B667-27FD07821ED5}" srcOrd="0" destOrd="0" presId="urn:microsoft.com/office/officeart/2018/2/layout/IconCircleList"/>
    <dgm:cxn modelId="{51C988AE-AEF9-4AB3-BE88-F12CEB8D0CC4}" type="presParOf" srcId="{7CBE55AF-42F1-4A4A-B667-27FD07821ED5}" destId="{64695719-D77B-4E5F-B325-37E1736890DF}" srcOrd="0" destOrd="0" presId="urn:microsoft.com/office/officeart/2018/2/layout/IconCircleList"/>
    <dgm:cxn modelId="{D3034778-FDB4-4F81-8CA7-FA0C27C38945}" type="presParOf" srcId="{7CBE55AF-42F1-4A4A-B667-27FD07821ED5}" destId="{9B4786B3-7296-4697-8110-65431C0A6009}" srcOrd="1" destOrd="0" presId="urn:microsoft.com/office/officeart/2018/2/layout/IconCircleList"/>
    <dgm:cxn modelId="{93BB1C04-07A1-4E45-B673-826C5EC59D7A}" type="presParOf" srcId="{7CBE55AF-42F1-4A4A-B667-27FD07821ED5}" destId="{566F9CF0-C4B3-46D0-A8B1-D2D077D7AE87}" srcOrd="2" destOrd="0" presId="urn:microsoft.com/office/officeart/2018/2/layout/IconCircleList"/>
    <dgm:cxn modelId="{42A6BC7E-7B04-464E-85FF-A47A539D7125}" type="presParOf" srcId="{7CBE55AF-42F1-4A4A-B667-27FD07821ED5}" destId="{99A14E18-6A1E-45E5-B51E-E16D364BBD98}" srcOrd="3" destOrd="0" presId="urn:microsoft.com/office/officeart/2018/2/layout/IconCircleList"/>
    <dgm:cxn modelId="{2E34D4DA-9E97-463A-BCC4-BA5FDB008C09}" type="presParOf" srcId="{4763F17B-8CF2-4E1C-8599-0F42F308C8A4}" destId="{3A58C967-048D-478B-9DB8-67DFECAEDF7D}" srcOrd="1" destOrd="0" presId="urn:microsoft.com/office/officeart/2018/2/layout/IconCircleList"/>
    <dgm:cxn modelId="{93C161E6-5078-439B-A860-4AE4C58D9872}" type="presParOf" srcId="{4763F17B-8CF2-4E1C-8599-0F42F308C8A4}" destId="{09BC55D9-6E53-4496-9661-6C6377751F65}" srcOrd="2" destOrd="0" presId="urn:microsoft.com/office/officeart/2018/2/layout/IconCircleList"/>
    <dgm:cxn modelId="{64DF8152-3013-4B1B-914F-DB8F2DD84DF4}" type="presParOf" srcId="{09BC55D9-6E53-4496-9661-6C6377751F65}" destId="{57339741-4884-4E47-8DA5-3EB5481D95E0}" srcOrd="0" destOrd="0" presId="urn:microsoft.com/office/officeart/2018/2/layout/IconCircleList"/>
    <dgm:cxn modelId="{341D5474-C4D7-4013-BE82-4BB0C635E16E}" type="presParOf" srcId="{09BC55D9-6E53-4496-9661-6C6377751F65}" destId="{71764C3E-6288-46E4-8F2F-EF86B122E943}" srcOrd="1" destOrd="0" presId="urn:microsoft.com/office/officeart/2018/2/layout/IconCircleList"/>
    <dgm:cxn modelId="{9CF4A15B-35EB-498B-A018-070F287CA7AD}" type="presParOf" srcId="{09BC55D9-6E53-4496-9661-6C6377751F65}" destId="{B562EB81-4339-46AD-80D3-F05211740C12}" srcOrd="2" destOrd="0" presId="urn:microsoft.com/office/officeart/2018/2/layout/IconCircleList"/>
    <dgm:cxn modelId="{62E0B1EA-3271-4794-A15E-764F1074AC40}" type="presParOf" srcId="{09BC55D9-6E53-4496-9661-6C6377751F65}" destId="{56148B15-D112-483E-A720-38B0F109C134}" srcOrd="3" destOrd="0" presId="urn:microsoft.com/office/officeart/2018/2/layout/IconCircleList"/>
    <dgm:cxn modelId="{80E07733-F895-47AD-BE2B-FE845E9406E2}" type="presParOf" srcId="{4763F17B-8CF2-4E1C-8599-0F42F308C8A4}" destId="{3B53FD44-2022-450F-92AE-9B7425B3931B}" srcOrd="3" destOrd="0" presId="urn:microsoft.com/office/officeart/2018/2/layout/IconCircleList"/>
    <dgm:cxn modelId="{7379C40E-7382-4B66-A5C7-F2914D5BE7B9}" type="presParOf" srcId="{4763F17B-8CF2-4E1C-8599-0F42F308C8A4}" destId="{1CE9DD23-1846-4EA9-831C-FC6792AB9B6F}" srcOrd="4" destOrd="0" presId="urn:microsoft.com/office/officeart/2018/2/layout/IconCircleList"/>
    <dgm:cxn modelId="{0D1109F2-BF14-41CB-871B-C4D8260E1D82}" type="presParOf" srcId="{1CE9DD23-1846-4EA9-831C-FC6792AB9B6F}" destId="{10925D4E-3DD3-4007-9AB5-7948441BE308}" srcOrd="0" destOrd="0" presId="urn:microsoft.com/office/officeart/2018/2/layout/IconCircleList"/>
    <dgm:cxn modelId="{D8DF8681-B375-4DA7-A173-E3233FC414D1}" type="presParOf" srcId="{1CE9DD23-1846-4EA9-831C-FC6792AB9B6F}" destId="{09A11E26-913D-4C61-BEED-47E8580763F7}" srcOrd="1" destOrd="0" presId="urn:microsoft.com/office/officeart/2018/2/layout/IconCircleList"/>
    <dgm:cxn modelId="{CA44E629-0B17-44AB-900D-8AEFA2B93D5C}" type="presParOf" srcId="{1CE9DD23-1846-4EA9-831C-FC6792AB9B6F}" destId="{CB7CB44B-06D2-4E4E-8A78-04AFBF9FD5C5}" srcOrd="2" destOrd="0" presId="urn:microsoft.com/office/officeart/2018/2/layout/IconCircleList"/>
    <dgm:cxn modelId="{171C91C6-76F7-4428-B55E-AA17F2B9C7C5}" type="presParOf" srcId="{1CE9DD23-1846-4EA9-831C-FC6792AB9B6F}" destId="{64D34A06-4D8A-4FDD-A66E-22BD959FFE9B}" srcOrd="3" destOrd="0" presId="urn:microsoft.com/office/officeart/2018/2/layout/IconCircleList"/>
    <dgm:cxn modelId="{F1267F04-AAA2-49AC-A4E8-A90F3714CAA7}" type="presParOf" srcId="{4763F17B-8CF2-4E1C-8599-0F42F308C8A4}" destId="{EDF6A496-44F9-44FA-A5EE-9F240D574C1F}" srcOrd="5" destOrd="0" presId="urn:microsoft.com/office/officeart/2018/2/layout/IconCircleList"/>
    <dgm:cxn modelId="{DEC80807-0003-484C-8E7A-A830785E046C}" type="presParOf" srcId="{4763F17B-8CF2-4E1C-8599-0F42F308C8A4}" destId="{BE8E4B5F-24F1-43C0-BA7F-82B021D7F283}" srcOrd="6" destOrd="0" presId="urn:microsoft.com/office/officeart/2018/2/layout/IconCircleList"/>
    <dgm:cxn modelId="{9A29BC9A-51F0-40F1-8B8C-C9E5AA23006F}" type="presParOf" srcId="{BE8E4B5F-24F1-43C0-BA7F-82B021D7F283}" destId="{65DC0CD4-E856-4712-BF2F-D1CD2937FF0B}" srcOrd="0" destOrd="0" presId="urn:microsoft.com/office/officeart/2018/2/layout/IconCircleList"/>
    <dgm:cxn modelId="{FC2B5FDE-7EDE-4C5A-96D1-943CA12FB9D4}" type="presParOf" srcId="{BE8E4B5F-24F1-43C0-BA7F-82B021D7F283}" destId="{69733F9C-EC4A-417D-9902-43FF54BD405E}" srcOrd="1" destOrd="0" presId="urn:microsoft.com/office/officeart/2018/2/layout/IconCircleList"/>
    <dgm:cxn modelId="{E4F45B33-6ED4-4D8B-9360-008FDBBC6B9F}" type="presParOf" srcId="{BE8E4B5F-24F1-43C0-BA7F-82B021D7F283}" destId="{B6C103D5-D656-499F-A55A-F768D15964FC}" srcOrd="2" destOrd="0" presId="urn:microsoft.com/office/officeart/2018/2/layout/IconCircleList"/>
    <dgm:cxn modelId="{E2FA4F72-B040-44CE-84FF-0363765705F7}" type="presParOf" srcId="{BE8E4B5F-24F1-43C0-BA7F-82B021D7F283}" destId="{0E385611-383B-4F68-AC9C-E98FBFCFFAD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97F5C65-F7E2-481A-90F0-2E8192E8011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EBA83C-951B-4A97-9A75-60610C29CA38}">
      <dgm:prSet/>
      <dgm:spPr/>
      <dgm:t>
        <a:bodyPr/>
        <a:lstStyle/>
        <a:p>
          <a:r>
            <a:rPr lang="en-US" dirty="0"/>
            <a:t>Unauthorized access to user accounts</a:t>
          </a:r>
        </a:p>
      </dgm:t>
    </dgm:pt>
    <dgm:pt modelId="{21B80126-BA7B-463F-990E-DABE54DE4B5D}" type="parTrans" cxnId="{606B1C52-501F-43BB-B051-A8F267EA6DCB}">
      <dgm:prSet/>
      <dgm:spPr/>
      <dgm:t>
        <a:bodyPr/>
        <a:lstStyle/>
        <a:p>
          <a:endParaRPr lang="en-US"/>
        </a:p>
      </dgm:t>
    </dgm:pt>
    <dgm:pt modelId="{D85997AE-FAAC-46A7-95C3-D3CB4D1B26C1}" type="sibTrans" cxnId="{606B1C52-501F-43BB-B051-A8F267EA6DCB}">
      <dgm:prSet/>
      <dgm:spPr/>
      <dgm:t>
        <a:bodyPr/>
        <a:lstStyle/>
        <a:p>
          <a:endParaRPr lang="en-US"/>
        </a:p>
      </dgm:t>
    </dgm:pt>
    <dgm:pt modelId="{8FEA8D26-883B-492D-B14E-0AD289F055C0}">
      <dgm:prSet/>
      <dgm:spPr/>
      <dgm:t>
        <a:bodyPr/>
        <a:lstStyle/>
        <a:p>
          <a:r>
            <a:rPr lang="en-US" dirty="0"/>
            <a:t>Phishing, keylogging, credential stuffing (</a:t>
          </a:r>
          <a:r>
            <a:rPr lang="en-US" b="0" dirty="0"/>
            <a:t>automated cyberattack that inserts stolen usernames and passwords to achieve an account takeover (ATO)</a:t>
          </a:r>
          <a:endParaRPr lang="en-US" dirty="0"/>
        </a:p>
      </dgm:t>
    </dgm:pt>
    <dgm:pt modelId="{DDDF6957-8DE6-41A9-BB71-A742C8EB0285}" type="parTrans" cxnId="{9C04FDF3-2901-46A8-A915-57A9A9B76BB0}">
      <dgm:prSet/>
      <dgm:spPr/>
      <dgm:t>
        <a:bodyPr/>
        <a:lstStyle/>
        <a:p>
          <a:endParaRPr lang="en-US"/>
        </a:p>
      </dgm:t>
    </dgm:pt>
    <dgm:pt modelId="{F8AA9BBB-555C-4FFD-BF93-BBC069E3EC60}" type="sibTrans" cxnId="{9C04FDF3-2901-46A8-A915-57A9A9B76BB0}">
      <dgm:prSet/>
      <dgm:spPr/>
      <dgm:t>
        <a:bodyPr/>
        <a:lstStyle/>
        <a:p>
          <a:endParaRPr lang="en-US"/>
        </a:p>
      </dgm:t>
    </dgm:pt>
    <dgm:pt modelId="{A56811D9-F00C-4E19-81BE-FFE9E0A21894}">
      <dgm:prSet/>
      <dgm:spPr/>
      <dgm:t>
        <a:bodyPr/>
        <a:lstStyle/>
        <a:p>
          <a:r>
            <a:rPr lang="en-US" dirty="0"/>
            <a:t>Data theft, financial fraud, service abuse risks</a:t>
          </a:r>
        </a:p>
      </dgm:t>
    </dgm:pt>
    <dgm:pt modelId="{FF72984E-376B-43CC-A31A-1CA8F0179084}" type="parTrans" cxnId="{35F21C31-4532-4FC0-86F5-CDB037622EA5}">
      <dgm:prSet/>
      <dgm:spPr/>
      <dgm:t>
        <a:bodyPr/>
        <a:lstStyle/>
        <a:p>
          <a:endParaRPr lang="en-US"/>
        </a:p>
      </dgm:t>
    </dgm:pt>
    <dgm:pt modelId="{C75BD14F-8745-43BB-895F-B1B82238BE35}" type="sibTrans" cxnId="{35F21C31-4532-4FC0-86F5-CDB037622EA5}">
      <dgm:prSet/>
      <dgm:spPr/>
      <dgm:t>
        <a:bodyPr/>
        <a:lstStyle/>
        <a:p>
          <a:endParaRPr lang="en-US"/>
        </a:p>
      </dgm:t>
    </dgm:pt>
    <dgm:pt modelId="{17864CFB-F4A2-43C8-A577-845661D3D7DF}">
      <dgm:prSet/>
      <dgm:spPr/>
      <dgm:t>
        <a:bodyPr/>
        <a:lstStyle/>
        <a:p>
          <a:r>
            <a:rPr lang="en-US"/>
            <a:t>Prevention: Strong authentication, user education, monitoring</a:t>
          </a:r>
        </a:p>
      </dgm:t>
    </dgm:pt>
    <dgm:pt modelId="{5161DE97-2CDB-47E4-813B-6528DABDA44C}" type="parTrans" cxnId="{4DCE4111-EA0C-4991-8BAE-6B01BA6370F1}">
      <dgm:prSet/>
      <dgm:spPr/>
      <dgm:t>
        <a:bodyPr/>
        <a:lstStyle/>
        <a:p>
          <a:endParaRPr lang="en-US"/>
        </a:p>
      </dgm:t>
    </dgm:pt>
    <dgm:pt modelId="{2B1EBF14-1B4B-4138-9E01-A82E47C9AE5A}" type="sibTrans" cxnId="{4DCE4111-EA0C-4991-8BAE-6B01BA6370F1}">
      <dgm:prSet/>
      <dgm:spPr/>
      <dgm:t>
        <a:bodyPr/>
        <a:lstStyle/>
        <a:p>
          <a:endParaRPr lang="en-US"/>
        </a:p>
      </dgm:t>
    </dgm:pt>
    <dgm:pt modelId="{1BA3FB7C-65AC-44DC-856C-4729DE396756}" type="pres">
      <dgm:prSet presAssocID="{897F5C65-F7E2-481A-90F0-2E8192E80119}" presName="linear" presStyleCnt="0">
        <dgm:presLayoutVars>
          <dgm:animLvl val="lvl"/>
          <dgm:resizeHandles val="exact"/>
        </dgm:presLayoutVars>
      </dgm:prSet>
      <dgm:spPr/>
    </dgm:pt>
    <dgm:pt modelId="{7374BA83-169D-47DB-9C87-7C5720123140}" type="pres">
      <dgm:prSet presAssocID="{C7EBA83C-951B-4A97-9A75-60610C29CA3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040EB6-D4A6-4D50-A03B-767CA3EC3062}" type="pres">
      <dgm:prSet presAssocID="{D85997AE-FAAC-46A7-95C3-D3CB4D1B26C1}" presName="spacer" presStyleCnt="0"/>
      <dgm:spPr/>
    </dgm:pt>
    <dgm:pt modelId="{1881ECCF-634E-4254-9B91-429359ACADB6}" type="pres">
      <dgm:prSet presAssocID="{8FEA8D26-883B-492D-B14E-0AD289F055C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0793157-605D-4B23-8848-1D741A8C719C}" type="pres">
      <dgm:prSet presAssocID="{F8AA9BBB-555C-4FFD-BF93-BBC069E3EC60}" presName="spacer" presStyleCnt="0"/>
      <dgm:spPr/>
    </dgm:pt>
    <dgm:pt modelId="{61D6D9AD-5386-44A7-BF9C-51D06CC7CA96}" type="pres">
      <dgm:prSet presAssocID="{A56811D9-F00C-4E19-81BE-FFE9E0A218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9757FA-8C27-494E-ADC5-AEABAA57485F}" type="pres">
      <dgm:prSet presAssocID="{C75BD14F-8745-43BB-895F-B1B82238BE35}" presName="spacer" presStyleCnt="0"/>
      <dgm:spPr/>
    </dgm:pt>
    <dgm:pt modelId="{2D7145E6-1DEE-4322-84CC-CA24805B5D75}" type="pres">
      <dgm:prSet presAssocID="{17864CFB-F4A2-43C8-A577-845661D3D7D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CE4111-EA0C-4991-8BAE-6B01BA6370F1}" srcId="{897F5C65-F7E2-481A-90F0-2E8192E80119}" destId="{17864CFB-F4A2-43C8-A577-845661D3D7DF}" srcOrd="3" destOrd="0" parTransId="{5161DE97-2CDB-47E4-813B-6528DABDA44C}" sibTransId="{2B1EBF14-1B4B-4138-9E01-A82E47C9AE5A}"/>
    <dgm:cxn modelId="{1C920520-6850-49BB-8AEF-4E1A001FC146}" type="presOf" srcId="{C7EBA83C-951B-4A97-9A75-60610C29CA38}" destId="{7374BA83-169D-47DB-9C87-7C5720123140}" srcOrd="0" destOrd="0" presId="urn:microsoft.com/office/officeart/2005/8/layout/vList2"/>
    <dgm:cxn modelId="{35F21C31-4532-4FC0-86F5-CDB037622EA5}" srcId="{897F5C65-F7E2-481A-90F0-2E8192E80119}" destId="{A56811D9-F00C-4E19-81BE-FFE9E0A21894}" srcOrd="2" destOrd="0" parTransId="{FF72984E-376B-43CC-A31A-1CA8F0179084}" sibTransId="{C75BD14F-8745-43BB-895F-B1B82238BE35}"/>
    <dgm:cxn modelId="{801C3741-31CA-48E9-B550-B924C008A1AA}" type="presOf" srcId="{897F5C65-F7E2-481A-90F0-2E8192E80119}" destId="{1BA3FB7C-65AC-44DC-856C-4729DE396756}" srcOrd="0" destOrd="0" presId="urn:microsoft.com/office/officeart/2005/8/layout/vList2"/>
    <dgm:cxn modelId="{8B97224A-6941-4E64-B9E6-AD031471B470}" type="presOf" srcId="{A56811D9-F00C-4E19-81BE-FFE9E0A21894}" destId="{61D6D9AD-5386-44A7-BF9C-51D06CC7CA96}" srcOrd="0" destOrd="0" presId="urn:microsoft.com/office/officeart/2005/8/layout/vList2"/>
    <dgm:cxn modelId="{606B1C52-501F-43BB-B051-A8F267EA6DCB}" srcId="{897F5C65-F7E2-481A-90F0-2E8192E80119}" destId="{C7EBA83C-951B-4A97-9A75-60610C29CA38}" srcOrd="0" destOrd="0" parTransId="{21B80126-BA7B-463F-990E-DABE54DE4B5D}" sibTransId="{D85997AE-FAAC-46A7-95C3-D3CB4D1B26C1}"/>
    <dgm:cxn modelId="{91698479-D36E-477C-8BDE-DA0260CB830D}" type="presOf" srcId="{17864CFB-F4A2-43C8-A577-845661D3D7DF}" destId="{2D7145E6-1DEE-4322-84CC-CA24805B5D75}" srcOrd="0" destOrd="0" presId="urn:microsoft.com/office/officeart/2005/8/layout/vList2"/>
    <dgm:cxn modelId="{E190D5B7-0478-49E0-8A4A-15F9E598B461}" type="presOf" srcId="{8FEA8D26-883B-492D-B14E-0AD289F055C0}" destId="{1881ECCF-634E-4254-9B91-429359ACADB6}" srcOrd="0" destOrd="0" presId="urn:microsoft.com/office/officeart/2005/8/layout/vList2"/>
    <dgm:cxn modelId="{9C04FDF3-2901-46A8-A915-57A9A9B76BB0}" srcId="{897F5C65-F7E2-481A-90F0-2E8192E80119}" destId="{8FEA8D26-883B-492D-B14E-0AD289F055C0}" srcOrd="1" destOrd="0" parTransId="{DDDF6957-8DE6-41A9-BB71-A742C8EB0285}" sibTransId="{F8AA9BBB-555C-4FFD-BF93-BBC069E3EC60}"/>
    <dgm:cxn modelId="{45AD770D-BAAF-4935-A9DA-DCA57CAC747A}" type="presParOf" srcId="{1BA3FB7C-65AC-44DC-856C-4729DE396756}" destId="{7374BA83-169D-47DB-9C87-7C5720123140}" srcOrd="0" destOrd="0" presId="urn:microsoft.com/office/officeart/2005/8/layout/vList2"/>
    <dgm:cxn modelId="{A884C902-5321-4603-A3AE-AAAFCC7F91CA}" type="presParOf" srcId="{1BA3FB7C-65AC-44DC-856C-4729DE396756}" destId="{C5040EB6-D4A6-4D50-A03B-767CA3EC3062}" srcOrd="1" destOrd="0" presId="urn:microsoft.com/office/officeart/2005/8/layout/vList2"/>
    <dgm:cxn modelId="{6BE84095-C677-4465-89BB-66470E913428}" type="presParOf" srcId="{1BA3FB7C-65AC-44DC-856C-4729DE396756}" destId="{1881ECCF-634E-4254-9B91-429359ACADB6}" srcOrd="2" destOrd="0" presId="urn:microsoft.com/office/officeart/2005/8/layout/vList2"/>
    <dgm:cxn modelId="{635686F9-80F6-4DA3-AA2D-1252B1DEF2F0}" type="presParOf" srcId="{1BA3FB7C-65AC-44DC-856C-4729DE396756}" destId="{F0793157-605D-4B23-8848-1D741A8C719C}" srcOrd="3" destOrd="0" presId="urn:microsoft.com/office/officeart/2005/8/layout/vList2"/>
    <dgm:cxn modelId="{BF664190-DC04-4E14-AE0D-6635F965119F}" type="presParOf" srcId="{1BA3FB7C-65AC-44DC-856C-4729DE396756}" destId="{61D6D9AD-5386-44A7-BF9C-51D06CC7CA96}" srcOrd="4" destOrd="0" presId="urn:microsoft.com/office/officeart/2005/8/layout/vList2"/>
    <dgm:cxn modelId="{15829DB8-54C7-4894-93D5-922B52A1DFA7}" type="presParOf" srcId="{1BA3FB7C-65AC-44DC-856C-4729DE396756}" destId="{7E9757FA-8C27-494E-ADC5-AEABAA57485F}" srcOrd="5" destOrd="0" presId="urn:microsoft.com/office/officeart/2005/8/layout/vList2"/>
    <dgm:cxn modelId="{A61015AE-3BBD-4602-A48C-00E39C0DDEBB}" type="presParOf" srcId="{1BA3FB7C-65AC-44DC-856C-4729DE396756}" destId="{2D7145E6-1DEE-4322-84CC-CA24805B5D7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FB7B271-05AC-4252-8DF5-7CFD912A6DF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647820A-BCB2-48BD-92A1-102080CB4DB2}">
      <dgm:prSet custT="1"/>
      <dgm:spPr/>
      <dgm:t>
        <a:bodyPr/>
        <a:lstStyle/>
        <a:p>
          <a:r>
            <a:rPr lang="en-US" sz="1400"/>
            <a:t>Multi-tenancy nature of cloud computing</a:t>
          </a:r>
        </a:p>
      </dgm:t>
    </dgm:pt>
    <dgm:pt modelId="{7528ECBC-0B5D-443B-9A97-DAF19BEB5C8F}" type="parTrans" cxnId="{C9911239-916B-450C-A3D5-F6679213E74D}">
      <dgm:prSet/>
      <dgm:spPr/>
      <dgm:t>
        <a:bodyPr/>
        <a:lstStyle/>
        <a:p>
          <a:endParaRPr lang="en-US" sz="1400"/>
        </a:p>
      </dgm:t>
    </dgm:pt>
    <dgm:pt modelId="{39E6E21E-54FE-4114-828D-D4972773CBC4}" type="sibTrans" cxnId="{C9911239-916B-450C-A3D5-F6679213E74D}">
      <dgm:prSet/>
      <dgm:spPr/>
      <dgm:t>
        <a:bodyPr/>
        <a:lstStyle/>
        <a:p>
          <a:endParaRPr lang="en-US" sz="1400"/>
        </a:p>
      </dgm:t>
    </dgm:pt>
    <dgm:pt modelId="{C12AE0D8-7250-4832-965B-C663EA90E348}">
      <dgm:prSet custT="1"/>
      <dgm:spPr/>
      <dgm:t>
        <a:bodyPr/>
        <a:lstStyle/>
        <a:p>
          <a:r>
            <a:rPr lang="en-US" sz="1400" dirty="0"/>
            <a:t>Risks: Exploitation of shared resources, side-channel attacks</a:t>
          </a:r>
        </a:p>
      </dgm:t>
    </dgm:pt>
    <dgm:pt modelId="{05A96BBF-D15A-421B-A9EC-7C5A323B9F90}" type="parTrans" cxnId="{A86BF28B-9230-4241-907F-9F0F3C12E76B}">
      <dgm:prSet/>
      <dgm:spPr/>
      <dgm:t>
        <a:bodyPr/>
        <a:lstStyle/>
        <a:p>
          <a:endParaRPr lang="en-US" sz="1400"/>
        </a:p>
      </dgm:t>
    </dgm:pt>
    <dgm:pt modelId="{8EFCABE3-EEC8-46A3-89E7-E6C4FC4A5498}" type="sibTrans" cxnId="{A86BF28B-9230-4241-907F-9F0F3C12E76B}">
      <dgm:prSet/>
      <dgm:spPr/>
      <dgm:t>
        <a:bodyPr/>
        <a:lstStyle/>
        <a:p>
          <a:endParaRPr lang="en-US" sz="1400"/>
        </a:p>
      </dgm:t>
    </dgm:pt>
    <dgm:pt modelId="{5EA3A9A5-2272-4836-B7CF-F54CEC878B05}">
      <dgm:prSet custT="1"/>
      <dgm:spPr/>
      <dgm:t>
        <a:bodyPr/>
        <a:lstStyle/>
        <a:p>
          <a:r>
            <a:rPr lang="en-US" sz="1400" dirty="0"/>
            <a:t>Examples: Meltdown and </a:t>
          </a:r>
          <a:r>
            <a:rPr lang="en-US" sz="1400" dirty="0" err="1"/>
            <a:t>Spectre</a:t>
          </a:r>
          <a:r>
            <a:rPr lang="en-US" sz="1400" dirty="0"/>
            <a:t> vulnerabilities (</a:t>
          </a:r>
          <a:r>
            <a:rPr lang="en-US" sz="1400" b="0" i="0" dirty="0"/>
            <a:t>Meltdown breaks isolation between apps and the OS, while </a:t>
          </a:r>
          <a:r>
            <a:rPr lang="en-US" sz="1400" b="0" i="0" dirty="0" err="1"/>
            <a:t>Spectre</a:t>
          </a:r>
          <a:r>
            <a:rPr lang="en-US" sz="1400" b="0" i="0" dirty="0"/>
            <a:t> breaks isolation between apps)</a:t>
          </a:r>
          <a:endParaRPr lang="en-US" sz="1400" dirty="0"/>
        </a:p>
      </dgm:t>
    </dgm:pt>
    <dgm:pt modelId="{8983A99F-ECBF-433E-AD25-10F14D001247}" type="parTrans" cxnId="{ED3A0B8D-2422-44E5-95B0-11D1848A7301}">
      <dgm:prSet/>
      <dgm:spPr/>
      <dgm:t>
        <a:bodyPr/>
        <a:lstStyle/>
        <a:p>
          <a:endParaRPr lang="en-US" sz="1400"/>
        </a:p>
      </dgm:t>
    </dgm:pt>
    <dgm:pt modelId="{8A32F69C-6E82-41BD-A4F5-B6872BE61D1F}" type="sibTrans" cxnId="{ED3A0B8D-2422-44E5-95B0-11D1848A7301}">
      <dgm:prSet/>
      <dgm:spPr/>
      <dgm:t>
        <a:bodyPr/>
        <a:lstStyle/>
        <a:p>
          <a:endParaRPr lang="en-US" sz="1400"/>
        </a:p>
      </dgm:t>
    </dgm:pt>
    <dgm:pt modelId="{09B0EEB6-D7B4-4C60-97E1-5B292391ABDB}">
      <dgm:prSet custT="1"/>
      <dgm:spPr/>
      <dgm:t>
        <a:bodyPr/>
        <a:lstStyle/>
        <a:p>
          <a:r>
            <a:rPr lang="en-US" sz="1400"/>
            <a:t>Mitigation: Regular patching, isolation techniques, monitoring</a:t>
          </a:r>
        </a:p>
      </dgm:t>
    </dgm:pt>
    <dgm:pt modelId="{254BAF40-671D-4CEB-9122-6FD9B9B0FC30}" type="parTrans" cxnId="{A4E4B8D3-66AB-4BB1-A2FC-880A5DBDFA11}">
      <dgm:prSet/>
      <dgm:spPr/>
      <dgm:t>
        <a:bodyPr/>
        <a:lstStyle/>
        <a:p>
          <a:endParaRPr lang="en-US" sz="1400"/>
        </a:p>
      </dgm:t>
    </dgm:pt>
    <dgm:pt modelId="{6058AB91-BFBC-4491-ABCE-CA57D7ECA26A}" type="sibTrans" cxnId="{A4E4B8D3-66AB-4BB1-A2FC-880A5DBDFA11}">
      <dgm:prSet/>
      <dgm:spPr/>
      <dgm:t>
        <a:bodyPr/>
        <a:lstStyle/>
        <a:p>
          <a:endParaRPr lang="en-US" sz="1400"/>
        </a:p>
      </dgm:t>
    </dgm:pt>
    <dgm:pt modelId="{0E855CFF-DA68-44A4-B46E-3F1090D61D82}" type="pres">
      <dgm:prSet presAssocID="{EFB7B271-05AC-4252-8DF5-7CFD912A6DF2}" presName="root" presStyleCnt="0">
        <dgm:presLayoutVars>
          <dgm:dir/>
          <dgm:resizeHandles val="exact"/>
        </dgm:presLayoutVars>
      </dgm:prSet>
      <dgm:spPr/>
    </dgm:pt>
    <dgm:pt modelId="{539456CF-55A7-4DE7-BDE1-A0321F567E01}" type="pres">
      <dgm:prSet presAssocID="{5647820A-BCB2-48BD-92A1-102080CB4DB2}" presName="compNode" presStyleCnt="0"/>
      <dgm:spPr/>
    </dgm:pt>
    <dgm:pt modelId="{7C009859-7421-47E6-97D7-E0651241EC90}" type="pres">
      <dgm:prSet presAssocID="{5647820A-BCB2-48BD-92A1-102080CB4DB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3DD9B11-829D-464C-AD8B-757621DCF6AE}" type="pres">
      <dgm:prSet presAssocID="{5647820A-BCB2-48BD-92A1-102080CB4DB2}" presName="spaceRect" presStyleCnt="0"/>
      <dgm:spPr/>
    </dgm:pt>
    <dgm:pt modelId="{4BDCBD81-E039-4D47-B03B-CF13839C9C6E}" type="pres">
      <dgm:prSet presAssocID="{5647820A-BCB2-48BD-92A1-102080CB4DB2}" presName="textRect" presStyleLbl="revTx" presStyleIdx="0" presStyleCnt="4">
        <dgm:presLayoutVars>
          <dgm:chMax val="1"/>
          <dgm:chPref val="1"/>
        </dgm:presLayoutVars>
      </dgm:prSet>
      <dgm:spPr/>
    </dgm:pt>
    <dgm:pt modelId="{E78E3ABA-4047-4BB8-B6B7-26C9BC6EC750}" type="pres">
      <dgm:prSet presAssocID="{39E6E21E-54FE-4114-828D-D4972773CBC4}" presName="sibTrans" presStyleCnt="0"/>
      <dgm:spPr/>
    </dgm:pt>
    <dgm:pt modelId="{AD4DBF4B-5755-48FF-A4F4-5CDC884BD870}" type="pres">
      <dgm:prSet presAssocID="{C12AE0D8-7250-4832-965B-C663EA90E348}" presName="compNode" presStyleCnt="0"/>
      <dgm:spPr/>
    </dgm:pt>
    <dgm:pt modelId="{EBC07E25-1466-4401-AAAD-0AAC20E18CC7}" type="pres">
      <dgm:prSet presAssocID="{C12AE0D8-7250-4832-965B-C663EA90E34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tecting Hand"/>
        </a:ext>
      </dgm:extLst>
    </dgm:pt>
    <dgm:pt modelId="{27BCD4B7-B652-46FB-9187-9A3F2F6B8955}" type="pres">
      <dgm:prSet presAssocID="{C12AE0D8-7250-4832-965B-C663EA90E348}" presName="spaceRect" presStyleCnt="0"/>
      <dgm:spPr/>
    </dgm:pt>
    <dgm:pt modelId="{81A8F1D1-E63B-4EFA-8F01-4A6D772B2785}" type="pres">
      <dgm:prSet presAssocID="{C12AE0D8-7250-4832-965B-C663EA90E348}" presName="textRect" presStyleLbl="revTx" presStyleIdx="1" presStyleCnt="4">
        <dgm:presLayoutVars>
          <dgm:chMax val="1"/>
          <dgm:chPref val="1"/>
        </dgm:presLayoutVars>
      </dgm:prSet>
      <dgm:spPr/>
    </dgm:pt>
    <dgm:pt modelId="{85FA9C89-B4F4-4424-9266-9ED2DF6DA5A6}" type="pres">
      <dgm:prSet presAssocID="{8EFCABE3-EEC8-46A3-89E7-E6C4FC4A5498}" presName="sibTrans" presStyleCnt="0"/>
      <dgm:spPr/>
    </dgm:pt>
    <dgm:pt modelId="{00DBBF08-425A-4133-A4DE-6D8C130C6938}" type="pres">
      <dgm:prSet presAssocID="{5EA3A9A5-2272-4836-B7CF-F54CEC878B05}" presName="compNode" presStyleCnt="0"/>
      <dgm:spPr/>
    </dgm:pt>
    <dgm:pt modelId="{5C4CD1C4-F180-4412-822C-2FEA912D9CE6}" type="pres">
      <dgm:prSet presAssocID="{5EA3A9A5-2272-4836-B7CF-F54CEC878B0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62AA933-33A4-40CA-99E9-3988C4C3D167}" type="pres">
      <dgm:prSet presAssocID="{5EA3A9A5-2272-4836-B7CF-F54CEC878B05}" presName="spaceRect" presStyleCnt="0"/>
      <dgm:spPr/>
    </dgm:pt>
    <dgm:pt modelId="{34FAAF33-13A6-4095-A7D9-128D4F1C2152}" type="pres">
      <dgm:prSet presAssocID="{5EA3A9A5-2272-4836-B7CF-F54CEC878B05}" presName="textRect" presStyleLbl="revTx" presStyleIdx="2" presStyleCnt="4">
        <dgm:presLayoutVars>
          <dgm:chMax val="1"/>
          <dgm:chPref val="1"/>
        </dgm:presLayoutVars>
      </dgm:prSet>
      <dgm:spPr/>
    </dgm:pt>
    <dgm:pt modelId="{4B819C6D-6205-47B5-A66C-90C489DF6945}" type="pres">
      <dgm:prSet presAssocID="{8A32F69C-6E82-41BD-A4F5-B6872BE61D1F}" presName="sibTrans" presStyleCnt="0"/>
      <dgm:spPr/>
    </dgm:pt>
    <dgm:pt modelId="{E7E6625E-6538-43B4-B4B9-99546A7B9411}" type="pres">
      <dgm:prSet presAssocID="{09B0EEB6-D7B4-4C60-97E1-5B292391ABDB}" presName="compNode" presStyleCnt="0"/>
      <dgm:spPr/>
    </dgm:pt>
    <dgm:pt modelId="{70BEAA67-7CAF-4C6D-AFD3-5C6E394D08CF}" type="pres">
      <dgm:prSet presAssocID="{09B0EEB6-D7B4-4C60-97E1-5B292391ABD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14A78C6-80E6-4979-A664-F0338E3868F9}" type="pres">
      <dgm:prSet presAssocID="{09B0EEB6-D7B4-4C60-97E1-5B292391ABDB}" presName="spaceRect" presStyleCnt="0"/>
      <dgm:spPr/>
    </dgm:pt>
    <dgm:pt modelId="{9C0870B8-C74E-464A-833C-6425B6D77130}" type="pres">
      <dgm:prSet presAssocID="{09B0EEB6-D7B4-4C60-97E1-5B292391ABD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E742604-90D6-47EB-BE13-B9914F5F86E3}" type="presOf" srcId="{C12AE0D8-7250-4832-965B-C663EA90E348}" destId="{81A8F1D1-E63B-4EFA-8F01-4A6D772B2785}" srcOrd="0" destOrd="0" presId="urn:microsoft.com/office/officeart/2018/2/layout/IconLabelList"/>
    <dgm:cxn modelId="{C9911239-916B-450C-A3D5-F6679213E74D}" srcId="{EFB7B271-05AC-4252-8DF5-7CFD912A6DF2}" destId="{5647820A-BCB2-48BD-92A1-102080CB4DB2}" srcOrd="0" destOrd="0" parTransId="{7528ECBC-0B5D-443B-9A97-DAF19BEB5C8F}" sibTransId="{39E6E21E-54FE-4114-828D-D4972773CBC4}"/>
    <dgm:cxn modelId="{AEDD865D-CBC1-41C1-95DC-19E8032090D6}" type="presOf" srcId="{09B0EEB6-D7B4-4C60-97E1-5B292391ABDB}" destId="{9C0870B8-C74E-464A-833C-6425B6D77130}" srcOrd="0" destOrd="0" presId="urn:microsoft.com/office/officeart/2018/2/layout/IconLabelList"/>
    <dgm:cxn modelId="{A86BF28B-9230-4241-907F-9F0F3C12E76B}" srcId="{EFB7B271-05AC-4252-8DF5-7CFD912A6DF2}" destId="{C12AE0D8-7250-4832-965B-C663EA90E348}" srcOrd="1" destOrd="0" parTransId="{05A96BBF-D15A-421B-A9EC-7C5A323B9F90}" sibTransId="{8EFCABE3-EEC8-46A3-89E7-E6C4FC4A5498}"/>
    <dgm:cxn modelId="{ED3A0B8D-2422-44E5-95B0-11D1848A7301}" srcId="{EFB7B271-05AC-4252-8DF5-7CFD912A6DF2}" destId="{5EA3A9A5-2272-4836-B7CF-F54CEC878B05}" srcOrd="2" destOrd="0" parTransId="{8983A99F-ECBF-433E-AD25-10F14D001247}" sibTransId="{8A32F69C-6E82-41BD-A4F5-B6872BE61D1F}"/>
    <dgm:cxn modelId="{9899C1C3-BBC5-4158-B125-E0F6E17C3C47}" type="presOf" srcId="{5647820A-BCB2-48BD-92A1-102080CB4DB2}" destId="{4BDCBD81-E039-4D47-B03B-CF13839C9C6E}" srcOrd="0" destOrd="0" presId="urn:microsoft.com/office/officeart/2018/2/layout/IconLabelList"/>
    <dgm:cxn modelId="{685D40CB-D42D-453E-99AD-7CBFCAA8F9F4}" type="presOf" srcId="{EFB7B271-05AC-4252-8DF5-7CFD912A6DF2}" destId="{0E855CFF-DA68-44A4-B46E-3F1090D61D82}" srcOrd="0" destOrd="0" presId="urn:microsoft.com/office/officeart/2018/2/layout/IconLabelList"/>
    <dgm:cxn modelId="{A4E4B8D3-66AB-4BB1-A2FC-880A5DBDFA11}" srcId="{EFB7B271-05AC-4252-8DF5-7CFD912A6DF2}" destId="{09B0EEB6-D7B4-4C60-97E1-5B292391ABDB}" srcOrd="3" destOrd="0" parTransId="{254BAF40-671D-4CEB-9122-6FD9B9B0FC30}" sibTransId="{6058AB91-BFBC-4491-ABCE-CA57D7ECA26A}"/>
    <dgm:cxn modelId="{32C49DD4-0C9F-41B4-B2BB-6C6E0ACB2686}" type="presOf" srcId="{5EA3A9A5-2272-4836-B7CF-F54CEC878B05}" destId="{34FAAF33-13A6-4095-A7D9-128D4F1C2152}" srcOrd="0" destOrd="0" presId="urn:microsoft.com/office/officeart/2018/2/layout/IconLabelList"/>
    <dgm:cxn modelId="{2989BB96-691E-4C20-9F80-5B6935BC1650}" type="presParOf" srcId="{0E855CFF-DA68-44A4-B46E-3F1090D61D82}" destId="{539456CF-55A7-4DE7-BDE1-A0321F567E01}" srcOrd="0" destOrd="0" presId="urn:microsoft.com/office/officeart/2018/2/layout/IconLabelList"/>
    <dgm:cxn modelId="{F21C3C2B-D134-4123-A275-4BCA44BEDC79}" type="presParOf" srcId="{539456CF-55A7-4DE7-BDE1-A0321F567E01}" destId="{7C009859-7421-47E6-97D7-E0651241EC90}" srcOrd="0" destOrd="0" presId="urn:microsoft.com/office/officeart/2018/2/layout/IconLabelList"/>
    <dgm:cxn modelId="{7CA73DA2-3262-4363-A918-63323DCB5FEB}" type="presParOf" srcId="{539456CF-55A7-4DE7-BDE1-A0321F567E01}" destId="{03DD9B11-829D-464C-AD8B-757621DCF6AE}" srcOrd="1" destOrd="0" presId="urn:microsoft.com/office/officeart/2018/2/layout/IconLabelList"/>
    <dgm:cxn modelId="{517465B3-5288-4B6E-95A9-83658CE00ECE}" type="presParOf" srcId="{539456CF-55A7-4DE7-BDE1-A0321F567E01}" destId="{4BDCBD81-E039-4D47-B03B-CF13839C9C6E}" srcOrd="2" destOrd="0" presId="urn:microsoft.com/office/officeart/2018/2/layout/IconLabelList"/>
    <dgm:cxn modelId="{3F5A59B4-5C0C-4904-8590-95AAF7C5EB14}" type="presParOf" srcId="{0E855CFF-DA68-44A4-B46E-3F1090D61D82}" destId="{E78E3ABA-4047-4BB8-B6B7-26C9BC6EC750}" srcOrd="1" destOrd="0" presId="urn:microsoft.com/office/officeart/2018/2/layout/IconLabelList"/>
    <dgm:cxn modelId="{91133C3F-9CA7-421F-B3D1-DE104A8E5684}" type="presParOf" srcId="{0E855CFF-DA68-44A4-B46E-3F1090D61D82}" destId="{AD4DBF4B-5755-48FF-A4F4-5CDC884BD870}" srcOrd="2" destOrd="0" presId="urn:microsoft.com/office/officeart/2018/2/layout/IconLabelList"/>
    <dgm:cxn modelId="{B4D5DAAF-815E-4FD8-A7DB-E486944FE1F3}" type="presParOf" srcId="{AD4DBF4B-5755-48FF-A4F4-5CDC884BD870}" destId="{EBC07E25-1466-4401-AAAD-0AAC20E18CC7}" srcOrd="0" destOrd="0" presId="urn:microsoft.com/office/officeart/2018/2/layout/IconLabelList"/>
    <dgm:cxn modelId="{39CE0100-B3B0-4A8F-BB00-92EE244F8E96}" type="presParOf" srcId="{AD4DBF4B-5755-48FF-A4F4-5CDC884BD870}" destId="{27BCD4B7-B652-46FB-9187-9A3F2F6B8955}" srcOrd="1" destOrd="0" presId="urn:microsoft.com/office/officeart/2018/2/layout/IconLabelList"/>
    <dgm:cxn modelId="{D1E4FA76-D5EB-4635-8CB5-C53BAB2EBB15}" type="presParOf" srcId="{AD4DBF4B-5755-48FF-A4F4-5CDC884BD870}" destId="{81A8F1D1-E63B-4EFA-8F01-4A6D772B2785}" srcOrd="2" destOrd="0" presId="urn:microsoft.com/office/officeart/2018/2/layout/IconLabelList"/>
    <dgm:cxn modelId="{D9AF3A18-7791-4F77-B2C3-D1A330136765}" type="presParOf" srcId="{0E855CFF-DA68-44A4-B46E-3F1090D61D82}" destId="{85FA9C89-B4F4-4424-9266-9ED2DF6DA5A6}" srcOrd="3" destOrd="0" presId="urn:microsoft.com/office/officeart/2018/2/layout/IconLabelList"/>
    <dgm:cxn modelId="{CC44ADB2-7353-4870-8622-7696EDB4F08B}" type="presParOf" srcId="{0E855CFF-DA68-44A4-B46E-3F1090D61D82}" destId="{00DBBF08-425A-4133-A4DE-6D8C130C6938}" srcOrd="4" destOrd="0" presId="urn:microsoft.com/office/officeart/2018/2/layout/IconLabelList"/>
    <dgm:cxn modelId="{72299F8A-C6AE-45AE-B82D-0293E184780D}" type="presParOf" srcId="{00DBBF08-425A-4133-A4DE-6D8C130C6938}" destId="{5C4CD1C4-F180-4412-822C-2FEA912D9CE6}" srcOrd="0" destOrd="0" presId="urn:microsoft.com/office/officeart/2018/2/layout/IconLabelList"/>
    <dgm:cxn modelId="{893C280C-AB9C-4A8D-82FB-20BE9B59820A}" type="presParOf" srcId="{00DBBF08-425A-4133-A4DE-6D8C130C6938}" destId="{E62AA933-33A4-40CA-99E9-3988C4C3D167}" srcOrd="1" destOrd="0" presId="urn:microsoft.com/office/officeart/2018/2/layout/IconLabelList"/>
    <dgm:cxn modelId="{06E09EF3-61EB-4BD7-B5CC-E0831140D5BF}" type="presParOf" srcId="{00DBBF08-425A-4133-A4DE-6D8C130C6938}" destId="{34FAAF33-13A6-4095-A7D9-128D4F1C2152}" srcOrd="2" destOrd="0" presId="urn:microsoft.com/office/officeart/2018/2/layout/IconLabelList"/>
    <dgm:cxn modelId="{1C657609-5086-4859-B422-88035812AA37}" type="presParOf" srcId="{0E855CFF-DA68-44A4-B46E-3F1090D61D82}" destId="{4B819C6D-6205-47B5-A66C-90C489DF6945}" srcOrd="5" destOrd="0" presId="urn:microsoft.com/office/officeart/2018/2/layout/IconLabelList"/>
    <dgm:cxn modelId="{EF869EFB-0D73-414B-A1A3-0DFBDB3FA849}" type="presParOf" srcId="{0E855CFF-DA68-44A4-B46E-3F1090D61D82}" destId="{E7E6625E-6538-43B4-B4B9-99546A7B9411}" srcOrd="6" destOrd="0" presId="urn:microsoft.com/office/officeart/2018/2/layout/IconLabelList"/>
    <dgm:cxn modelId="{9B4EF0DC-B7F5-4A78-9ECE-07F608ADC2C7}" type="presParOf" srcId="{E7E6625E-6538-43B4-B4B9-99546A7B9411}" destId="{70BEAA67-7CAF-4C6D-AFD3-5C6E394D08CF}" srcOrd="0" destOrd="0" presId="urn:microsoft.com/office/officeart/2018/2/layout/IconLabelList"/>
    <dgm:cxn modelId="{50D0A28D-BFB4-430F-BD84-F59DBF46236A}" type="presParOf" srcId="{E7E6625E-6538-43B4-B4B9-99546A7B9411}" destId="{C14A78C6-80E6-4979-A664-F0338E3868F9}" srcOrd="1" destOrd="0" presId="urn:microsoft.com/office/officeart/2018/2/layout/IconLabelList"/>
    <dgm:cxn modelId="{A84E3130-9631-4492-8EFB-D9BD1E176A13}" type="presParOf" srcId="{E7E6625E-6538-43B4-B4B9-99546A7B9411}" destId="{9C0870B8-C74E-464A-833C-6425B6D7713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4009C43-576B-47C3-9458-B9D150912AD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3392CE0-D770-4A52-9EB2-4E6B609FB942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cap="none" dirty="0"/>
            <a:t>Due to Accidental Deletion, Physical Disasters, Malicious Attacks</a:t>
          </a:r>
        </a:p>
      </dgm:t>
    </dgm:pt>
    <dgm:pt modelId="{80C4EE84-686F-423D-AC14-032B1EDC42BC}" type="parTrans" cxnId="{58D51F2C-E4B7-4E67-BC56-64F543DB6D88}">
      <dgm:prSet/>
      <dgm:spPr/>
      <dgm:t>
        <a:bodyPr/>
        <a:lstStyle/>
        <a:p>
          <a:endParaRPr lang="en-US" sz="1600" dirty="0"/>
        </a:p>
      </dgm:t>
    </dgm:pt>
    <dgm:pt modelId="{ABC725A0-7177-45E9-86EE-E6F86E6A11AF}" type="sibTrans" cxnId="{58D51F2C-E4B7-4E67-BC56-64F543DB6D88}">
      <dgm:prSet/>
      <dgm:spPr/>
      <dgm:t>
        <a:bodyPr/>
        <a:lstStyle/>
        <a:p>
          <a:endParaRPr lang="en-US" sz="1600" dirty="0"/>
        </a:p>
      </dgm:t>
    </dgm:pt>
    <dgm:pt modelId="{2F0E8816-399A-4A22-B659-196F4479813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cap="none" dirty="0"/>
            <a:t>Business Disruption, Legal Issues, Financial Impact</a:t>
          </a:r>
        </a:p>
      </dgm:t>
    </dgm:pt>
    <dgm:pt modelId="{E0E314CE-D47F-4DE5-99EB-89CE746C6163}" type="parTrans" cxnId="{271BE059-44D6-470C-8345-8EB259F2D58C}">
      <dgm:prSet/>
      <dgm:spPr/>
      <dgm:t>
        <a:bodyPr/>
        <a:lstStyle/>
        <a:p>
          <a:endParaRPr lang="en-US" sz="1600" dirty="0"/>
        </a:p>
      </dgm:t>
    </dgm:pt>
    <dgm:pt modelId="{CB7340C0-AA36-43CF-8BB0-A5BDF6FD0452}" type="sibTrans" cxnId="{271BE059-44D6-470C-8345-8EB259F2D58C}">
      <dgm:prSet/>
      <dgm:spPr/>
      <dgm:t>
        <a:bodyPr/>
        <a:lstStyle/>
        <a:p>
          <a:endParaRPr lang="en-US" sz="1600" dirty="0"/>
        </a:p>
      </dgm:t>
    </dgm:pt>
    <dgm:pt modelId="{7E46EEEF-A683-400E-8A8C-DE1079609628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cap="none" dirty="0"/>
            <a:t>Prevention:</a:t>
          </a:r>
          <a:r>
            <a:rPr lang="en-US" sz="1600" cap="none" dirty="0"/>
            <a:t> Regular Backups, Data Redundancy, Disaster Recovery Planning</a:t>
          </a:r>
        </a:p>
      </dgm:t>
    </dgm:pt>
    <dgm:pt modelId="{FF9B339E-3594-4A73-B281-AF7F3E6C7E38}" type="parTrans" cxnId="{046F5DBB-3EFD-4531-9C8B-4CA422F5D666}">
      <dgm:prSet/>
      <dgm:spPr/>
      <dgm:t>
        <a:bodyPr/>
        <a:lstStyle/>
        <a:p>
          <a:endParaRPr lang="en-US" sz="1600" dirty="0"/>
        </a:p>
      </dgm:t>
    </dgm:pt>
    <dgm:pt modelId="{94DD85AF-F750-43E8-B91A-30FD731E8CD4}" type="sibTrans" cxnId="{046F5DBB-3EFD-4531-9C8B-4CA422F5D666}">
      <dgm:prSet/>
      <dgm:spPr/>
      <dgm:t>
        <a:bodyPr/>
        <a:lstStyle/>
        <a:p>
          <a:endParaRPr lang="en-US" sz="1600" dirty="0"/>
        </a:p>
      </dgm:t>
    </dgm:pt>
    <dgm:pt modelId="{604CC954-99D1-4C52-9C9E-5C3C6A52ED34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cap="none" dirty="0"/>
            <a:t>Myspace Data Loss (2019) affected 12 Years of User Content</a:t>
          </a:r>
        </a:p>
      </dgm:t>
    </dgm:pt>
    <dgm:pt modelId="{F5DE92EC-20C9-437A-8609-36F9DDCCD7BD}" type="parTrans" cxnId="{AF7764E8-02BA-4DA3-AD74-C6A047527FC6}">
      <dgm:prSet/>
      <dgm:spPr/>
      <dgm:t>
        <a:bodyPr/>
        <a:lstStyle/>
        <a:p>
          <a:endParaRPr lang="en-US" sz="1600" dirty="0"/>
        </a:p>
      </dgm:t>
    </dgm:pt>
    <dgm:pt modelId="{97EBE4EE-FDE7-4395-BA06-87CF02442C5A}" type="sibTrans" cxnId="{AF7764E8-02BA-4DA3-AD74-C6A047527FC6}">
      <dgm:prSet/>
      <dgm:spPr/>
      <dgm:t>
        <a:bodyPr/>
        <a:lstStyle/>
        <a:p>
          <a:endParaRPr lang="en-US" sz="1600" dirty="0"/>
        </a:p>
      </dgm:t>
    </dgm:pt>
    <dgm:pt modelId="{957FC775-8859-41E9-A5E0-058FBD01788E}" type="pres">
      <dgm:prSet presAssocID="{E4009C43-576B-47C3-9458-B9D150912ADF}" presName="root" presStyleCnt="0">
        <dgm:presLayoutVars>
          <dgm:dir/>
          <dgm:resizeHandles val="exact"/>
        </dgm:presLayoutVars>
      </dgm:prSet>
      <dgm:spPr/>
    </dgm:pt>
    <dgm:pt modelId="{E8F7FAA2-6F85-4A4E-BA19-4F39B0EC9E51}" type="pres">
      <dgm:prSet presAssocID="{E3392CE0-D770-4A52-9EB2-4E6B609FB942}" presName="compNode" presStyleCnt="0"/>
      <dgm:spPr/>
    </dgm:pt>
    <dgm:pt modelId="{5420236E-6271-4E09-9A94-5201CDE62DEE}" type="pres">
      <dgm:prSet presAssocID="{E3392CE0-D770-4A52-9EB2-4E6B609FB942}" presName="iconBgRect" presStyleLbl="bgShp" presStyleIdx="0" presStyleCnt="4"/>
      <dgm:spPr/>
    </dgm:pt>
    <dgm:pt modelId="{04E78DDD-CDA2-4150-AA61-162F96C09392}" type="pres">
      <dgm:prSet presAssocID="{E3392CE0-D770-4A52-9EB2-4E6B609FB94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A3C78C2B-2B1A-40C1-A00B-DAD12B1BDD27}" type="pres">
      <dgm:prSet presAssocID="{E3392CE0-D770-4A52-9EB2-4E6B609FB942}" presName="spaceRect" presStyleCnt="0"/>
      <dgm:spPr/>
    </dgm:pt>
    <dgm:pt modelId="{6417BAFA-DFCB-4006-9DCA-ABCCF44BE4D3}" type="pres">
      <dgm:prSet presAssocID="{E3392CE0-D770-4A52-9EB2-4E6B609FB942}" presName="textRect" presStyleLbl="revTx" presStyleIdx="0" presStyleCnt="4">
        <dgm:presLayoutVars>
          <dgm:chMax val="1"/>
          <dgm:chPref val="1"/>
        </dgm:presLayoutVars>
      </dgm:prSet>
      <dgm:spPr/>
    </dgm:pt>
    <dgm:pt modelId="{3BE68FFF-96BA-4B7C-9C2A-818DB8C061A5}" type="pres">
      <dgm:prSet presAssocID="{ABC725A0-7177-45E9-86EE-E6F86E6A11AF}" presName="sibTrans" presStyleCnt="0"/>
      <dgm:spPr/>
    </dgm:pt>
    <dgm:pt modelId="{FAAD9B5A-9A01-4B94-A5A6-33597DBC25FC}" type="pres">
      <dgm:prSet presAssocID="{2F0E8816-399A-4A22-B659-196F4479813A}" presName="compNode" presStyleCnt="0"/>
      <dgm:spPr/>
    </dgm:pt>
    <dgm:pt modelId="{CB8D2149-BEA5-4BB7-8831-E2D0D09B37B9}" type="pres">
      <dgm:prSet presAssocID="{2F0E8816-399A-4A22-B659-196F4479813A}" presName="iconBgRect" presStyleLbl="bgShp" presStyleIdx="1" presStyleCnt="4"/>
      <dgm:spPr/>
    </dgm:pt>
    <dgm:pt modelId="{0F3A765D-4A04-4F08-A33E-11B76846385A}" type="pres">
      <dgm:prSet presAssocID="{2F0E8816-399A-4A22-B659-196F4479813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5326F31D-A900-41D7-BB71-D78E6889D6EF}" type="pres">
      <dgm:prSet presAssocID="{2F0E8816-399A-4A22-B659-196F4479813A}" presName="spaceRect" presStyleCnt="0"/>
      <dgm:spPr/>
    </dgm:pt>
    <dgm:pt modelId="{3F62A150-D62A-4BF3-BCD0-ACCD03F06A45}" type="pres">
      <dgm:prSet presAssocID="{2F0E8816-399A-4A22-B659-196F4479813A}" presName="textRect" presStyleLbl="revTx" presStyleIdx="1" presStyleCnt="4">
        <dgm:presLayoutVars>
          <dgm:chMax val="1"/>
          <dgm:chPref val="1"/>
        </dgm:presLayoutVars>
      </dgm:prSet>
      <dgm:spPr/>
    </dgm:pt>
    <dgm:pt modelId="{1EBA7688-128E-49ED-A72D-29668FBD27B2}" type="pres">
      <dgm:prSet presAssocID="{CB7340C0-AA36-43CF-8BB0-A5BDF6FD0452}" presName="sibTrans" presStyleCnt="0"/>
      <dgm:spPr/>
    </dgm:pt>
    <dgm:pt modelId="{53AC8A09-81DD-45BD-AA6A-0258253ECA0C}" type="pres">
      <dgm:prSet presAssocID="{7E46EEEF-A683-400E-8A8C-DE1079609628}" presName="compNode" presStyleCnt="0"/>
      <dgm:spPr/>
    </dgm:pt>
    <dgm:pt modelId="{E4690DA9-6A3E-4B24-AA21-0D5476A31922}" type="pres">
      <dgm:prSet presAssocID="{7E46EEEF-A683-400E-8A8C-DE1079609628}" presName="iconBgRect" presStyleLbl="bgShp" presStyleIdx="2" presStyleCnt="4"/>
      <dgm:spPr/>
    </dgm:pt>
    <dgm:pt modelId="{C8C191E1-6FF4-49E2-9537-B589AAFD03C3}" type="pres">
      <dgm:prSet presAssocID="{7E46EEEF-A683-400E-8A8C-DE107960962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EBB4ECA-73CA-4133-A370-62E450718396}" type="pres">
      <dgm:prSet presAssocID="{7E46EEEF-A683-400E-8A8C-DE1079609628}" presName="spaceRect" presStyleCnt="0"/>
      <dgm:spPr/>
    </dgm:pt>
    <dgm:pt modelId="{D980C061-D452-4AEF-B97A-9832AEADC889}" type="pres">
      <dgm:prSet presAssocID="{7E46EEEF-A683-400E-8A8C-DE1079609628}" presName="textRect" presStyleLbl="revTx" presStyleIdx="2" presStyleCnt="4">
        <dgm:presLayoutVars>
          <dgm:chMax val="1"/>
          <dgm:chPref val="1"/>
        </dgm:presLayoutVars>
      </dgm:prSet>
      <dgm:spPr/>
    </dgm:pt>
    <dgm:pt modelId="{BFE7EACB-185B-4FE5-9F43-14FF9EED858E}" type="pres">
      <dgm:prSet presAssocID="{94DD85AF-F750-43E8-B91A-30FD731E8CD4}" presName="sibTrans" presStyleCnt="0"/>
      <dgm:spPr/>
    </dgm:pt>
    <dgm:pt modelId="{CDD44C3A-4E74-477F-8E7C-4313C9652898}" type="pres">
      <dgm:prSet presAssocID="{604CC954-99D1-4C52-9C9E-5C3C6A52ED34}" presName="compNode" presStyleCnt="0"/>
      <dgm:spPr/>
    </dgm:pt>
    <dgm:pt modelId="{035596C5-DBC4-4B3E-BCEB-6632E59730C5}" type="pres">
      <dgm:prSet presAssocID="{604CC954-99D1-4C52-9C9E-5C3C6A52ED34}" presName="iconBgRect" presStyleLbl="bgShp" presStyleIdx="3" presStyleCnt="4"/>
      <dgm:spPr/>
    </dgm:pt>
    <dgm:pt modelId="{C6628392-3118-4ACE-A658-733FE6EF864D}" type="pres">
      <dgm:prSet presAssocID="{604CC954-99D1-4C52-9C9E-5C3C6A52ED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90B5FD9F-28A2-430C-9309-0A1B3F767D9C}" type="pres">
      <dgm:prSet presAssocID="{604CC954-99D1-4C52-9C9E-5C3C6A52ED34}" presName="spaceRect" presStyleCnt="0"/>
      <dgm:spPr/>
    </dgm:pt>
    <dgm:pt modelId="{99818875-61ED-4BFD-BCE7-3E7E8429AF9C}" type="pres">
      <dgm:prSet presAssocID="{604CC954-99D1-4C52-9C9E-5C3C6A52ED3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8D51F2C-E4B7-4E67-BC56-64F543DB6D88}" srcId="{E4009C43-576B-47C3-9458-B9D150912ADF}" destId="{E3392CE0-D770-4A52-9EB2-4E6B609FB942}" srcOrd="0" destOrd="0" parTransId="{80C4EE84-686F-423D-AC14-032B1EDC42BC}" sibTransId="{ABC725A0-7177-45E9-86EE-E6F86E6A11AF}"/>
    <dgm:cxn modelId="{3C102533-F836-4E58-AD3D-9446F1EEACDF}" type="presOf" srcId="{604CC954-99D1-4C52-9C9E-5C3C6A52ED34}" destId="{99818875-61ED-4BFD-BCE7-3E7E8429AF9C}" srcOrd="0" destOrd="0" presId="urn:microsoft.com/office/officeart/2018/5/layout/IconCircleLabelList"/>
    <dgm:cxn modelId="{30F7996F-6B97-4685-9787-B52268D3EF05}" type="presOf" srcId="{E3392CE0-D770-4A52-9EB2-4E6B609FB942}" destId="{6417BAFA-DFCB-4006-9DCA-ABCCF44BE4D3}" srcOrd="0" destOrd="0" presId="urn:microsoft.com/office/officeart/2018/5/layout/IconCircleLabelList"/>
    <dgm:cxn modelId="{271BE059-44D6-470C-8345-8EB259F2D58C}" srcId="{E4009C43-576B-47C3-9458-B9D150912ADF}" destId="{2F0E8816-399A-4A22-B659-196F4479813A}" srcOrd="1" destOrd="0" parTransId="{E0E314CE-D47F-4DE5-99EB-89CE746C6163}" sibTransId="{CB7340C0-AA36-43CF-8BB0-A5BDF6FD0452}"/>
    <dgm:cxn modelId="{6C4EB896-9B39-4A8C-83FF-CBABDDBDC308}" type="presOf" srcId="{2F0E8816-399A-4A22-B659-196F4479813A}" destId="{3F62A150-D62A-4BF3-BCD0-ACCD03F06A45}" srcOrd="0" destOrd="0" presId="urn:microsoft.com/office/officeart/2018/5/layout/IconCircleLabelList"/>
    <dgm:cxn modelId="{CBB1069B-2B25-468A-A335-8E01D96EDDE2}" type="presOf" srcId="{E4009C43-576B-47C3-9458-B9D150912ADF}" destId="{957FC775-8859-41E9-A5E0-058FBD01788E}" srcOrd="0" destOrd="0" presId="urn:microsoft.com/office/officeart/2018/5/layout/IconCircleLabelList"/>
    <dgm:cxn modelId="{046F5DBB-3EFD-4531-9C8B-4CA422F5D666}" srcId="{E4009C43-576B-47C3-9458-B9D150912ADF}" destId="{7E46EEEF-A683-400E-8A8C-DE1079609628}" srcOrd="2" destOrd="0" parTransId="{FF9B339E-3594-4A73-B281-AF7F3E6C7E38}" sibTransId="{94DD85AF-F750-43E8-B91A-30FD731E8CD4}"/>
    <dgm:cxn modelId="{0F8AC0BC-0A13-46F3-98B9-7730BFBAE08C}" type="presOf" srcId="{7E46EEEF-A683-400E-8A8C-DE1079609628}" destId="{D980C061-D452-4AEF-B97A-9832AEADC889}" srcOrd="0" destOrd="0" presId="urn:microsoft.com/office/officeart/2018/5/layout/IconCircleLabelList"/>
    <dgm:cxn modelId="{AF7764E8-02BA-4DA3-AD74-C6A047527FC6}" srcId="{E4009C43-576B-47C3-9458-B9D150912ADF}" destId="{604CC954-99D1-4C52-9C9E-5C3C6A52ED34}" srcOrd="3" destOrd="0" parTransId="{F5DE92EC-20C9-437A-8609-36F9DDCCD7BD}" sibTransId="{97EBE4EE-FDE7-4395-BA06-87CF02442C5A}"/>
    <dgm:cxn modelId="{4B2157E0-7F29-4206-90DE-3538E4ABD8B2}" type="presParOf" srcId="{957FC775-8859-41E9-A5E0-058FBD01788E}" destId="{E8F7FAA2-6F85-4A4E-BA19-4F39B0EC9E51}" srcOrd="0" destOrd="0" presId="urn:microsoft.com/office/officeart/2018/5/layout/IconCircleLabelList"/>
    <dgm:cxn modelId="{F0B412C9-CB48-4B6D-B35B-95FB4F5FC959}" type="presParOf" srcId="{E8F7FAA2-6F85-4A4E-BA19-4F39B0EC9E51}" destId="{5420236E-6271-4E09-9A94-5201CDE62DEE}" srcOrd="0" destOrd="0" presId="urn:microsoft.com/office/officeart/2018/5/layout/IconCircleLabelList"/>
    <dgm:cxn modelId="{585BA186-95E3-4C87-8C80-D1ED1D0CCE69}" type="presParOf" srcId="{E8F7FAA2-6F85-4A4E-BA19-4F39B0EC9E51}" destId="{04E78DDD-CDA2-4150-AA61-162F96C09392}" srcOrd="1" destOrd="0" presId="urn:microsoft.com/office/officeart/2018/5/layout/IconCircleLabelList"/>
    <dgm:cxn modelId="{C685FDD6-C757-49A1-890D-026C85BA9BC5}" type="presParOf" srcId="{E8F7FAA2-6F85-4A4E-BA19-4F39B0EC9E51}" destId="{A3C78C2B-2B1A-40C1-A00B-DAD12B1BDD27}" srcOrd="2" destOrd="0" presId="urn:microsoft.com/office/officeart/2018/5/layout/IconCircleLabelList"/>
    <dgm:cxn modelId="{C5978BD6-CD36-4170-BFC7-55D590CFF238}" type="presParOf" srcId="{E8F7FAA2-6F85-4A4E-BA19-4F39B0EC9E51}" destId="{6417BAFA-DFCB-4006-9DCA-ABCCF44BE4D3}" srcOrd="3" destOrd="0" presId="urn:microsoft.com/office/officeart/2018/5/layout/IconCircleLabelList"/>
    <dgm:cxn modelId="{CD36E482-8CDD-4CDE-B330-115627624DFB}" type="presParOf" srcId="{957FC775-8859-41E9-A5E0-058FBD01788E}" destId="{3BE68FFF-96BA-4B7C-9C2A-818DB8C061A5}" srcOrd="1" destOrd="0" presId="urn:microsoft.com/office/officeart/2018/5/layout/IconCircleLabelList"/>
    <dgm:cxn modelId="{EBD7B69C-820A-4917-967D-76F2311E1DF4}" type="presParOf" srcId="{957FC775-8859-41E9-A5E0-058FBD01788E}" destId="{FAAD9B5A-9A01-4B94-A5A6-33597DBC25FC}" srcOrd="2" destOrd="0" presId="urn:microsoft.com/office/officeart/2018/5/layout/IconCircleLabelList"/>
    <dgm:cxn modelId="{73827469-D8FE-45E9-B7F9-AE69F9F8737E}" type="presParOf" srcId="{FAAD9B5A-9A01-4B94-A5A6-33597DBC25FC}" destId="{CB8D2149-BEA5-4BB7-8831-E2D0D09B37B9}" srcOrd="0" destOrd="0" presId="urn:microsoft.com/office/officeart/2018/5/layout/IconCircleLabelList"/>
    <dgm:cxn modelId="{D626BB5B-9017-4338-9026-CB6FFC1066ED}" type="presParOf" srcId="{FAAD9B5A-9A01-4B94-A5A6-33597DBC25FC}" destId="{0F3A765D-4A04-4F08-A33E-11B76846385A}" srcOrd="1" destOrd="0" presId="urn:microsoft.com/office/officeart/2018/5/layout/IconCircleLabelList"/>
    <dgm:cxn modelId="{24F066EE-06BA-412F-8A05-4320C848253D}" type="presParOf" srcId="{FAAD9B5A-9A01-4B94-A5A6-33597DBC25FC}" destId="{5326F31D-A900-41D7-BB71-D78E6889D6EF}" srcOrd="2" destOrd="0" presId="urn:microsoft.com/office/officeart/2018/5/layout/IconCircleLabelList"/>
    <dgm:cxn modelId="{DA271E0E-02A8-4864-AD50-9D6F381FDF0E}" type="presParOf" srcId="{FAAD9B5A-9A01-4B94-A5A6-33597DBC25FC}" destId="{3F62A150-D62A-4BF3-BCD0-ACCD03F06A45}" srcOrd="3" destOrd="0" presId="urn:microsoft.com/office/officeart/2018/5/layout/IconCircleLabelList"/>
    <dgm:cxn modelId="{27B0668B-90E7-43A8-8087-C9CB7F596C32}" type="presParOf" srcId="{957FC775-8859-41E9-A5E0-058FBD01788E}" destId="{1EBA7688-128E-49ED-A72D-29668FBD27B2}" srcOrd="3" destOrd="0" presId="urn:microsoft.com/office/officeart/2018/5/layout/IconCircleLabelList"/>
    <dgm:cxn modelId="{90590C14-1F8D-4271-B74B-A83956F814DD}" type="presParOf" srcId="{957FC775-8859-41E9-A5E0-058FBD01788E}" destId="{53AC8A09-81DD-45BD-AA6A-0258253ECA0C}" srcOrd="4" destOrd="0" presId="urn:microsoft.com/office/officeart/2018/5/layout/IconCircleLabelList"/>
    <dgm:cxn modelId="{E593D7A8-C708-4642-8650-7F67EB1F7941}" type="presParOf" srcId="{53AC8A09-81DD-45BD-AA6A-0258253ECA0C}" destId="{E4690DA9-6A3E-4B24-AA21-0D5476A31922}" srcOrd="0" destOrd="0" presId="urn:microsoft.com/office/officeart/2018/5/layout/IconCircleLabelList"/>
    <dgm:cxn modelId="{48AEA48E-74BB-45C1-BD87-2EEA9F8F1D13}" type="presParOf" srcId="{53AC8A09-81DD-45BD-AA6A-0258253ECA0C}" destId="{C8C191E1-6FF4-49E2-9537-B589AAFD03C3}" srcOrd="1" destOrd="0" presId="urn:microsoft.com/office/officeart/2018/5/layout/IconCircleLabelList"/>
    <dgm:cxn modelId="{1C564B34-9AA9-4437-AF43-3F0A8CC462D8}" type="presParOf" srcId="{53AC8A09-81DD-45BD-AA6A-0258253ECA0C}" destId="{7EBB4ECA-73CA-4133-A370-62E450718396}" srcOrd="2" destOrd="0" presId="urn:microsoft.com/office/officeart/2018/5/layout/IconCircleLabelList"/>
    <dgm:cxn modelId="{FB892667-AA7C-44BF-AC65-BCA05993B5F6}" type="presParOf" srcId="{53AC8A09-81DD-45BD-AA6A-0258253ECA0C}" destId="{D980C061-D452-4AEF-B97A-9832AEADC889}" srcOrd="3" destOrd="0" presId="urn:microsoft.com/office/officeart/2018/5/layout/IconCircleLabelList"/>
    <dgm:cxn modelId="{5CE0A85D-3A09-41B6-A522-035F2756F8D6}" type="presParOf" srcId="{957FC775-8859-41E9-A5E0-058FBD01788E}" destId="{BFE7EACB-185B-4FE5-9F43-14FF9EED858E}" srcOrd="5" destOrd="0" presId="urn:microsoft.com/office/officeart/2018/5/layout/IconCircleLabelList"/>
    <dgm:cxn modelId="{5C68AF74-48A5-44F7-9319-1002EB1FA305}" type="presParOf" srcId="{957FC775-8859-41E9-A5E0-058FBD01788E}" destId="{CDD44C3A-4E74-477F-8E7C-4313C9652898}" srcOrd="6" destOrd="0" presId="urn:microsoft.com/office/officeart/2018/5/layout/IconCircleLabelList"/>
    <dgm:cxn modelId="{A54AD499-4D9B-44BA-B7F7-6EAA5C7F28B6}" type="presParOf" srcId="{CDD44C3A-4E74-477F-8E7C-4313C9652898}" destId="{035596C5-DBC4-4B3E-BCEB-6632E59730C5}" srcOrd="0" destOrd="0" presId="urn:microsoft.com/office/officeart/2018/5/layout/IconCircleLabelList"/>
    <dgm:cxn modelId="{4738C096-6244-4651-A5E6-CE3358FE67FD}" type="presParOf" srcId="{CDD44C3A-4E74-477F-8E7C-4313C9652898}" destId="{C6628392-3118-4ACE-A658-733FE6EF864D}" srcOrd="1" destOrd="0" presId="urn:microsoft.com/office/officeart/2018/5/layout/IconCircleLabelList"/>
    <dgm:cxn modelId="{501099E2-9D20-4539-9211-F2F4E0F47695}" type="presParOf" srcId="{CDD44C3A-4E74-477F-8E7C-4313C9652898}" destId="{90B5FD9F-28A2-430C-9309-0A1B3F767D9C}" srcOrd="2" destOrd="0" presId="urn:microsoft.com/office/officeart/2018/5/layout/IconCircleLabelList"/>
    <dgm:cxn modelId="{7608531B-B4E5-4997-B838-253C4B0B605B}" type="presParOf" srcId="{CDD44C3A-4E74-477F-8E7C-4313C9652898}" destId="{99818875-61ED-4BFD-BCE7-3E7E8429AF9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DBBAB13-B406-4F54-860F-10F02041BAD6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144F9AE-BE44-416C-9C90-B9609FCE6E17}">
      <dgm:prSet/>
      <dgm:spPr/>
      <dgm:t>
        <a:bodyPr/>
        <a:lstStyle/>
        <a:p>
          <a:pPr>
            <a:defRPr b="1"/>
          </a:pPr>
          <a:r>
            <a:rPr lang="en-US"/>
            <a:t>Tenants share a pool of resources and have conflicting goals</a:t>
          </a:r>
        </a:p>
      </dgm:t>
    </dgm:pt>
    <dgm:pt modelId="{9318B8C5-367B-46D9-95C1-88843745DB60}" type="parTrans" cxnId="{63573B5C-2E8C-4133-A9D7-4DFDF703F127}">
      <dgm:prSet/>
      <dgm:spPr/>
      <dgm:t>
        <a:bodyPr/>
        <a:lstStyle/>
        <a:p>
          <a:endParaRPr lang="en-US"/>
        </a:p>
      </dgm:t>
    </dgm:pt>
    <dgm:pt modelId="{B9AACE1D-7783-48A6-B58F-FD60D87CC87E}" type="sibTrans" cxnId="{63573B5C-2E8C-4133-A9D7-4DFDF703F127}">
      <dgm:prSet/>
      <dgm:spPr/>
      <dgm:t>
        <a:bodyPr/>
        <a:lstStyle/>
        <a:p>
          <a:endParaRPr lang="en-US"/>
        </a:p>
      </dgm:t>
    </dgm:pt>
    <dgm:pt modelId="{3E8DC3B2-7603-4EEF-8D01-4AB9DFFD200C}">
      <dgm:prSet/>
      <dgm:spPr/>
      <dgm:t>
        <a:bodyPr/>
        <a:lstStyle/>
        <a:p>
          <a:r>
            <a:rPr lang="en-US"/>
            <a:t>Can tenants get along together and ‘play nicely’ ?</a:t>
          </a:r>
        </a:p>
      </dgm:t>
    </dgm:pt>
    <dgm:pt modelId="{EB823B7A-7A82-411C-A038-323ACE0EFECF}" type="parTrans" cxnId="{2E690E32-5BCE-4B65-B553-B246B73F2672}">
      <dgm:prSet/>
      <dgm:spPr/>
      <dgm:t>
        <a:bodyPr/>
        <a:lstStyle/>
        <a:p>
          <a:endParaRPr lang="en-US"/>
        </a:p>
      </dgm:t>
    </dgm:pt>
    <dgm:pt modelId="{45F06AB4-E737-4B4F-8A22-CF77E7C5DEEF}" type="sibTrans" cxnId="{2E690E32-5BCE-4B65-B553-B246B73F2672}">
      <dgm:prSet/>
      <dgm:spPr/>
      <dgm:t>
        <a:bodyPr/>
        <a:lstStyle/>
        <a:p>
          <a:endParaRPr lang="en-US"/>
        </a:p>
      </dgm:t>
    </dgm:pt>
    <dgm:pt modelId="{D7AD84A6-C8C7-4BBA-A9A8-BF93D6A0CEF1}">
      <dgm:prSet/>
      <dgm:spPr/>
      <dgm:t>
        <a:bodyPr/>
        <a:lstStyle/>
        <a:p>
          <a:pPr>
            <a:defRPr b="1"/>
          </a:pPr>
          <a:r>
            <a:rPr lang="en-US"/>
            <a:t>If they can’t, can we isolate them?</a:t>
          </a:r>
        </a:p>
      </dgm:t>
    </dgm:pt>
    <dgm:pt modelId="{5EBD7D4C-8D4D-4F9B-A51C-C0314B29B7F7}" type="parTrans" cxnId="{830F1CA8-84D5-4F90-8E47-567995DC4A60}">
      <dgm:prSet/>
      <dgm:spPr/>
      <dgm:t>
        <a:bodyPr/>
        <a:lstStyle/>
        <a:p>
          <a:endParaRPr lang="en-US"/>
        </a:p>
      </dgm:t>
    </dgm:pt>
    <dgm:pt modelId="{AB10BD80-7239-4CA8-944D-A6305D9271E6}" type="sibTrans" cxnId="{830F1CA8-84D5-4F90-8E47-567995DC4A60}">
      <dgm:prSet/>
      <dgm:spPr/>
      <dgm:t>
        <a:bodyPr/>
        <a:lstStyle/>
        <a:p>
          <a:endParaRPr lang="en-US"/>
        </a:p>
      </dgm:t>
    </dgm:pt>
    <dgm:pt modelId="{5387392D-AC2E-46B8-84A6-E4BC64D1F5A4}">
      <dgm:prSet/>
      <dgm:spPr/>
      <dgm:t>
        <a:bodyPr/>
        <a:lstStyle/>
        <a:p>
          <a:r>
            <a:rPr lang="en-US"/>
            <a:t>How to provide separation between tenants?</a:t>
          </a:r>
        </a:p>
      </dgm:t>
    </dgm:pt>
    <dgm:pt modelId="{72638144-3849-4ED9-91D2-8233D108CB73}" type="parTrans" cxnId="{B0AC17E5-9F9F-4D55-8390-60ED36D6CCAC}">
      <dgm:prSet/>
      <dgm:spPr/>
      <dgm:t>
        <a:bodyPr/>
        <a:lstStyle/>
        <a:p>
          <a:endParaRPr lang="en-US"/>
        </a:p>
      </dgm:t>
    </dgm:pt>
    <dgm:pt modelId="{874771B3-46C1-4FCF-A2F3-8694990C10C8}" type="sibTrans" cxnId="{B0AC17E5-9F9F-4D55-8390-60ED36D6CCAC}">
      <dgm:prSet/>
      <dgm:spPr/>
      <dgm:t>
        <a:bodyPr/>
        <a:lstStyle/>
        <a:p>
          <a:endParaRPr lang="en-US"/>
        </a:p>
      </dgm:t>
    </dgm:pt>
    <dgm:pt modelId="{85B10341-12A1-4DF9-8CA9-BEC01038BD77}">
      <dgm:prSet/>
      <dgm:spPr/>
      <dgm:t>
        <a:bodyPr/>
        <a:lstStyle/>
        <a:p>
          <a:pPr>
            <a:defRPr b="1"/>
          </a:pPr>
          <a:r>
            <a:rPr lang="en-US"/>
            <a:t>Cloud Computing brings new threats</a:t>
          </a:r>
        </a:p>
      </dgm:t>
    </dgm:pt>
    <dgm:pt modelId="{38780B31-F4C6-420B-8CD1-0687DA9E12E3}" type="parTrans" cxnId="{370BF1F1-F7E0-4230-A80F-46652A025522}">
      <dgm:prSet/>
      <dgm:spPr/>
      <dgm:t>
        <a:bodyPr/>
        <a:lstStyle/>
        <a:p>
          <a:endParaRPr lang="en-US"/>
        </a:p>
      </dgm:t>
    </dgm:pt>
    <dgm:pt modelId="{3642255D-E782-409E-937B-C041B2FAE900}" type="sibTrans" cxnId="{370BF1F1-F7E0-4230-A80F-46652A025522}">
      <dgm:prSet/>
      <dgm:spPr/>
      <dgm:t>
        <a:bodyPr/>
        <a:lstStyle/>
        <a:p>
          <a:endParaRPr lang="en-US"/>
        </a:p>
      </dgm:t>
    </dgm:pt>
    <dgm:pt modelId="{3171DCBB-A085-4630-B019-AC352A77E467}">
      <dgm:prSet/>
      <dgm:spPr/>
      <dgm:t>
        <a:bodyPr/>
        <a:lstStyle/>
        <a:p>
          <a:r>
            <a:rPr lang="en-US"/>
            <a:t>Multiple independent users share the same physical infrastructure</a:t>
          </a:r>
        </a:p>
      </dgm:t>
    </dgm:pt>
    <dgm:pt modelId="{967A77F9-B1F6-4880-9E1D-58B24E9CD38F}" type="parTrans" cxnId="{EF47986C-7466-4244-8B5A-63BEED79E10C}">
      <dgm:prSet/>
      <dgm:spPr/>
      <dgm:t>
        <a:bodyPr/>
        <a:lstStyle/>
        <a:p>
          <a:endParaRPr lang="en-US"/>
        </a:p>
      </dgm:t>
    </dgm:pt>
    <dgm:pt modelId="{97E99F4E-0996-46EC-8535-503F386EEA6A}" type="sibTrans" cxnId="{EF47986C-7466-4244-8B5A-63BEED79E10C}">
      <dgm:prSet/>
      <dgm:spPr/>
      <dgm:t>
        <a:bodyPr/>
        <a:lstStyle/>
        <a:p>
          <a:endParaRPr lang="en-US"/>
        </a:p>
      </dgm:t>
    </dgm:pt>
    <dgm:pt modelId="{0B058160-8B6A-479B-9A4D-B1CA72B9B5B7}">
      <dgm:prSet/>
      <dgm:spPr/>
      <dgm:t>
        <a:bodyPr/>
        <a:lstStyle/>
        <a:p>
          <a:r>
            <a:rPr lang="en-US"/>
            <a:t>Thus, an attacker can legitimately be in the same physical machine as the target</a:t>
          </a:r>
        </a:p>
      </dgm:t>
    </dgm:pt>
    <dgm:pt modelId="{63FA95AE-C84B-4F82-B3AD-8D1ED0F81A2C}" type="parTrans" cxnId="{F733ABAD-654B-4063-BB93-7D13F36472D3}">
      <dgm:prSet/>
      <dgm:spPr/>
      <dgm:t>
        <a:bodyPr/>
        <a:lstStyle/>
        <a:p>
          <a:endParaRPr lang="en-US"/>
        </a:p>
      </dgm:t>
    </dgm:pt>
    <dgm:pt modelId="{0FF9A7CA-9B77-46C4-8025-F0322B59D0B5}" type="sibTrans" cxnId="{F733ABAD-654B-4063-BB93-7D13F36472D3}">
      <dgm:prSet/>
      <dgm:spPr/>
      <dgm:t>
        <a:bodyPr/>
        <a:lstStyle/>
        <a:p>
          <a:endParaRPr lang="en-US"/>
        </a:p>
      </dgm:t>
    </dgm:pt>
    <dgm:pt modelId="{17135926-57AC-4994-9D45-3631C802FB46}" type="pres">
      <dgm:prSet presAssocID="{CDBBAB13-B406-4F54-860F-10F02041BAD6}" presName="linear" presStyleCnt="0">
        <dgm:presLayoutVars>
          <dgm:dir/>
          <dgm:animLvl val="lvl"/>
          <dgm:resizeHandles val="exact"/>
        </dgm:presLayoutVars>
      </dgm:prSet>
      <dgm:spPr/>
    </dgm:pt>
    <dgm:pt modelId="{2D36901B-8433-4BD3-8E3A-BDB5FC5CF611}" type="pres">
      <dgm:prSet presAssocID="{2144F9AE-BE44-416C-9C90-B9609FCE6E17}" presName="parentLin" presStyleCnt="0"/>
      <dgm:spPr/>
    </dgm:pt>
    <dgm:pt modelId="{97A2703B-5665-4CAC-838A-38C86B297D09}" type="pres">
      <dgm:prSet presAssocID="{2144F9AE-BE44-416C-9C90-B9609FCE6E17}" presName="parentLeftMargin" presStyleLbl="node1" presStyleIdx="0" presStyleCnt="3"/>
      <dgm:spPr/>
    </dgm:pt>
    <dgm:pt modelId="{9B94ABD7-227C-4368-932C-8AEC165151D4}" type="pres">
      <dgm:prSet presAssocID="{2144F9AE-BE44-416C-9C90-B9609FCE6E1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86C314-7D6D-49A9-96AD-BA6A7690267E}" type="pres">
      <dgm:prSet presAssocID="{2144F9AE-BE44-416C-9C90-B9609FCE6E17}" presName="negativeSpace" presStyleCnt="0"/>
      <dgm:spPr/>
    </dgm:pt>
    <dgm:pt modelId="{D907C14F-86C2-4962-A037-C3EE2DD3F62E}" type="pres">
      <dgm:prSet presAssocID="{2144F9AE-BE44-416C-9C90-B9609FCE6E17}" presName="childText" presStyleLbl="conFgAcc1" presStyleIdx="0" presStyleCnt="3">
        <dgm:presLayoutVars>
          <dgm:bulletEnabled val="1"/>
        </dgm:presLayoutVars>
      </dgm:prSet>
      <dgm:spPr/>
    </dgm:pt>
    <dgm:pt modelId="{8D1AE3F7-E900-40BA-92EC-12054576EDD3}" type="pres">
      <dgm:prSet presAssocID="{B9AACE1D-7783-48A6-B58F-FD60D87CC87E}" presName="spaceBetweenRectangles" presStyleCnt="0"/>
      <dgm:spPr/>
    </dgm:pt>
    <dgm:pt modelId="{3A00B248-197C-4CA3-AF24-931A419A0A39}" type="pres">
      <dgm:prSet presAssocID="{D7AD84A6-C8C7-4BBA-A9A8-BF93D6A0CEF1}" presName="parentLin" presStyleCnt="0"/>
      <dgm:spPr/>
    </dgm:pt>
    <dgm:pt modelId="{BCDEF4C5-ADBD-48C0-BA14-B55CD80D3544}" type="pres">
      <dgm:prSet presAssocID="{D7AD84A6-C8C7-4BBA-A9A8-BF93D6A0CEF1}" presName="parentLeftMargin" presStyleLbl="node1" presStyleIdx="0" presStyleCnt="3"/>
      <dgm:spPr/>
    </dgm:pt>
    <dgm:pt modelId="{1139E13B-4980-4B32-983D-45D912E16219}" type="pres">
      <dgm:prSet presAssocID="{D7AD84A6-C8C7-4BBA-A9A8-BF93D6A0CEF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71920D9-70AA-41A4-BA7F-AB5E7D8DD4D8}" type="pres">
      <dgm:prSet presAssocID="{D7AD84A6-C8C7-4BBA-A9A8-BF93D6A0CEF1}" presName="negativeSpace" presStyleCnt="0"/>
      <dgm:spPr/>
    </dgm:pt>
    <dgm:pt modelId="{2766E5CD-18DD-4E9E-A09F-01F9070F62E2}" type="pres">
      <dgm:prSet presAssocID="{D7AD84A6-C8C7-4BBA-A9A8-BF93D6A0CEF1}" presName="childText" presStyleLbl="conFgAcc1" presStyleIdx="1" presStyleCnt="3">
        <dgm:presLayoutVars>
          <dgm:bulletEnabled val="1"/>
        </dgm:presLayoutVars>
      </dgm:prSet>
      <dgm:spPr/>
    </dgm:pt>
    <dgm:pt modelId="{62CDDE1C-5AF4-4196-87DA-C4AF15852F19}" type="pres">
      <dgm:prSet presAssocID="{AB10BD80-7239-4CA8-944D-A6305D9271E6}" presName="spaceBetweenRectangles" presStyleCnt="0"/>
      <dgm:spPr/>
    </dgm:pt>
    <dgm:pt modelId="{50C5AE11-CE17-475C-B0E3-C736F828F849}" type="pres">
      <dgm:prSet presAssocID="{85B10341-12A1-4DF9-8CA9-BEC01038BD77}" presName="parentLin" presStyleCnt="0"/>
      <dgm:spPr/>
    </dgm:pt>
    <dgm:pt modelId="{E4F07BF3-BB43-4386-BDA8-0CE4B9CF5A2B}" type="pres">
      <dgm:prSet presAssocID="{85B10341-12A1-4DF9-8CA9-BEC01038BD77}" presName="parentLeftMargin" presStyleLbl="node1" presStyleIdx="1" presStyleCnt="3"/>
      <dgm:spPr/>
    </dgm:pt>
    <dgm:pt modelId="{9EB7B806-E9F8-4B4D-9B87-A62FAA4C6598}" type="pres">
      <dgm:prSet presAssocID="{85B10341-12A1-4DF9-8CA9-BEC01038BD7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79A9DAC-BB8D-4B72-88D9-A7420948AB81}" type="pres">
      <dgm:prSet presAssocID="{85B10341-12A1-4DF9-8CA9-BEC01038BD77}" presName="negativeSpace" presStyleCnt="0"/>
      <dgm:spPr/>
    </dgm:pt>
    <dgm:pt modelId="{759348D8-01B0-40F1-96F3-512E0BF18ACB}" type="pres">
      <dgm:prSet presAssocID="{85B10341-12A1-4DF9-8CA9-BEC01038BD7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15EB305-7228-4D32-AA03-01D123703070}" type="presOf" srcId="{85B10341-12A1-4DF9-8CA9-BEC01038BD77}" destId="{9EB7B806-E9F8-4B4D-9B87-A62FAA4C6598}" srcOrd="1" destOrd="0" presId="urn:microsoft.com/office/officeart/2005/8/layout/list1"/>
    <dgm:cxn modelId="{2E690E32-5BCE-4B65-B553-B246B73F2672}" srcId="{2144F9AE-BE44-416C-9C90-B9609FCE6E17}" destId="{3E8DC3B2-7603-4EEF-8D01-4AB9DFFD200C}" srcOrd="0" destOrd="0" parTransId="{EB823B7A-7A82-411C-A038-323ACE0EFECF}" sibTransId="{45F06AB4-E737-4B4F-8A22-CF77E7C5DEEF}"/>
    <dgm:cxn modelId="{F529FA32-CBA2-43CF-B4D1-158AD0CADE99}" type="presOf" srcId="{3171DCBB-A085-4630-B019-AC352A77E467}" destId="{759348D8-01B0-40F1-96F3-512E0BF18ACB}" srcOrd="0" destOrd="0" presId="urn:microsoft.com/office/officeart/2005/8/layout/list1"/>
    <dgm:cxn modelId="{63573B5C-2E8C-4133-A9D7-4DFDF703F127}" srcId="{CDBBAB13-B406-4F54-860F-10F02041BAD6}" destId="{2144F9AE-BE44-416C-9C90-B9609FCE6E17}" srcOrd="0" destOrd="0" parTransId="{9318B8C5-367B-46D9-95C1-88843745DB60}" sibTransId="{B9AACE1D-7783-48A6-B58F-FD60D87CC87E}"/>
    <dgm:cxn modelId="{0C173268-4766-4715-B5C9-ABAF51CCDFC9}" type="presOf" srcId="{2144F9AE-BE44-416C-9C90-B9609FCE6E17}" destId="{97A2703B-5665-4CAC-838A-38C86B297D09}" srcOrd="0" destOrd="0" presId="urn:microsoft.com/office/officeart/2005/8/layout/list1"/>
    <dgm:cxn modelId="{EF47986C-7466-4244-8B5A-63BEED79E10C}" srcId="{85B10341-12A1-4DF9-8CA9-BEC01038BD77}" destId="{3171DCBB-A085-4630-B019-AC352A77E467}" srcOrd="0" destOrd="0" parTransId="{967A77F9-B1F6-4880-9E1D-58B24E9CD38F}" sibTransId="{97E99F4E-0996-46EC-8535-503F386EEA6A}"/>
    <dgm:cxn modelId="{27BE5F89-4983-41D0-8EB7-D29F3743E67E}" type="presOf" srcId="{D7AD84A6-C8C7-4BBA-A9A8-BF93D6A0CEF1}" destId="{1139E13B-4980-4B32-983D-45D912E16219}" srcOrd="1" destOrd="0" presId="urn:microsoft.com/office/officeart/2005/8/layout/list1"/>
    <dgm:cxn modelId="{830F1CA8-84D5-4F90-8E47-567995DC4A60}" srcId="{CDBBAB13-B406-4F54-860F-10F02041BAD6}" destId="{D7AD84A6-C8C7-4BBA-A9A8-BF93D6A0CEF1}" srcOrd="1" destOrd="0" parTransId="{5EBD7D4C-8D4D-4F9B-A51C-C0314B29B7F7}" sibTransId="{AB10BD80-7239-4CA8-944D-A6305D9271E6}"/>
    <dgm:cxn modelId="{F733ABAD-654B-4063-BB93-7D13F36472D3}" srcId="{85B10341-12A1-4DF9-8CA9-BEC01038BD77}" destId="{0B058160-8B6A-479B-9A4D-B1CA72B9B5B7}" srcOrd="1" destOrd="0" parTransId="{63FA95AE-C84B-4F82-B3AD-8D1ED0F81A2C}" sibTransId="{0FF9A7CA-9B77-46C4-8025-F0322B59D0B5}"/>
    <dgm:cxn modelId="{A9AF3FB5-6033-45B7-8F45-F8653B96CD8E}" type="presOf" srcId="{CDBBAB13-B406-4F54-860F-10F02041BAD6}" destId="{17135926-57AC-4994-9D45-3631C802FB46}" srcOrd="0" destOrd="0" presId="urn:microsoft.com/office/officeart/2005/8/layout/list1"/>
    <dgm:cxn modelId="{F62E13BB-80D6-4598-87A2-C1BA3D7E498B}" type="presOf" srcId="{5387392D-AC2E-46B8-84A6-E4BC64D1F5A4}" destId="{2766E5CD-18DD-4E9E-A09F-01F9070F62E2}" srcOrd="0" destOrd="0" presId="urn:microsoft.com/office/officeart/2005/8/layout/list1"/>
    <dgm:cxn modelId="{A4E52FC4-E658-402A-90AC-F48E06A9C376}" type="presOf" srcId="{85B10341-12A1-4DF9-8CA9-BEC01038BD77}" destId="{E4F07BF3-BB43-4386-BDA8-0CE4B9CF5A2B}" srcOrd="0" destOrd="0" presId="urn:microsoft.com/office/officeart/2005/8/layout/list1"/>
    <dgm:cxn modelId="{DF02BDC6-67AD-4732-B207-9B01FB30F8F0}" type="presOf" srcId="{0B058160-8B6A-479B-9A4D-B1CA72B9B5B7}" destId="{759348D8-01B0-40F1-96F3-512E0BF18ACB}" srcOrd="0" destOrd="1" presId="urn:microsoft.com/office/officeart/2005/8/layout/list1"/>
    <dgm:cxn modelId="{53C170D2-0287-465C-B557-59A0620AF8E1}" type="presOf" srcId="{D7AD84A6-C8C7-4BBA-A9A8-BF93D6A0CEF1}" destId="{BCDEF4C5-ADBD-48C0-BA14-B55CD80D3544}" srcOrd="0" destOrd="0" presId="urn:microsoft.com/office/officeart/2005/8/layout/list1"/>
    <dgm:cxn modelId="{A28A80E0-E151-4381-9FAB-61AC67E70F6D}" type="presOf" srcId="{3E8DC3B2-7603-4EEF-8D01-4AB9DFFD200C}" destId="{D907C14F-86C2-4962-A037-C3EE2DD3F62E}" srcOrd="0" destOrd="0" presId="urn:microsoft.com/office/officeart/2005/8/layout/list1"/>
    <dgm:cxn modelId="{B0AC17E5-9F9F-4D55-8390-60ED36D6CCAC}" srcId="{D7AD84A6-C8C7-4BBA-A9A8-BF93D6A0CEF1}" destId="{5387392D-AC2E-46B8-84A6-E4BC64D1F5A4}" srcOrd="0" destOrd="0" parTransId="{72638144-3849-4ED9-91D2-8233D108CB73}" sibTransId="{874771B3-46C1-4FCF-A2F3-8694990C10C8}"/>
    <dgm:cxn modelId="{370BF1F1-F7E0-4230-A80F-46652A025522}" srcId="{CDBBAB13-B406-4F54-860F-10F02041BAD6}" destId="{85B10341-12A1-4DF9-8CA9-BEC01038BD77}" srcOrd="2" destOrd="0" parTransId="{38780B31-F4C6-420B-8CD1-0687DA9E12E3}" sibTransId="{3642255D-E782-409E-937B-C041B2FAE900}"/>
    <dgm:cxn modelId="{424BF2F6-B132-4910-BCB2-D8F22D1CEAEE}" type="presOf" srcId="{2144F9AE-BE44-416C-9C90-B9609FCE6E17}" destId="{9B94ABD7-227C-4368-932C-8AEC165151D4}" srcOrd="1" destOrd="0" presId="urn:microsoft.com/office/officeart/2005/8/layout/list1"/>
    <dgm:cxn modelId="{8E1A09EB-A2AB-467B-A584-68027DCC6871}" type="presParOf" srcId="{17135926-57AC-4994-9D45-3631C802FB46}" destId="{2D36901B-8433-4BD3-8E3A-BDB5FC5CF611}" srcOrd="0" destOrd="0" presId="urn:microsoft.com/office/officeart/2005/8/layout/list1"/>
    <dgm:cxn modelId="{43A2D2C6-2545-46E0-A03C-1C19CB6BF065}" type="presParOf" srcId="{2D36901B-8433-4BD3-8E3A-BDB5FC5CF611}" destId="{97A2703B-5665-4CAC-838A-38C86B297D09}" srcOrd="0" destOrd="0" presId="urn:microsoft.com/office/officeart/2005/8/layout/list1"/>
    <dgm:cxn modelId="{78C57B03-CDD8-4F67-BEA4-157FE36A6C6D}" type="presParOf" srcId="{2D36901B-8433-4BD3-8E3A-BDB5FC5CF611}" destId="{9B94ABD7-227C-4368-932C-8AEC165151D4}" srcOrd="1" destOrd="0" presId="urn:microsoft.com/office/officeart/2005/8/layout/list1"/>
    <dgm:cxn modelId="{F72730AC-1BB3-42DB-9DD6-C4DD09E91708}" type="presParOf" srcId="{17135926-57AC-4994-9D45-3631C802FB46}" destId="{CD86C314-7D6D-49A9-96AD-BA6A7690267E}" srcOrd="1" destOrd="0" presId="urn:microsoft.com/office/officeart/2005/8/layout/list1"/>
    <dgm:cxn modelId="{58BEC2F9-4DA7-4714-85E0-AE5C047DABD8}" type="presParOf" srcId="{17135926-57AC-4994-9D45-3631C802FB46}" destId="{D907C14F-86C2-4962-A037-C3EE2DD3F62E}" srcOrd="2" destOrd="0" presId="urn:microsoft.com/office/officeart/2005/8/layout/list1"/>
    <dgm:cxn modelId="{816FDD7B-8403-4929-AD4E-0CA390F39CF7}" type="presParOf" srcId="{17135926-57AC-4994-9D45-3631C802FB46}" destId="{8D1AE3F7-E900-40BA-92EC-12054576EDD3}" srcOrd="3" destOrd="0" presId="urn:microsoft.com/office/officeart/2005/8/layout/list1"/>
    <dgm:cxn modelId="{A3385C26-803D-426C-89E0-E2F2B8DEEB23}" type="presParOf" srcId="{17135926-57AC-4994-9D45-3631C802FB46}" destId="{3A00B248-197C-4CA3-AF24-931A419A0A39}" srcOrd="4" destOrd="0" presId="urn:microsoft.com/office/officeart/2005/8/layout/list1"/>
    <dgm:cxn modelId="{4AB6CF5E-6750-4434-AA26-BBC41CF3FD5C}" type="presParOf" srcId="{3A00B248-197C-4CA3-AF24-931A419A0A39}" destId="{BCDEF4C5-ADBD-48C0-BA14-B55CD80D3544}" srcOrd="0" destOrd="0" presId="urn:microsoft.com/office/officeart/2005/8/layout/list1"/>
    <dgm:cxn modelId="{E24A7FB1-597E-4504-A733-F9F7BB805EAC}" type="presParOf" srcId="{3A00B248-197C-4CA3-AF24-931A419A0A39}" destId="{1139E13B-4980-4B32-983D-45D912E16219}" srcOrd="1" destOrd="0" presId="urn:microsoft.com/office/officeart/2005/8/layout/list1"/>
    <dgm:cxn modelId="{F96BD994-0761-459E-A947-77FAF895B884}" type="presParOf" srcId="{17135926-57AC-4994-9D45-3631C802FB46}" destId="{871920D9-70AA-41A4-BA7F-AB5E7D8DD4D8}" srcOrd="5" destOrd="0" presId="urn:microsoft.com/office/officeart/2005/8/layout/list1"/>
    <dgm:cxn modelId="{FDD66368-737A-4F31-88E7-FDB4D721A1EB}" type="presParOf" srcId="{17135926-57AC-4994-9D45-3631C802FB46}" destId="{2766E5CD-18DD-4E9E-A09F-01F9070F62E2}" srcOrd="6" destOrd="0" presId="urn:microsoft.com/office/officeart/2005/8/layout/list1"/>
    <dgm:cxn modelId="{86FC6ABF-246C-4D56-A9E8-4DA5CAEAF0C3}" type="presParOf" srcId="{17135926-57AC-4994-9D45-3631C802FB46}" destId="{62CDDE1C-5AF4-4196-87DA-C4AF15852F19}" srcOrd="7" destOrd="0" presId="urn:microsoft.com/office/officeart/2005/8/layout/list1"/>
    <dgm:cxn modelId="{0B2039B3-F602-4160-BB0C-42A4DF362681}" type="presParOf" srcId="{17135926-57AC-4994-9D45-3631C802FB46}" destId="{50C5AE11-CE17-475C-B0E3-C736F828F849}" srcOrd="8" destOrd="0" presId="urn:microsoft.com/office/officeart/2005/8/layout/list1"/>
    <dgm:cxn modelId="{29E2210E-13DA-4A89-AD87-8152F8F58269}" type="presParOf" srcId="{50C5AE11-CE17-475C-B0E3-C736F828F849}" destId="{E4F07BF3-BB43-4386-BDA8-0CE4B9CF5A2B}" srcOrd="0" destOrd="0" presId="urn:microsoft.com/office/officeart/2005/8/layout/list1"/>
    <dgm:cxn modelId="{5A33544B-7977-46B6-AD6A-F5C9BABA2E4D}" type="presParOf" srcId="{50C5AE11-CE17-475C-B0E3-C736F828F849}" destId="{9EB7B806-E9F8-4B4D-9B87-A62FAA4C6598}" srcOrd="1" destOrd="0" presId="urn:microsoft.com/office/officeart/2005/8/layout/list1"/>
    <dgm:cxn modelId="{9B8D1478-C7CB-4C55-B7EC-E6B5DBCBE943}" type="presParOf" srcId="{17135926-57AC-4994-9D45-3631C802FB46}" destId="{979A9DAC-BB8D-4B72-88D9-A7420948AB81}" srcOrd="9" destOrd="0" presId="urn:microsoft.com/office/officeart/2005/8/layout/list1"/>
    <dgm:cxn modelId="{153275DA-8238-44DC-9614-F5DEB68DBF2A}" type="presParOf" srcId="{17135926-57AC-4994-9D45-3631C802FB46}" destId="{759348D8-01B0-40F1-96F3-512E0BF18AC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894E23C-6E4C-4AF6-9AEB-A39829D656A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EB63988-39F3-44E3-9225-3A4E20CE811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cap="none" dirty="0"/>
            <a:t>Encryption</a:t>
          </a:r>
        </a:p>
      </dgm:t>
    </dgm:pt>
    <dgm:pt modelId="{1163B8C1-E252-4247-8C99-9E58DA614522}" type="parTrans" cxnId="{685F614B-65FB-400E-AFEA-83FAD8A707C2}">
      <dgm:prSet/>
      <dgm:spPr/>
      <dgm:t>
        <a:bodyPr/>
        <a:lstStyle/>
        <a:p>
          <a:endParaRPr lang="en-US" b="1" dirty="0"/>
        </a:p>
      </dgm:t>
    </dgm:pt>
    <dgm:pt modelId="{A5C1E7C7-A5CE-405C-8A93-76CDB907F419}" type="sibTrans" cxnId="{685F614B-65FB-400E-AFEA-83FAD8A707C2}">
      <dgm:prSet/>
      <dgm:spPr/>
      <dgm:t>
        <a:bodyPr/>
        <a:lstStyle/>
        <a:p>
          <a:endParaRPr lang="en-US" b="1" dirty="0"/>
        </a:p>
      </dgm:t>
    </dgm:pt>
    <dgm:pt modelId="{0C714C75-DE33-4A45-AEFC-91FDC16CFFF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cap="none" dirty="0"/>
            <a:t>Access Management</a:t>
          </a:r>
        </a:p>
      </dgm:t>
    </dgm:pt>
    <dgm:pt modelId="{E8D84611-1C39-42A2-A2F5-58700BDB2A5F}" type="parTrans" cxnId="{83055E5A-8E24-44FB-AAA1-E4785289F697}">
      <dgm:prSet/>
      <dgm:spPr/>
      <dgm:t>
        <a:bodyPr/>
        <a:lstStyle/>
        <a:p>
          <a:endParaRPr lang="en-US" b="1" dirty="0"/>
        </a:p>
      </dgm:t>
    </dgm:pt>
    <dgm:pt modelId="{18443130-EE9F-4ED8-9BE1-D1987CA604BF}" type="sibTrans" cxnId="{83055E5A-8E24-44FB-AAA1-E4785289F697}">
      <dgm:prSet/>
      <dgm:spPr/>
      <dgm:t>
        <a:bodyPr/>
        <a:lstStyle/>
        <a:p>
          <a:endParaRPr lang="en-US" b="1" dirty="0"/>
        </a:p>
      </dgm:t>
    </dgm:pt>
    <dgm:pt modelId="{6BA3CF8D-2A7F-4002-A8A3-5E7D785FC64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cap="none" dirty="0"/>
            <a:t>Network Security</a:t>
          </a:r>
        </a:p>
      </dgm:t>
    </dgm:pt>
    <dgm:pt modelId="{0FDF8C2A-83CF-4AE0-989A-BB9CEC3961D2}" type="parTrans" cxnId="{2E494BE6-D3C7-4CBC-B512-BEE94EBF3B2C}">
      <dgm:prSet/>
      <dgm:spPr/>
      <dgm:t>
        <a:bodyPr/>
        <a:lstStyle/>
        <a:p>
          <a:endParaRPr lang="en-US" b="1" dirty="0"/>
        </a:p>
      </dgm:t>
    </dgm:pt>
    <dgm:pt modelId="{EB928D92-23A2-4F30-8ADD-42E157C960A5}" type="sibTrans" cxnId="{2E494BE6-D3C7-4CBC-B512-BEE94EBF3B2C}">
      <dgm:prSet/>
      <dgm:spPr/>
      <dgm:t>
        <a:bodyPr/>
        <a:lstStyle/>
        <a:p>
          <a:endParaRPr lang="en-US" b="1" dirty="0"/>
        </a:p>
      </dgm:t>
    </dgm:pt>
    <dgm:pt modelId="{49EAE16E-CB95-424D-87ED-60F9F394C8C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cap="none" dirty="0"/>
            <a:t>Data Loss Prevention</a:t>
          </a:r>
        </a:p>
      </dgm:t>
    </dgm:pt>
    <dgm:pt modelId="{8AB015ED-EFAC-4B4E-BC2B-4B3B0775CADA}" type="parTrans" cxnId="{6666B012-1090-44B3-8237-DA144CEB9033}">
      <dgm:prSet/>
      <dgm:spPr/>
      <dgm:t>
        <a:bodyPr/>
        <a:lstStyle/>
        <a:p>
          <a:endParaRPr lang="en-US" b="1" dirty="0"/>
        </a:p>
      </dgm:t>
    </dgm:pt>
    <dgm:pt modelId="{777FA654-6A3A-4178-B25B-AEDEC091A2F4}" type="sibTrans" cxnId="{6666B012-1090-44B3-8237-DA144CEB9033}">
      <dgm:prSet/>
      <dgm:spPr/>
      <dgm:t>
        <a:bodyPr/>
        <a:lstStyle/>
        <a:p>
          <a:endParaRPr lang="en-US" b="1" dirty="0"/>
        </a:p>
      </dgm:t>
    </dgm:pt>
    <dgm:pt modelId="{93F98CC0-7683-4156-847E-F2B808C4D38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cap="none" dirty="0"/>
            <a:t>Security Information And Event Management (SIEM)</a:t>
          </a:r>
        </a:p>
      </dgm:t>
    </dgm:pt>
    <dgm:pt modelId="{EAEC2698-9469-4BE8-8747-6FE1E4066F4E}" type="parTrans" cxnId="{C19CAE82-12CA-4635-BF19-884BEE84AAD3}">
      <dgm:prSet/>
      <dgm:spPr/>
      <dgm:t>
        <a:bodyPr/>
        <a:lstStyle/>
        <a:p>
          <a:endParaRPr lang="en-US" b="1" dirty="0"/>
        </a:p>
      </dgm:t>
    </dgm:pt>
    <dgm:pt modelId="{E7268815-41DE-4670-9A95-D0933CAE8371}" type="sibTrans" cxnId="{C19CAE82-12CA-4635-BF19-884BEE84AAD3}">
      <dgm:prSet/>
      <dgm:spPr/>
      <dgm:t>
        <a:bodyPr/>
        <a:lstStyle/>
        <a:p>
          <a:endParaRPr lang="en-US" b="1" dirty="0"/>
        </a:p>
      </dgm:t>
    </dgm:pt>
    <dgm:pt modelId="{3123B579-0BF1-496C-A3F4-A073085B87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cap="none" dirty="0"/>
            <a:t>Cloud Security Posture Management (CSPM)</a:t>
          </a:r>
        </a:p>
      </dgm:t>
    </dgm:pt>
    <dgm:pt modelId="{CA785C56-A9F6-428A-8A70-DA8950C88E97}" type="parTrans" cxnId="{74323228-DA64-45B2-9C48-1103843232FD}">
      <dgm:prSet/>
      <dgm:spPr/>
      <dgm:t>
        <a:bodyPr/>
        <a:lstStyle/>
        <a:p>
          <a:endParaRPr lang="en-US" b="1" dirty="0"/>
        </a:p>
      </dgm:t>
    </dgm:pt>
    <dgm:pt modelId="{F1E96FD9-A99D-4BD7-8A2D-95CE9382049D}" type="sibTrans" cxnId="{74323228-DA64-45B2-9C48-1103843232FD}">
      <dgm:prSet/>
      <dgm:spPr/>
      <dgm:t>
        <a:bodyPr/>
        <a:lstStyle/>
        <a:p>
          <a:endParaRPr lang="en-US" b="1" dirty="0"/>
        </a:p>
      </dgm:t>
    </dgm:pt>
    <dgm:pt modelId="{10D157F3-A343-4F47-B70B-99834F04ACBE}" type="pres">
      <dgm:prSet presAssocID="{5894E23C-6E4C-4AF6-9AEB-A39829D656A8}" presName="root" presStyleCnt="0">
        <dgm:presLayoutVars>
          <dgm:dir/>
          <dgm:resizeHandles val="exact"/>
        </dgm:presLayoutVars>
      </dgm:prSet>
      <dgm:spPr/>
    </dgm:pt>
    <dgm:pt modelId="{6111CDDC-DF3F-48FD-B36D-B1D914B1F0EC}" type="pres">
      <dgm:prSet presAssocID="{FEB63988-39F3-44E3-9225-3A4E20CE811B}" presName="compNode" presStyleCnt="0"/>
      <dgm:spPr/>
    </dgm:pt>
    <dgm:pt modelId="{681E3814-C2D6-42DA-AE75-19C7F15B7685}" type="pres">
      <dgm:prSet presAssocID="{FEB63988-39F3-44E3-9225-3A4E20CE811B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EA08E57-2449-4A17-B463-810A0B010F81}" type="pres">
      <dgm:prSet presAssocID="{FEB63988-39F3-44E3-9225-3A4E20CE811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8519F15-6400-4A51-8C05-16001EA0360F}" type="pres">
      <dgm:prSet presAssocID="{FEB63988-39F3-44E3-9225-3A4E20CE811B}" presName="spaceRect" presStyleCnt="0"/>
      <dgm:spPr/>
    </dgm:pt>
    <dgm:pt modelId="{0E447A18-F1C2-4575-B5D7-58A11534A7FE}" type="pres">
      <dgm:prSet presAssocID="{FEB63988-39F3-44E3-9225-3A4E20CE811B}" presName="textRect" presStyleLbl="revTx" presStyleIdx="0" presStyleCnt="6">
        <dgm:presLayoutVars>
          <dgm:chMax val="1"/>
          <dgm:chPref val="1"/>
        </dgm:presLayoutVars>
      </dgm:prSet>
      <dgm:spPr/>
    </dgm:pt>
    <dgm:pt modelId="{5B2B5463-316A-404B-BDD2-6EE76E6462DF}" type="pres">
      <dgm:prSet presAssocID="{A5C1E7C7-A5CE-405C-8A93-76CDB907F419}" presName="sibTrans" presStyleCnt="0"/>
      <dgm:spPr/>
    </dgm:pt>
    <dgm:pt modelId="{EA38F5FA-4E20-4354-8050-EA10649C2CF9}" type="pres">
      <dgm:prSet presAssocID="{0C714C75-DE33-4A45-AEFC-91FDC16CFFF3}" presName="compNode" presStyleCnt="0"/>
      <dgm:spPr/>
    </dgm:pt>
    <dgm:pt modelId="{D4A41604-2B47-41E2-B9D5-D51FC6169568}" type="pres">
      <dgm:prSet presAssocID="{0C714C75-DE33-4A45-AEFC-91FDC16CFFF3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03B54C5-B2E7-405B-9A73-83642A7DB5BC}" type="pres">
      <dgm:prSet presAssocID="{0C714C75-DE33-4A45-AEFC-91FDC16CFFF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F77187E-88F1-4971-992D-9ED7FC6CDDAC}" type="pres">
      <dgm:prSet presAssocID="{0C714C75-DE33-4A45-AEFC-91FDC16CFFF3}" presName="spaceRect" presStyleCnt="0"/>
      <dgm:spPr/>
    </dgm:pt>
    <dgm:pt modelId="{969DCA46-2934-4443-B9DB-47ADF7935B80}" type="pres">
      <dgm:prSet presAssocID="{0C714C75-DE33-4A45-AEFC-91FDC16CFFF3}" presName="textRect" presStyleLbl="revTx" presStyleIdx="1" presStyleCnt="6">
        <dgm:presLayoutVars>
          <dgm:chMax val="1"/>
          <dgm:chPref val="1"/>
        </dgm:presLayoutVars>
      </dgm:prSet>
      <dgm:spPr/>
    </dgm:pt>
    <dgm:pt modelId="{B70B6E4F-6748-4681-88CF-747E97A68BFD}" type="pres">
      <dgm:prSet presAssocID="{18443130-EE9F-4ED8-9BE1-D1987CA604BF}" presName="sibTrans" presStyleCnt="0"/>
      <dgm:spPr/>
    </dgm:pt>
    <dgm:pt modelId="{1C5D8FD3-BFAA-41DB-A2DA-7B977B8179B9}" type="pres">
      <dgm:prSet presAssocID="{6BA3CF8D-2A7F-4002-A8A3-5E7D785FC64D}" presName="compNode" presStyleCnt="0"/>
      <dgm:spPr/>
    </dgm:pt>
    <dgm:pt modelId="{30E4F7F3-E940-439B-B78B-50C65AC98208}" type="pres">
      <dgm:prSet presAssocID="{6BA3CF8D-2A7F-4002-A8A3-5E7D785FC64D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8B2300F-419C-4FE7-B0E1-51FC40D982E6}" type="pres">
      <dgm:prSet presAssocID="{6BA3CF8D-2A7F-4002-A8A3-5E7D785FC64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A22CA92-DF39-47CE-A281-700B0D5E476E}" type="pres">
      <dgm:prSet presAssocID="{6BA3CF8D-2A7F-4002-A8A3-5E7D785FC64D}" presName="spaceRect" presStyleCnt="0"/>
      <dgm:spPr/>
    </dgm:pt>
    <dgm:pt modelId="{25151790-FA10-4766-A2B6-B97AF4E838F4}" type="pres">
      <dgm:prSet presAssocID="{6BA3CF8D-2A7F-4002-A8A3-5E7D785FC64D}" presName="textRect" presStyleLbl="revTx" presStyleIdx="2" presStyleCnt="6">
        <dgm:presLayoutVars>
          <dgm:chMax val="1"/>
          <dgm:chPref val="1"/>
        </dgm:presLayoutVars>
      </dgm:prSet>
      <dgm:spPr/>
    </dgm:pt>
    <dgm:pt modelId="{499FACDA-D51C-49BD-9E3D-37BCDC16FC05}" type="pres">
      <dgm:prSet presAssocID="{EB928D92-23A2-4F30-8ADD-42E157C960A5}" presName="sibTrans" presStyleCnt="0"/>
      <dgm:spPr/>
    </dgm:pt>
    <dgm:pt modelId="{12658983-89B8-455D-95E7-F4646DD2A142}" type="pres">
      <dgm:prSet presAssocID="{49EAE16E-CB95-424D-87ED-60F9F394C8CB}" presName="compNode" presStyleCnt="0"/>
      <dgm:spPr/>
    </dgm:pt>
    <dgm:pt modelId="{472F1371-BE81-430B-94BB-03C7BE9CD729}" type="pres">
      <dgm:prSet presAssocID="{49EAE16E-CB95-424D-87ED-60F9F394C8CB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7A8912D-08B8-4EEE-B5D5-8865D849F102}" type="pres">
      <dgm:prSet presAssocID="{49EAE16E-CB95-424D-87ED-60F9F394C8C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25484E7-F613-4983-AC3A-AE3C0325628F}" type="pres">
      <dgm:prSet presAssocID="{49EAE16E-CB95-424D-87ED-60F9F394C8CB}" presName="spaceRect" presStyleCnt="0"/>
      <dgm:spPr/>
    </dgm:pt>
    <dgm:pt modelId="{F9252C56-375E-4FB1-8306-F9FFA8ECF8E1}" type="pres">
      <dgm:prSet presAssocID="{49EAE16E-CB95-424D-87ED-60F9F394C8CB}" presName="textRect" presStyleLbl="revTx" presStyleIdx="3" presStyleCnt="6">
        <dgm:presLayoutVars>
          <dgm:chMax val="1"/>
          <dgm:chPref val="1"/>
        </dgm:presLayoutVars>
      </dgm:prSet>
      <dgm:spPr/>
    </dgm:pt>
    <dgm:pt modelId="{60C841FF-9D13-4F04-B3D4-1DA1455EE7F1}" type="pres">
      <dgm:prSet presAssocID="{777FA654-6A3A-4178-B25B-AEDEC091A2F4}" presName="sibTrans" presStyleCnt="0"/>
      <dgm:spPr/>
    </dgm:pt>
    <dgm:pt modelId="{720E259D-E334-4DBC-A465-2700A8860911}" type="pres">
      <dgm:prSet presAssocID="{93F98CC0-7683-4156-847E-F2B808C4D38D}" presName="compNode" presStyleCnt="0"/>
      <dgm:spPr/>
    </dgm:pt>
    <dgm:pt modelId="{6D1E1F0E-D2F8-4BDC-A192-2D91FB550510}" type="pres">
      <dgm:prSet presAssocID="{93F98CC0-7683-4156-847E-F2B808C4D38D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B54AFFA-89B4-4687-B69F-73B2F144EB30}" type="pres">
      <dgm:prSet presAssocID="{93F98CC0-7683-4156-847E-F2B808C4D38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997CC43-C179-4F8D-9CA1-EEFB54FD6394}" type="pres">
      <dgm:prSet presAssocID="{93F98CC0-7683-4156-847E-F2B808C4D38D}" presName="spaceRect" presStyleCnt="0"/>
      <dgm:spPr/>
    </dgm:pt>
    <dgm:pt modelId="{74D49E98-E837-4B13-A6DA-ED283FCC0E0F}" type="pres">
      <dgm:prSet presAssocID="{93F98CC0-7683-4156-847E-F2B808C4D38D}" presName="textRect" presStyleLbl="revTx" presStyleIdx="4" presStyleCnt="6">
        <dgm:presLayoutVars>
          <dgm:chMax val="1"/>
          <dgm:chPref val="1"/>
        </dgm:presLayoutVars>
      </dgm:prSet>
      <dgm:spPr/>
    </dgm:pt>
    <dgm:pt modelId="{31A197F1-8765-4B62-8AC8-556FE77E8159}" type="pres">
      <dgm:prSet presAssocID="{E7268815-41DE-4670-9A95-D0933CAE8371}" presName="sibTrans" presStyleCnt="0"/>
      <dgm:spPr/>
    </dgm:pt>
    <dgm:pt modelId="{5C7741C0-CD1C-4A64-A1DB-2EF2142DA601}" type="pres">
      <dgm:prSet presAssocID="{3123B579-0BF1-496C-A3F4-A073085B8777}" presName="compNode" presStyleCnt="0"/>
      <dgm:spPr/>
    </dgm:pt>
    <dgm:pt modelId="{6F321DFC-7FB9-4C3F-9CF4-7A2B38BDDEA4}" type="pres">
      <dgm:prSet presAssocID="{3123B579-0BF1-496C-A3F4-A073085B8777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680CD77-C11D-4E95-9989-DEBE1DB725AD}" type="pres">
      <dgm:prSet presAssocID="{3123B579-0BF1-496C-A3F4-A073085B877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0708B80-DCAB-4F53-A3EC-CC041FC6E130}" type="pres">
      <dgm:prSet presAssocID="{3123B579-0BF1-496C-A3F4-A073085B8777}" presName="spaceRect" presStyleCnt="0"/>
      <dgm:spPr/>
    </dgm:pt>
    <dgm:pt modelId="{271AA9FF-FF15-475C-BD0B-39E5578D481F}" type="pres">
      <dgm:prSet presAssocID="{3123B579-0BF1-496C-A3F4-A073085B877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B14380C-6613-4428-AFF1-4EC9A8604812}" type="presOf" srcId="{0C714C75-DE33-4A45-AEFC-91FDC16CFFF3}" destId="{969DCA46-2934-4443-B9DB-47ADF7935B80}" srcOrd="0" destOrd="0" presId="urn:microsoft.com/office/officeart/2018/5/layout/IconLeafLabelList"/>
    <dgm:cxn modelId="{2E2C030F-5D75-4991-B2F1-6E61457ABC19}" type="presOf" srcId="{93F98CC0-7683-4156-847E-F2B808C4D38D}" destId="{74D49E98-E837-4B13-A6DA-ED283FCC0E0F}" srcOrd="0" destOrd="0" presId="urn:microsoft.com/office/officeart/2018/5/layout/IconLeafLabelList"/>
    <dgm:cxn modelId="{6666B012-1090-44B3-8237-DA144CEB9033}" srcId="{5894E23C-6E4C-4AF6-9AEB-A39829D656A8}" destId="{49EAE16E-CB95-424D-87ED-60F9F394C8CB}" srcOrd="3" destOrd="0" parTransId="{8AB015ED-EFAC-4B4E-BC2B-4B3B0775CADA}" sibTransId="{777FA654-6A3A-4178-B25B-AEDEC091A2F4}"/>
    <dgm:cxn modelId="{74323228-DA64-45B2-9C48-1103843232FD}" srcId="{5894E23C-6E4C-4AF6-9AEB-A39829D656A8}" destId="{3123B579-0BF1-496C-A3F4-A073085B8777}" srcOrd="5" destOrd="0" parTransId="{CA785C56-A9F6-428A-8A70-DA8950C88E97}" sibTransId="{F1E96FD9-A99D-4BD7-8A2D-95CE9382049D}"/>
    <dgm:cxn modelId="{59985540-DACE-4015-A2C2-19E4CB0ADCFB}" type="presOf" srcId="{3123B579-0BF1-496C-A3F4-A073085B8777}" destId="{271AA9FF-FF15-475C-BD0B-39E5578D481F}" srcOrd="0" destOrd="0" presId="urn:microsoft.com/office/officeart/2018/5/layout/IconLeafLabelList"/>
    <dgm:cxn modelId="{E85FB064-8D84-4F30-992C-155150882A41}" type="presOf" srcId="{49EAE16E-CB95-424D-87ED-60F9F394C8CB}" destId="{F9252C56-375E-4FB1-8306-F9FFA8ECF8E1}" srcOrd="0" destOrd="0" presId="urn:microsoft.com/office/officeart/2018/5/layout/IconLeafLabelList"/>
    <dgm:cxn modelId="{685F614B-65FB-400E-AFEA-83FAD8A707C2}" srcId="{5894E23C-6E4C-4AF6-9AEB-A39829D656A8}" destId="{FEB63988-39F3-44E3-9225-3A4E20CE811B}" srcOrd="0" destOrd="0" parTransId="{1163B8C1-E252-4247-8C99-9E58DA614522}" sibTransId="{A5C1E7C7-A5CE-405C-8A93-76CDB907F419}"/>
    <dgm:cxn modelId="{83055E5A-8E24-44FB-AAA1-E4785289F697}" srcId="{5894E23C-6E4C-4AF6-9AEB-A39829D656A8}" destId="{0C714C75-DE33-4A45-AEFC-91FDC16CFFF3}" srcOrd="1" destOrd="0" parTransId="{E8D84611-1C39-42A2-A2F5-58700BDB2A5F}" sibTransId="{18443130-EE9F-4ED8-9BE1-D1987CA604BF}"/>
    <dgm:cxn modelId="{1616FC5A-2CD3-4DE7-8A7E-69D68591A506}" type="presOf" srcId="{5894E23C-6E4C-4AF6-9AEB-A39829D656A8}" destId="{10D157F3-A343-4F47-B70B-99834F04ACBE}" srcOrd="0" destOrd="0" presId="urn:microsoft.com/office/officeart/2018/5/layout/IconLeafLabelList"/>
    <dgm:cxn modelId="{C19CAE82-12CA-4635-BF19-884BEE84AAD3}" srcId="{5894E23C-6E4C-4AF6-9AEB-A39829D656A8}" destId="{93F98CC0-7683-4156-847E-F2B808C4D38D}" srcOrd="4" destOrd="0" parTransId="{EAEC2698-9469-4BE8-8747-6FE1E4066F4E}" sibTransId="{E7268815-41DE-4670-9A95-D0933CAE8371}"/>
    <dgm:cxn modelId="{0B991EB0-E557-41CF-BA29-2D8D7E2333B2}" type="presOf" srcId="{FEB63988-39F3-44E3-9225-3A4E20CE811B}" destId="{0E447A18-F1C2-4575-B5D7-58A11534A7FE}" srcOrd="0" destOrd="0" presId="urn:microsoft.com/office/officeart/2018/5/layout/IconLeafLabelList"/>
    <dgm:cxn modelId="{597598C3-21DB-4757-AF89-471424FB3661}" type="presOf" srcId="{6BA3CF8D-2A7F-4002-A8A3-5E7D785FC64D}" destId="{25151790-FA10-4766-A2B6-B97AF4E838F4}" srcOrd="0" destOrd="0" presId="urn:microsoft.com/office/officeart/2018/5/layout/IconLeafLabelList"/>
    <dgm:cxn modelId="{2E494BE6-D3C7-4CBC-B512-BEE94EBF3B2C}" srcId="{5894E23C-6E4C-4AF6-9AEB-A39829D656A8}" destId="{6BA3CF8D-2A7F-4002-A8A3-5E7D785FC64D}" srcOrd="2" destOrd="0" parTransId="{0FDF8C2A-83CF-4AE0-989A-BB9CEC3961D2}" sibTransId="{EB928D92-23A2-4F30-8ADD-42E157C960A5}"/>
    <dgm:cxn modelId="{792A43AF-6E6C-4EEA-8173-BBC1A4F441A9}" type="presParOf" srcId="{10D157F3-A343-4F47-B70B-99834F04ACBE}" destId="{6111CDDC-DF3F-48FD-B36D-B1D914B1F0EC}" srcOrd="0" destOrd="0" presId="urn:microsoft.com/office/officeart/2018/5/layout/IconLeafLabelList"/>
    <dgm:cxn modelId="{F3600FBC-909A-46F1-9A7B-18C07504C9E9}" type="presParOf" srcId="{6111CDDC-DF3F-48FD-B36D-B1D914B1F0EC}" destId="{681E3814-C2D6-42DA-AE75-19C7F15B7685}" srcOrd="0" destOrd="0" presId="urn:microsoft.com/office/officeart/2018/5/layout/IconLeafLabelList"/>
    <dgm:cxn modelId="{C4F702A9-53A8-4C60-8D75-94ADF4B4CDC5}" type="presParOf" srcId="{6111CDDC-DF3F-48FD-B36D-B1D914B1F0EC}" destId="{CEA08E57-2449-4A17-B463-810A0B010F81}" srcOrd="1" destOrd="0" presId="urn:microsoft.com/office/officeart/2018/5/layout/IconLeafLabelList"/>
    <dgm:cxn modelId="{6DB182E2-291F-44CC-BDFD-23DF6A5BAC3E}" type="presParOf" srcId="{6111CDDC-DF3F-48FD-B36D-B1D914B1F0EC}" destId="{38519F15-6400-4A51-8C05-16001EA0360F}" srcOrd="2" destOrd="0" presId="urn:microsoft.com/office/officeart/2018/5/layout/IconLeafLabelList"/>
    <dgm:cxn modelId="{235DD0AA-664C-4E2D-81D9-522C34D281B0}" type="presParOf" srcId="{6111CDDC-DF3F-48FD-B36D-B1D914B1F0EC}" destId="{0E447A18-F1C2-4575-B5D7-58A11534A7FE}" srcOrd="3" destOrd="0" presId="urn:microsoft.com/office/officeart/2018/5/layout/IconLeafLabelList"/>
    <dgm:cxn modelId="{A6F12B98-4976-4EB5-B620-20454EF9A656}" type="presParOf" srcId="{10D157F3-A343-4F47-B70B-99834F04ACBE}" destId="{5B2B5463-316A-404B-BDD2-6EE76E6462DF}" srcOrd="1" destOrd="0" presId="urn:microsoft.com/office/officeart/2018/5/layout/IconLeafLabelList"/>
    <dgm:cxn modelId="{326203A4-B395-45B2-9411-39AF726F328A}" type="presParOf" srcId="{10D157F3-A343-4F47-B70B-99834F04ACBE}" destId="{EA38F5FA-4E20-4354-8050-EA10649C2CF9}" srcOrd="2" destOrd="0" presId="urn:microsoft.com/office/officeart/2018/5/layout/IconLeafLabelList"/>
    <dgm:cxn modelId="{C14175AA-5BE2-4B0D-994E-8B173414726C}" type="presParOf" srcId="{EA38F5FA-4E20-4354-8050-EA10649C2CF9}" destId="{D4A41604-2B47-41E2-B9D5-D51FC6169568}" srcOrd="0" destOrd="0" presId="urn:microsoft.com/office/officeart/2018/5/layout/IconLeafLabelList"/>
    <dgm:cxn modelId="{583ED7BF-0196-4DED-A8C7-B02798B7CCFB}" type="presParOf" srcId="{EA38F5FA-4E20-4354-8050-EA10649C2CF9}" destId="{203B54C5-B2E7-405B-9A73-83642A7DB5BC}" srcOrd="1" destOrd="0" presId="urn:microsoft.com/office/officeart/2018/5/layout/IconLeafLabelList"/>
    <dgm:cxn modelId="{425E6B89-F2A4-4E13-8A41-40C48135B0AA}" type="presParOf" srcId="{EA38F5FA-4E20-4354-8050-EA10649C2CF9}" destId="{0F77187E-88F1-4971-992D-9ED7FC6CDDAC}" srcOrd="2" destOrd="0" presId="urn:microsoft.com/office/officeart/2018/5/layout/IconLeafLabelList"/>
    <dgm:cxn modelId="{B47923AA-5E39-4BDD-9517-15E7782B5314}" type="presParOf" srcId="{EA38F5FA-4E20-4354-8050-EA10649C2CF9}" destId="{969DCA46-2934-4443-B9DB-47ADF7935B80}" srcOrd="3" destOrd="0" presId="urn:microsoft.com/office/officeart/2018/5/layout/IconLeafLabelList"/>
    <dgm:cxn modelId="{13A94FCA-2D3D-4E6E-B3DE-AF11EA818FC7}" type="presParOf" srcId="{10D157F3-A343-4F47-B70B-99834F04ACBE}" destId="{B70B6E4F-6748-4681-88CF-747E97A68BFD}" srcOrd="3" destOrd="0" presId="urn:microsoft.com/office/officeart/2018/5/layout/IconLeafLabelList"/>
    <dgm:cxn modelId="{1CB936A9-4675-4ED9-A521-00F52B43D46F}" type="presParOf" srcId="{10D157F3-A343-4F47-B70B-99834F04ACBE}" destId="{1C5D8FD3-BFAA-41DB-A2DA-7B977B8179B9}" srcOrd="4" destOrd="0" presId="urn:microsoft.com/office/officeart/2018/5/layout/IconLeafLabelList"/>
    <dgm:cxn modelId="{647DB3A1-5107-40BF-BE6B-32597B5D48A3}" type="presParOf" srcId="{1C5D8FD3-BFAA-41DB-A2DA-7B977B8179B9}" destId="{30E4F7F3-E940-439B-B78B-50C65AC98208}" srcOrd="0" destOrd="0" presId="urn:microsoft.com/office/officeart/2018/5/layout/IconLeafLabelList"/>
    <dgm:cxn modelId="{3272239B-43E7-47A4-8B2A-45C171EF6BD7}" type="presParOf" srcId="{1C5D8FD3-BFAA-41DB-A2DA-7B977B8179B9}" destId="{38B2300F-419C-4FE7-B0E1-51FC40D982E6}" srcOrd="1" destOrd="0" presId="urn:microsoft.com/office/officeart/2018/5/layout/IconLeafLabelList"/>
    <dgm:cxn modelId="{D41A5A21-8685-4A9E-868C-62B9EE71486B}" type="presParOf" srcId="{1C5D8FD3-BFAA-41DB-A2DA-7B977B8179B9}" destId="{AA22CA92-DF39-47CE-A281-700B0D5E476E}" srcOrd="2" destOrd="0" presId="urn:microsoft.com/office/officeart/2018/5/layout/IconLeafLabelList"/>
    <dgm:cxn modelId="{A092B621-4CC4-4FA4-B169-810CA77F166F}" type="presParOf" srcId="{1C5D8FD3-BFAA-41DB-A2DA-7B977B8179B9}" destId="{25151790-FA10-4766-A2B6-B97AF4E838F4}" srcOrd="3" destOrd="0" presId="urn:microsoft.com/office/officeart/2018/5/layout/IconLeafLabelList"/>
    <dgm:cxn modelId="{21EE1F66-7F45-4B82-A50E-84B6DCAFAB2F}" type="presParOf" srcId="{10D157F3-A343-4F47-B70B-99834F04ACBE}" destId="{499FACDA-D51C-49BD-9E3D-37BCDC16FC05}" srcOrd="5" destOrd="0" presId="urn:microsoft.com/office/officeart/2018/5/layout/IconLeafLabelList"/>
    <dgm:cxn modelId="{9E05183F-44C9-486F-AD31-9616914925E6}" type="presParOf" srcId="{10D157F3-A343-4F47-B70B-99834F04ACBE}" destId="{12658983-89B8-455D-95E7-F4646DD2A142}" srcOrd="6" destOrd="0" presId="urn:microsoft.com/office/officeart/2018/5/layout/IconLeafLabelList"/>
    <dgm:cxn modelId="{80E509C6-F44B-4E29-ABE5-E75117EF766F}" type="presParOf" srcId="{12658983-89B8-455D-95E7-F4646DD2A142}" destId="{472F1371-BE81-430B-94BB-03C7BE9CD729}" srcOrd="0" destOrd="0" presId="urn:microsoft.com/office/officeart/2018/5/layout/IconLeafLabelList"/>
    <dgm:cxn modelId="{887EF3BB-657B-46E0-832B-886350F808D4}" type="presParOf" srcId="{12658983-89B8-455D-95E7-F4646DD2A142}" destId="{E7A8912D-08B8-4EEE-B5D5-8865D849F102}" srcOrd="1" destOrd="0" presId="urn:microsoft.com/office/officeart/2018/5/layout/IconLeafLabelList"/>
    <dgm:cxn modelId="{D86A58AA-7AD0-4C22-B27A-24C6F785F46A}" type="presParOf" srcId="{12658983-89B8-455D-95E7-F4646DD2A142}" destId="{425484E7-F613-4983-AC3A-AE3C0325628F}" srcOrd="2" destOrd="0" presId="urn:microsoft.com/office/officeart/2018/5/layout/IconLeafLabelList"/>
    <dgm:cxn modelId="{E8A5CD5C-4099-491B-9341-A3AC3ABA89BE}" type="presParOf" srcId="{12658983-89B8-455D-95E7-F4646DD2A142}" destId="{F9252C56-375E-4FB1-8306-F9FFA8ECF8E1}" srcOrd="3" destOrd="0" presId="urn:microsoft.com/office/officeart/2018/5/layout/IconLeafLabelList"/>
    <dgm:cxn modelId="{DC5D52BE-0FE0-4E84-9F2F-D488683C0B7C}" type="presParOf" srcId="{10D157F3-A343-4F47-B70B-99834F04ACBE}" destId="{60C841FF-9D13-4F04-B3D4-1DA1455EE7F1}" srcOrd="7" destOrd="0" presId="urn:microsoft.com/office/officeart/2018/5/layout/IconLeafLabelList"/>
    <dgm:cxn modelId="{8563AE6B-CAE9-41F1-956B-34520E7D3A60}" type="presParOf" srcId="{10D157F3-A343-4F47-B70B-99834F04ACBE}" destId="{720E259D-E334-4DBC-A465-2700A8860911}" srcOrd="8" destOrd="0" presId="urn:microsoft.com/office/officeart/2018/5/layout/IconLeafLabelList"/>
    <dgm:cxn modelId="{6184A478-8109-421A-9F5A-CB399CDF8355}" type="presParOf" srcId="{720E259D-E334-4DBC-A465-2700A8860911}" destId="{6D1E1F0E-D2F8-4BDC-A192-2D91FB550510}" srcOrd="0" destOrd="0" presId="urn:microsoft.com/office/officeart/2018/5/layout/IconLeafLabelList"/>
    <dgm:cxn modelId="{77C5E5A8-3528-462D-A916-730CB2602D8D}" type="presParOf" srcId="{720E259D-E334-4DBC-A465-2700A8860911}" destId="{FB54AFFA-89B4-4687-B69F-73B2F144EB30}" srcOrd="1" destOrd="0" presId="urn:microsoft.com/office/officeart/2018/5/layout/IconLeafLabelList"/>
    <dgm:cxn modelId="{2DCF2F61-F266-4230-B89E-9C28DFB869BE}" type="presParOf" srcId="{720E259D-E334-4DBC-A465-2700A8860911}" destId="{C997CC43-C179-4F8D-9CA1-EEFB54FD6394}" srcOrd="2" destOrd="0" presId="urn:microsoft.com/office/officeart/2018/5/layout/IconLeafLabelList"/>
    <dgm:cxn modelId="{58DFF5E6-BB59-4DFD-85FA-9FBA7FA847B5}" type="presParOf" srcId="{720E259D-E334-4DBC-A465-2700A8860911}" destId="{74D49E98-E837-4B13-A6DA-ED283FCC0E0F}" srcOrd="3" destOrd="0" presId="urn:microsoft.com/office/officeart/2018/5/layout/IconLeafLabelList"/>
    <dgm:cxn modelId="{D7777E59-9A25-4D67-8A4A-FBE734C7FB55}" type="presParOf" srcId="{10D157F3-A343-4F47-B70B-99834F04ACBE}" destId="{31A197F1-8765-4B62-8AC8-556FE77E8159}" srcOrd="9" destOrd="0" presId="urn:microsoft.com/office/officeart/2018/5/layout/IconLeafLabelList"/>
    <dgm:cxn modelId="{77D1737E-6508-48C4-B7AE-9BC0931CC478}" type="presParOf" srcId="{10D157F3-A343-4F47-B70B-99834F04ACBE}" destId="{5C7741C0-CD1C-4A64-A1DB-2EF2142DA601}" srcOrd="10" destOrd="0" presId="urn:microsoft.com/office/officeart/2018/5/layout/IconLeafLabelList"/>
    <dgm:cxn modelId="{FCB9954B-4710-4B3F-807B-2226CE857F9B}" type="presParOf" srcId="{5C7741C0-CD1C-4A64-A1DB-2EF2142DA601}" destId="{6F321DFC-7FB9-4C3F-9CF4-7A2B38BDDEA4}" srcOrd="0" destOrd="0" presId="urn:microsoft.com/office/officeart/2018/5/layout/IconLeafLabelList"/>
    <dgm:cxn modelId="{7B387BC3-6C6F-48BE-B49D-31D78479E12E}" type="presParOf" srcId="{5C7741C0-CD1C-4A64-A1DB-2EF2142DA601}" destId="{2680CD77-C11D-4E95-9989-DEBE1DB725AD}" srcOrd="1" destOrd="0" presId="urn:microsoft.com/office/officeart/2018/5/layout/IconLeafLabelList"/>
    <dgm:cxn modelId="{525F529E-70F3-4C56-9B53-9E15042B75F7}" type="presParOf" srcId="{5C7741C0-CD1C-4A64-A1DB-2EF2142DA601}" destId="{70708B80-DCAB-4F53-A3EC-CC041FC6E130}" srcOrd="2" destOrd="0" presId="urn:microsoft.com/office/officeart/2018/5/layout/IconLeafLabelList"/>
    <dgm:cxn modelId="{E18DA1B0-06C6-4BC5-BC6A-56DCBC31DBAC}" type="presParOf" srcId="{5C7741C0-CD1C-4A64-A1DB-2EF2142DA601}" destId="{271AA9FF-FF15-475C-BD0B-39E5578D481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4D85D52-D5B5-4455-87E7-B4C624F9B3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67DBB8-1A88-499D-8181-41E15FFDC3F8}">
      <dgm:prSet custT="1"/>
      <dgm:spPr/>
      <dgm:t>
        <a:bodyPr/>
        <a:lstStyle/>
        <a:p>
          <a:r>
            <a:rPr lang="en-US" sz="1800"/>
            <a:t>Data-at-rest encryption: Protecting stored data</a:t>
          </a:r>
        </a:p>
      </dgm:t>
    </dgm:pt>
    <dgm:pt modelId="{C2F7B40F-8CDF-4905-965E-F3BA0867832E}" type="parTrans" cxnId="{CC12486D-D63F-4433-B387-F1F49B1C1F46}">
      <dgm:prSet/>
      <dgm:spPr/>
      <dgm:t>
        <a:bodyPr/>
        <a:lstStyle/>
        <a:p>
          <a:endParaRPr lang="en-US" sz="1800"/>
        </a:p>
      </dgm:t>
    </dgm:pt>
    <dgm:pt modelId="{7904AD3C-0979-4B85-B2C7-5154004D62F8}" type="sibTrans" cxnId="{CC12486D-D63F-4433-B387-F1F49B1C1F46}">
      <dgm:prSet/>
      <dgm:spPr/>
      <dgm:t>
        <a:bodyPr/>
        <a:lstStyle/>
        <a:p>
          <a:endParaRPr lang="en-US" sz="1800"/>
        </a:p>
      </dgm:t>
    </dgm:pt>
    <dgm:pt modelId="{3A0DDCD2-5314-425D-97E9-65DB7A55F476}">
      <dgm:prSet custT="1"/>
      <dgm:spPr/>
      <dgm:t>
        <a:bodyPr/>
        <a:lstStyle/>
        <a:p>
          <a:r>
            <a:rPr lang="en-US" sz="1800"/>
            <a:t>Data-in-transit encryption: Securing data during transfer</a:t>
          </a:r>
        </a:p>
      </dgm:t>
    </dgm:pt>
    <dgm:pt modelId="{17EC304F-FFA1-4AE8-98EF-662C24C138A1}" type="parTrans" cxnId="{6376F3C0-2F3E-46F4-BD45-D8862F50048F}">
      <dgm:prSet/>
      <dgm:spPr/>
      <dgm:t>
        <a:bodyPr/>
        <a:lstStyle/>
        <a:p>
          <a:endParaRPr lang="en-US" sz="1800"/>
        </a:p>
      </dgm:t>
    </dgm:pt>
    <dgm:pt modelId="{5971255B-B067-4F18-8ECC-4758230FD12F}" type="sibTrans" cxnId="{6376F3C0-2F3E-46F4-BD45-D8862F50048F}">
      <dgm:prSet/>
      <dgm:spPr/>
      <dgm:t>
        <a:bodyPr/>
        <a:lstStyle/>
        <a:p>
          <a:endParaRPr lang="en-US" sz="1800"/>
        </a:p>
      </dgm:t>
    </dgm:pt>
    <dgm:pt modelId="{951C202E-E9C9-4B9D-BD17-6EE0875DCBDC}">
      <dgm:prSet custT="1"/>
      <dgm:spPr/>
      <dgm:t>
        <a:bodyPr/>
        <a:lstStyle/>
        <a:p>
          <a:r>
            <a:rPr lang="en-US" sz="1800"/>
            <a:t>Key management: Secure storage and rotation of encryption keys</a:t>
          </a:r>
        </a:p>
      </dgm:t>
    </dgm:pt>
    <dgm:pt modelId="{5F9BC7B2-25C9-4383-8AA5-EDFA523B6BF5}" type="parTrans" cxnId="{5F4F6FE8-49A6-4111-B0DE-7EFE62D1DDCE}">
      <dgm:prSet/>
      <dgm:spPr/>
      <dgm:t>
        <a:bodyPr/>
        <a:lstStyle/>
        <a:p>
          <a:endParaRPr lang="en-US" sz="1800"/>
        </a:p>
      </dgm:t>
    </dgm:pt>
    <dgm:pt modelId="{140A86E8-7E54-4118-B4A6-9CEEFFE7CFA9}" type="sibTrans" cxnId="{5F4F6FE8-49A6-4111-B0DE-7EFE62D1DDCE}">
      <dgm:prSet/>
      <dgm:spPr/>
      <dgm:t>
        <a:bodyPr/>
        <a:lstStyle/>
        <a:p>
          <a:endParaRPr lang="en-US" sz="1800"/>
        </a:p>
      </dgm:t>
    </dgm:pt>
    <dgm:pt modelId="{1CA46808-40B9-4EC2-BBB9-081A4CBAF007}">
      <dgm:prSet custT="1"/>
      <dgm:spPr/>
      <dgm:t>
        <a:bodyPr/>
        <a:lstStyle/>
        <a:p>
          <a:r>
            <a:rPr lang="en-US" sz="1800"/>
            <a:t>Homomorphic encryption: Processing encrypted data without decryption</a:t>
          </a:r>
        </a:p>
      </dgm:t>
    </dgm:pt>
    <dgm:pt modelId="{B66BFF31-DAF7-4988-81D8-E82A6CD9726C}" type="parTrans" cxnId="{66D7953E-F51C-4240-A297-E99C35FD2D84}">
      <dgm:prSet/>
      <dgm:spPr/>
      <dgm:t>
        <a:bodyPr/>
        <a:lstStyle/>
        <a:p>
          <a:endParaRPr lang="en-US" sz="1800"/>
        </a:p>
      </dgm:t>
    </dgm:pt>
    <dgm:pt modelId="{C55C2BDD-08E8-4DBD-9ECA-8BDA3BFE00E7}" type="sibTrans" cxnId="{66D7953E-F51C-4240-A297-E99C35FD2D84}">
      <dgm:prSet/>
      <dgm:spPr/>
      <dgm:t>
        <a:bodyPr/>
        <a:lstStyle/>
        <a:p>
          <a:endParaRPr lang="en-US" sz="1800"/>
        </a:p>
      </dgm:t>
    </dgm:pt>
    <dgm:pt modelId="{03E55EC0-D68C-4F8D-A6DF-7822A10A3175}" type="pres">
      <dgm:prSet presAssocID="{E4D85D52-D5B5-4455-87E7-B4C624F9B3E7}" presName="linear" presStyleCnt="0">
        <dgm:presLayoutVars>
          <dgm:animLvl val="lvl"/>
          <dgm:resizeHandles val="exact"/>
        </dgm:presLayoutVars>
      </dgm:prSet>
      <dgm:spPr/>
    </dgm:pt>
    <dgm:pt modelId="{BA920D8A-1308-4811-9299-B9AC73C411D4}" type="pres">
      <dgm:prSet presAssocID="{6F67DBB8-1A88-499D-8181-41E15FFDC3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6EF808-1450-4C80-9CA3-53B01B1A7318}" type="pres">
      <dgm:prSet presAssocID="{7904AD3C-0979-4B85-B2C7-5154004D62F8}" presName="spacer" presStyleCnt="0"/>
      <dgm:spPr/>
    </dgm:pt>
    <dgm:pt modelId="{DF8B9B36-169E-4F49-ACF8-EB41091B2B1D}" type="pres">
      <dgm:prSet presAssocID="{3A0DDCD2-5314-425D-97E9-65DB7A55F47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C4A2BA-EE14-41E4-A6BB-31D8C8284D8C}" type="pres">
      <dgm:prSet presAssocID="{5971255B-B067-4F18-8ECC-4758230FD12F}" presName="spacer" presStyleCnt="0"/>
      <dgm:spPr/>
    </dgm:pt>
    <dgm:pt modelId="{69D33E4F-7CDC-4D45-9A23-57B11471F2EE}" type="pres">
      <dgm:prSet presAssocID="{951C202E-E9C9-4B9D-BD17-6EE0875DCB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CA7F24-8506-4644-B8ED-140FACEE8B00}" type="pres">
      <dgm:prSet presAssocID="{140A86E8-7E54-4118-B4A6-9CEEFFE7CFA9}" presName="spacer" presStyleCnt="0"/>
      <dgm:spPr/>
    </dgm:pt>
    <dgm:pt modelId="{636932B2-C478-49FC-A8F9-E417007A456D}" type="pres">
      <dgm:prSet presAssocID="{1CA46808-40B9-4EC2-BBB9-081A4CBAF00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418DE0F-8E89-4B4D-8739-8099A1DDD4F0}" type="presOf" srcId="{E4D85D52-D5B5-4455-87E7-B4C624F9B3E7}" destId="{03E55EC0-D68C-4F8D-A6DF-7822A10A3175}" srcOrd="0" destOrd="0" presId="urn:microsoft.com/office/officeart/2005/8/layout/vList2"/>
    <dgm:cxn modelId="{963D2614-A5FE-41F0-AA43-356C39B0A495}" type="presOf" srcId="{3A0DDCD2-5314-425D-97E9-65DB7A55F476}" destId="{DF8B9B36-169E-4F49-ACF8-EB41091B2B1D}" srcOrd="0" destOrd="0" presId="urn:microsoft.com/office/officeart/2005/8/layout/vList2"/>
    <dgm:cxn modelId="{66D7953E-F51C-4240-A297-E99C35FD2D84}" srcId="{E4D85D52-D5B5-4455-87E7-B4C624F9B3E7}" destId="{1CA46808-40B9-4EC2-BBB9-081A4CBAF007}" srcOrd="3" destOrd="0" parTransId="{B66BFF31-DAF7-4988-81D8-E82A6CD9726C}" sibTransId="{C55C2BDD-08E8-4DBD-9ECA-8BDA3BFE00E7}"/>
    <dgm:cxn modelId="{CC12486D-D63F-4433-B387-F1F49B1C1F46}" srcId="{E4D85D52-D5B5-4455-87E7-B4C624F9B3E7}" destId="{6F67DBB8-1A88-499D-8181-41E15FFDC3F8}" srcOrd="0" destOrd="0" parTransId="{C2F7B40F-8CDF-4905-965E-F3BA0867832E}" sibTransId="{7904AD3C-0979-4B85-B2C7-5154004D62F8}"/>
    <dgm:cxn modelId="{76754355-F964-4519-A0F1-7833503E8DF5}" type="presOf" srcId="{6F67DBB8-1A88-499D-8181-41E15FFDC3F8}" destId="{BA920D8A-1308-4811-9299-B9AC73C411D4}" srcOrd="0" destOrd="0" presId="urn:microsoft.com/office/officeart/2005/8/layout/vList2"/>
    <dgm:cxn modelId="{6376F3C0-2F3E-46F4-BD45-D8862F50048F}" srcId="{E4D85D52-D5B5-4455-87E7-B4C624F9B3E7}" destId="{3A0DDCD2-5314-425D-97E9-65DB7A55F476}" srcOrd="1" destOrd="0" parTransId="{17EC304F-FFA1-4AE8-98EF-662C24C138A1}" sibTransId="{5971255B-B067-4F18-8ECC-4758230FD12F}"/>
    <dgm:cxn modelId="{588F7DD5-0EBA-4569-8813-2FE886A5D7E6}" type="presOf" srcId="{1CA46808-40B9-4EC2-BBB9-081A4CBAF007}" destId="{636932B2-C478-49FC-A8F9-E417007A456D}" srcOrd="0" destOrd="0" presId="urn:microsoft.com/office/officeart/2005/8/layout/vList2"/>
    <dgm:cxn modelId="{5F4F6FE8-49A6-4111-B0DE-7EFE62D1DDCE}" srcId="{E4D85D52-D5B5-4455-87E7-B4C624F9B3E7}" destId="{951C202E-E9C9-4B9D-BD17-6EE0875DCBDC}" srcOrd="2" destOrd="0" parTransId="{5F9BC7B2-25C9-4383-8AA5-EDFA523B6BF5}" sibTransId="{140A86E8-7E54-4118-B4A6-9CEEFFE7CFA9}"/>
    <dgm:cxn modelId="{9FE297EC-2191-4435-9BEF-8CC4AA6D0F6B}" type="presOf" srcId="{951C202E-E9C9-4B9D-BD17-6EE0875DCBDC}" destId="{69D33E4F-7CDC-4D45-9A23-57B11471F2EE}" srcOrd="0" destOrd="0" presId="urn:microsoft.com/office/officeart/2005/8/layout/vList2"/>
    <dgm:cxn modelId="{FD287611-BE1E-4983-A1FB-8B31618D1CE1}" type="presParOf" srcId="{03E55EC0-D68C-4F8D-A6DF-7822A10A3175}" destId="{BA920D8A-1308-4811-9299-B9AC73C411D4}" srcOrd="0" destOrd="0" presId="urn:microsoft.com/office/officeart/2005/8/layout/vList2"/>
    <dgm:cxn modelId="{B75C9BD5-BFF3-4084-8B3F-A32A5607D41D}" type="presParOf" srcId="{03E55EC0-D68C-4F8D-A6DF-7822A10A3175}" destId="{136EF808-1450-4C80-9CA3-53B01B1A7318}" srcOrd="1" destOrd="0" presId="urn:microsoft.com/office/officeart/2005/8/layout/vList2"/>
    <dgm:cxn modelId="{B689C60F-FBAA-4B25-A379-9CFC974FFF12}" type="presParOf" srcId="{03E55EC0-D68C-4F8D-A6DF-7822A10A3175}" destId="{DF8B9B36-169E-4F49-ACF8-EB41091B2B1D}" srcOrd="2" destOrd="0" presId="urn:microsoft.com/office/officeart/2005/8/layout/vList2"/>
    <dgm:cxn modelId="{4D234358-D18E-45EC-91BD-37F000B2B7BC}" type="presParOf" srcId="{03E55EC0-D68C-4F8D-A6DF-7822A10A3175}" destId="{26C4A2BA-EE14-41E4-A6BB-31D8C8284D8C}" srcOrd="3" destOrd="0" presId="urn:microsoft.com/office/officeart/2005/8/layout/vList2"/>
    <dgm:cxn modelId="{0CE4EF90-974E-4CCA-A78D-26F190E81D3F}" type="presParOf" srcId="{03E55EC0-D68C-4F8D-A6DF-7822A10A3175}" destId="{69D33E4F-7CDC-4D45-9A23-57B11471F2EE}" srcOrd="4" destOrd="0" presId="urn:microsoft.com/office/officeart/2005/8/layout/vList2"/>
    <dgm:cxn modelId="{6E1B04E0-03D0-4D34-801D-4585D573B2EE}" type="presParOf" srcId="{03E55EC0-D68C-4F8D-A6DF-7822A10A3175}" destId="{03CA7F24-8506-4644-B8ED-140FACEE8B00}" srcOrd="5" destOrd="0" presId="urn:microsoft.com/office/officeart/2005/8/layout/vList2"/>
    <dgm:cxn modelId="{0F305B19-6059-4034-8C90-2F6348DBBC05}" type="presParOf" srcId="{03E55EC0-D68C-4F8D-A6DF-7822A10A3175}" destId="{636932B2-C478-49FC-A8F9-E417007A456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9CDFF56-61A7-4A08-A9EA-3E247EB18FD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E1F274-4EEC-4D7C-843B-058D304F4442}">
      <dgm:prSet/>
      <dgm:spPr/>
      <dgm:t>
        <a:bodyPr/>
        <a:lstStyle/>
        <a:p>
          <a:r>
            <a:rPr lang="en-US"/>
            <a:t>Identity and Access Management (IAM)</a:t>
          </a:r>
        </a:p>
      </dgm:t>
    </dgm:pt>
    <dgm:pt modelId="{BAC82500-B3A5-434E-ADFC-B5DC457E3BD8}" type="parTrans" cxnId="{E4CD2E2D-DE9D-4254-957E-3A70F744FE5A}">
      <dgm:prSet/>
      <dgm:spPr/>
      <dgm:t>
        <a:bodyPr/>
        <a:lstStyle/>
        <a:p>
          <a:endParaRPr lang="en-US"/>
        </a:p>
      </dgm:t>
    </dgm:pt>
    <dgm:pt modelId="{B69CCB81-672F-48A9-BEA7-E29DF93F34B2}" type="sibTrans" cxnId="{E4CD2E2D-DE9D-4254-957E-3A70F744FE5A}">
      <dgm:prSet/>
      <dgm:spPr/>
      <dgm:t>
        <a:bodyPr/>
        <a:lstStyle/>
        <a:p>
          <a:endParaRPr lang="en-US"/>
        </a:p>
      </dgm:t>
    </dgm:pt>
    <dgm:pt modelId="{A14A3928-74E1-435F-99FD-0BAB5ADD7278}">
      <dgm:prSet/>
      <dgm:spPr/>
      <dgm:t>
        <a:bodyPr/>
        <a:lstStyle/>
        <a:p>
          <a:r>
            <a:rPr lang="en-US"/>
            <a:t>Multi-Factor Authentication (MFA)</a:t>
          </a:r>
        </a:p>
      </dgm:t>
    </dgm:pt>
    <dgm:pt modelId="{0638AA3E-771B-45D7-9A61-8272C2CF3508}" type="parTrans" cxnId="{BBB2851A-03F7-436A-B4F2-5B60468CA24E}">
      <dgm:prSet/>
      <dgm:spPr/>
      <dgm:t>
        <a:bodyPr/>
        <a:lstStyle/>
        <a:p>
          <a:endParaRPr lang="en-US"/>
        </a:p>
      </dgm:t>
    </dgm:pt>
    <dgm:pt modelId="{6FA93A46-BD1B-47DE-8DF9-EBB1BBC61578}" type="sibTrans" cxnId="{BBB2851A-03F7-436A-B4F2-5B60468CA24E}">
      <dgm:prSet/>
      <dgm:spPr/>
      <dgm:t>
        <a:bodyPr/>
        <a:lstStyle/>
        <a:p>
          <a:endParaRPr lang="en-US"/>
        </a:p>
      </dgm:t>
    </dgm:pt>
    <dgm:pt modelId="{28F139C6-3254-4FF3-A739-AD096B4DCCEB}">
      <dgm:prSet/>
      <dgm:spPr/>
      <dgm:t>
        <a:bodyPr/>
        <a:lstStyle/>
        <a:p>
          <a:r>
            <a:rPr lang="en-US"/>
            <a:t>Single Sign-On (SSO)</a:t>
          </a:r>
        </a:p>
      </dgm:t>
    </dgm:pt>
    <dgm:pt modelId="{929C54E7-C010-44E3-A4DC-C3921733E0D0}" type="parTrans" cxnId="{887025AF-2987-434F-B9E7-3D2B552B45CC}">
      <dgm:prSet/>
      <dgm:spPr/>
      <dgm:t>
        <a:bodyPr/>
        <a:lstStyle/>
        <a:p>
          <a:endParaRPr lang="en-US"/>
        </a:p>
      </dgm:t>
    </dgm:pt>
    <dgm:pt modelId="{235E2CFB-1B59-47F7-B313-B28940B6DE48}" type="sibTrans" cxnId="{887025AF-2987-434F-B9E7-3D2B552B45CC}">
      <dgm:prSet/>
      <dgm:spPr/>
      <dgm:t>
        <a:bodyPr/>
        <a:lstStyle/>
        <a:p>
          <a:endParaRPr lang="en-US"/>
        </a:p>
      </dgm:t>
    </dgm:pt>
    <dgm:pt modelId="{2E587050-7E69-47BD-A682-3F06447CA596}">
      <dgm:prSet/>
      <dgm:spPr/>
      <dgm:t>
        <a:bodyPr/>
        <a:lstStyle/>
        <a:p>
          <a:r>
            <a:rPr lang="en-US"/>
            <a:t>Principle of Least Privilege</a:t>
          </a:r>
        </a:p>
      </dgm:t>
    </dgm:pt>
    <dgm:pt modelId="{511F52F9-2B28-4F52-8643-BD39A0E6A720}" type="parTrans" cxnId="{3D5406F6-C949-4C38-BC89-A422033689DD}">
      <dgm:prSet/>
      <dgm:spPr/>
      <dgm:t>
        <a:bodyPr/>
        <a:lstStyle/>
        <a:p>
          <a:endParaRPr lang="en-US"/>
        </a:p>
      </dgm:t>
    </dgm:pt>
    <dgm:pt modelId="{7640DB7D-5252-4299-86D1-4D152AA5C768}" type="sibTrans" cxnId="{3D5406F6-C949-4C38-BC89-A422033689DD}">
      <dgm:prSet/>
      <dgm:spPr/>
      <dgm:t>
        <a:bodyPr/>
        <a:lstStyle/>
        <a:p>
          <a:endParaRPr lang="en-US"/>
        </a:p>
      </dgm:t>
    </dgm:pt>
    <dgm:pt modelId="{125CA42C-D4E6-4E17-955F-00DA287D67F7}">
      <dgm:prSet/>
      <dgm:spPr/>
      <dgm:t>
        <a:bodyPr/>
        <a:lstStyle/>
        <a:p>
          <a:r>
            <a:rPr lang="en-US"/>
            <a:t>Role-Based Access Control (RBAC)</a:t>
          </a:r>
        </a:p>
      </dgm:t>
    </dgm:pt>
    <dgm:pt modelId="{B1AF8DB0-8932-4873-A743-8A75FF2D8CCD}" type="parTrans" cxnId="{E375B7CF-49ED-47FA-8532-F9C64BC41EBD}">
      <dgm:prSet/>
      <dgm:spPr/>
      <dgm:t>
        <a:bodyPr/>
        <a:lstStyle/>
        <a:p>
          <a:endParaRPr lang="en-US"/>
        </a:p>
      </dgm:t>
    </dgm:pt>
    <dgm:pt modelId="{C6C41A9C-F6D2-495D-8DB9-71BD0F047EE4}" type="sibTrans" cxnId="{E375B7CF-49ED-47FA-8532-F9C64BC41EBD}">
      <dgm:prSet/>
      <dgm:spPr/>
      <dgm:t>
        <a:bodyPr/>
        <a:lstStyle/>
        <a:p>
          <a:endParaRPr lang="en-US"/>
        </a:p>
      </dgm:t>
    </dgm:pt>
    <dgm:pt modelId="{2AFC9B53-8225-4F5C-A139-0CA1B2E005A2}" type="pres">
      <dgm:prSet presAssocID="{59CDFF56-61A7-4A08-A9EA-3E247EB18FD8}" presName="diagram" presStyleCnt="0">
        <dgm:presLayoutVars>
          <dgm:dir/>
          <dgm:resizeHandles val="exact"/>
        </dgm:presLayoutVars>
      </dgm:prSet>
      <dgm:spPr/>
    </dgm:pt>
    <dgm:pt modelId="{98E30765-BF67-4DB8-8243-7C6A78E99F29}" type="pres">
      <dgm:prSet presAssocID="{59E1F274-4EEC-4D7C-843B-058D304F4442}" presName="node" presStyleLbl="node1" presStyleIdx="0" presStyleCnt="5">
        <dgm:presLayoutVars>
          <dgm:bulletEnabled val="1"/>
        </dgm:presLayoutVars>
      </dgm:prSet>
      <dgm:spPr/>
    </dgm:pt>
    <dgm:pt modelId="{A933A48F-4111-4C71-907B-410327612D67}" type="pres">
      <dgm:prSet presAssocID="{B69CCB81-672F-48A9-BEA7-E29DF93F34B2}" presName="sibTrans" presStyleCnt="0"/>
      <dgm:spPr/>
    </dgm:pt>
    <dgm:pt modelId="{A0AA3D5C-3A7B-4C49-AD16-D38D0BE82F97}" type="pres">
      <dgm:prSet presAssocID="{A14A3928-74E1-435F-99FD-0BAB5ADD7278}" presName="node" presStyleLbl="node1" presStyleIdx="1" presStyleCnt="5">
        <dgm:presLayoutVars>
          <dgm:bulletEnabled val="1"/>
        </dgm:presLayoutVars>
      </dgm:prSet>
      <dgm:spPr/>
    </dgm:pt>
    <dgm:pt modelId="{24F2735B-52F8-48E2-A39B-899A75AF9548}" type="pres">
      <dgm:prSet presAssocID="{6FA93A46-BD1B-47DE-8DF9-EBB1BBC61578}" presName="sibTrans" presStyleCnt="0"/>
      <dgm:spPr/>
    </dgm:pt>
    <dgm:pt modelId="{5B0C3D45-0531-4D40-91A2-094698AE4214}" type="pres">
      <dgm:prSet presAssocID="{28F139C6-3254-4FF3-A739-AD096B4DCCEB}" presName="node" presStyleLbl="node1" presStyleIdx="2" presStyleCnt="5">
        <dgm:presLayoutVars>
          <dgm:bulletEnabled val="1"/>
        </dgm:presLayoutVars>
      </dgm:prSet>
      <dgm:spPr/>
    </dgm:pt>
    <dgm:pt modelId="{B3452848-1E23-4453-A84C-6E8A2937E140}" type="pres">
      <dgm:prSet presAssocID="{235E2CFB-1B59-47F7-B313-B28940B6DE48}" presName="sibTrans" presStyleCnt="0"/>
      <dgm:spPr/>
    </dgm:pt>
    <dgm:pt modelId="{22DE9C0B-0C1C-4CD4-B9B6-87AC4F91E153}" type="pres">
      <dgm:prSet presAssocID="{2E587050-7E69-47BD-A682-3F06447CA596}" presName="node" presStyleLbl="node1" presStyleIdx="3" presStyleCnt="5">
        <dgm:presLayoutVars>
          <dgm:bulletEnabled val="1"/>
        </dgm:presLayoutVars>
      </dgm:prSet>
      <dgm:spPr/>
    </dgm:pt>
    <dgm:pt modelId="{B04A8B64-0BC3-48F6-86D1-5131DCD0B263}" type="pres">
      <dgm:prSet presAssocID="{7640DB7D-5252-4299-86D1-4D152AA5C768}" presName="sibTrans" presStyleCnt="0"/>
      <dgm:spPr/>
    </dgm:pt>
    <dgm:pt modelId="{81DFC5CB-8B19-4422-841A-8BEFF09188F6}" type="pres">
      <dgm:prSet presAssocID="{125CA42C-D4E6-4E17-955F-00DA287D67F7}" presName="node" presStyleLbl="node1" presStyleIdx="4" presStyleCnt="5">
        <dgm:presLayoutVars>
          <dgm:bulletEnabled val="1"/>
        </dgm:presLayoutVars>
      </dgm:prSet>
      <dgm:spPr/>
    </dgm:pt>
  </dgm:ptLst>
  <dgm:cxnLst>
    <dgm:cxn modelId="{BBB2851A-03F7-436A-B4F2-5B60468CA24E}" srcId="{59CDFF56-61A7-4A08-A9EA-3E247EB18FD8}" destId="{A14A3928-74E1-435F-99FD-0BAB5ADD7278}" srcOrd="1" destOrd="0" parTransId="{0638AA3E-771B-45D7-9A61-8272C2CF3508}" sibTransId="{6FA93A46-BD1B-47DE-8DF9-EBB1BBC61578}"/>
    <dgm:cxn modelId="{E4CD2E2D-DE9D-4254-957E-3A70F744FE5A}" srcId="{59CDFF56-61A7-4A08-A9EA-3E247EB18FD8}" destId="{59E1F274-4EEC-4D7C-843B-058D304F4442}" srcOrd="0" destOrd="0" parTransId="{BAC82500-B3A5-434E-ADFC-B5DC457E3BD8}" sibTransId="{B69CCB81-672F-48A9-BEA7-E29DF93F34B2}"/>
    <dgm:cxn modelId="{899BFC49-5C5B-4D5F-816D-7B61479C8381}" type="presOf" srcId="{2E587050-7E69-47BD-A682-3F06447CA596}" destId="{22DE9C0B-0C1C-4CD4-B9B6-87AC4F91E153}" srcOrd="0" destOrd="0" presId="urn:microsoft.com/office/officeart/2005/8/layout/default"/>
    <dgm:cxn modelId="{6EA2866B-DA3F-4D55-97EB-A2B7519FCC52}" type="presOf" srcId="{A14A3928-74E1-435F-99FD-0BAB5ADD7278}" destId="{A0AA3D5C-3A7B-4C49-AD16-D38D0BE82F97}" srcOrd="0" destOrd="0" presId="urn:microsoft.com/office/officeart/2005/8/layout/default"/>
    <dgm:cxn modelId="{E0165084-6924-42E9-BC2A-7AAAAB17DE19}" type="presOf" srcId="{125CA42C-D4E6-4E17-955F-00DA287D67F7}" destId="{81DFC5CB-8B19-4422-841A-8BEFF09188F6}" srcOrd="0" destOrd="0" presId="urn:microsoft.com/office/officeart/2005/8/layout/default"/>
    <dgm:cxn modelId="{038BC3AC-5FA9-406E-878D-B2552130A0D3}" type="presOf" srcId="{59CDFF56-61A7-4A08-A9EA-3E247EB18FD8}" destId="{2AFC9B53-8225-4F5C-A139-0CA1B2E005A2}" srcOrd="0" destOrd="0" presId="urn:microsoft.com/office/officeart/2005/8/layout/default"/>
    <dgm:cxn modelId="{887025AF-2987-434F-B9E7-3D2B552B45CC}" srcId="{59CDFF56-61A7-4A08-A9EA-3E247EB18FD8}" destId="{28F139C6-3254-4FF3-A739-AD096B4DCCEB}" srcOrd="2" destOrd="0" parTransId="{929C54E7-C010-44E3-A4DC-C3921733E0D0}" sibTransId="{235E2CFB-1B59-47F7-B313-B28940B6DE48}"/>
    <dgm:cxn modelId="{E375B7CF-49ED-47FA-8532-F9C64BC41EBD}" srcId="{59CDFF56-61A7-4A08-A9EA-3E247EB18FD8}" destId="{125CA42C-D4E6-4E17-955F-00DA287D67F7}" srcOrd="4" destOrd="0" parTransId="{B1AF8DB0-8932-4873-A743-8A75FF2D8CCD}" sibTransId="{C6C41A9C-F6D2-495D-8DB9-71BD0F047EE4}"/>
    <dgm:cxn modelId="{095D94DD-946E-4F38-B83C-20EDB7B38B6A}" type="presOf" srcId="{59E1F274-4EEC-4D7C-843B-058D304F4442}" destId="{98E30765-BF67-4DB8-8243-7C6A78E99F29}" srcOrd="0" destOrd="0" presId="urn:microsoft.com/office/officeart/2005/8/layout/default"/>
    <dgm:cxn modelId="{31206AE7-95F4-470F-8F4E-522A89FA7FF0}" type="presOf" srcId="{28F139C6-3254-4FF3-A739-AD096B4DCCEB}" destId="{5B0C3D45-0531-4D40-91A2-094698AE4214}" srcOrd="0" destOrd="0" presId="urn:microsoft.com/office/officeart/2005/8/layout/default"/>
    <dgm:cxn modelId="{3D5406F6-C949-4C38-BC89-A422033689DD}" srcId="{59CDFF56-61A7-4A08-A9EA-3E247EB18FD8}" destId="{2E587050-7E69-47BD-A682-3F06447CA596}" srcOrd="3" destOrd="0" parTransId="{511F52F9-2B28-4F52-8643-BD39A0E6A720}" sibTransId="{7640DB7D-5252-4299-86D1-4D152AA5C768}"/>
    <dgm:cxn modelId="{403CC45A-4E80-4AB6-A6A4-ED3E2F7D251F}" type="presParOf" srcId="{2AFC9B53-8225-4F5C-A139-0CA1B2E005A2}" destId="{98E30765-BF67-4DB8-8243-7C6A78E99F29}" srcOrd="0" destOrd="0" presId="urn:microsoft.com/office/officeart/2005/8/layout/default"/>
    <dgm:cxn modelId="{435169C7-1700-4FE2-BD34-136ACF080E02}" type="presParOf" srcId="{2AFC9B53-8225-4F5C-A139-0CA1B2E005A2}" destId="{A933A48F-4111-4C71-907B-410327612D67}" srcOrd="1" destOrd="0" presId="urn:microsoft.com/office/officeart/2005/8/layout/default"/>
    <dgm:cxn modelId="{523D1D4D-7833-42EC-8642-90880CBDC64D}" type="presParOf" srcId="{2AFC9B53-8225-4F5C-A139-0CA1B2E005A2}" destId="{A0AA3D5C-3A7B-4C49-AD16-D38D0BE82F97}" srcOrd="2" destOrd="0" presId="urn:microsoft.com/office/officeart/2005/8/layout/default"/>
    <dgm:cxn modelId="{28CFE168-7992-4F9C-8B36-6AC1AE80C1DC}" type="presParOf" srcId="{2AFC9B53-8225-4F5C-A139-0CA1B2E005A2}" destId="{24F2735B-52F8-48E2-A39B-899A75AF9548}" srcOrd="3" destOrd="0" presId="urn:microsoft.com/office/officeart/2005/8/layout/default"/>
    <dgm:cxn modelId="{120B953A-997C-44EF-B84F-2BDBAD051AB5}" type="presParOf" srcId="{2AFC9B53-8225-4F5C-A139-0CA1B2E005A2}" destId="{5B0C3D45-0531-4D40-91A2-094698AE4214}" srcOrd="4" destOrd="0" presId="urn:microsoft.com/office/officeart/2005/8/layout/default"/>
    <dgm:cxn modelId="{8A31D1E0-CA14-4953-A650-898B24AD8983}" type="presParOf" srcId="{2AFC9B53-8225-4F5C-A139-0CA1B2E005A2}" destId="{B3452848-1E23-4453-A84C-6E8A2937E140}" srcOrd="5" destOrd="0" presId="urn:microsoft.com/office/officeart/2005/8/layout/default"/>
    <dgm:cxn modelId="{535DA784-994D-4DD1-937B-30BB1EDF3249}" type="presParOf" srcId="{2AFC9B53-8225-4F5C-A139-0CA1B2E005A2}" destId="{22DE9C0B-0C1C-4CD4-B9B6-87AC4F91E153}" srcOrd="6" destOrd="0" presId="urn:microsoft.com/office/officeart/2005/8/layout/default"/>
    <dgm:cxn modelId="{10AFC692-4B28-4F54-8967-3A499B9E4A10}" type="presParOf" srcId="{2AFC9B53-8225-4F5C-A139-0CA1B2E005A2}" destId="{B04A8B64-0BC3-48F6-86D1-5131DCD0B263}" srcOrd="7" destOrd="0" presId="urn:microsoft.com/office/officeart/2005/8/layout/default"/>
    <dgm:cxn modelId="{74EDFAFD-9078-4BBE-9BB5-55D5FCE904CE}" type="presParOf" srcId="{2AFC9B53-8225-4F5C-A139-0CA1B2E005A2}" destId="{81DFC5CB-8B19-4422-841A-8BEFF09188F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96AE2BC-FA01-41EF-AD45-D1CEADEAA1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87ACEAB-69F6-4D4F-A5FF-21E007C78E6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cap="none" dirty="0"/>
            <a:t>Definition: </a:t>
          </a:r>
          <a:r>
            <a:rPr lang="en-US" b="0" cap="none" dirty="0"/>
            <a:t>Policies and Tools to Prevent Data Leakage</a:t>
          </a:r>
        </a:p>
      </dgm:t>
    </dgm:pt>
    <dgm:pt modelId="{2A6B0E7D-7D3A-440C-AEBB-0FF2E3CDA46A}" type="parTrans" cxnId="{DE7D78A0-8C5F-49A3-9308-695B6CE97576}">
      <dgm:prSet/>
      <dgm:spPr/>
      <dgm:t>
        <a:bodyPr/>
        <a:lstStyle/>
        <a:p>
          <a:endParaRPr lang="en-US" b="1" dirty="0"/>
        </a:p>
      </dgm:t>
    </dgm:pt>
    <dgm:pt modelId="{9D2D8105-C990-4F2A-97D0-02225A19A592}" type="sibTrans" cxnId="{DE7D78A0-8C5F-49A3-9308-695B6CE97576}">
      <dgm:prSet/>
      <dgm:spPr/>
      <dgm:t>
        <a:bodyPr/>
        <a:lstStyle/>
        <a:p>
          <a:endParaRPr lang="en-US" b="1" dirty="0"/>
        </a:p>
      </dgm:t>
    </dgm:pt>
    <dgm:pt modelId="{9D0CF9E7-2F3F-4202-913B-856D4F60B9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cap="none" dirty="0"/>
            <a:t>Features: </a:t>
          </a:r>
          <a:r>
            <a:rPr lang="en-US" b="0" cap="none" dirty="0"/>
            <a:t>Content Inspection, Contextual Analysis, Policy Enforcement</a:t>
          </a:r>
        </a:p>
      </dgm:t>
    </dgm:pt>
    <dgm:pt modelId="{30A2E04F-5F8B-4151-ADE7-83842FB54D10}" type="parTrans" cxnId="{CA952F36-57D4-4373-81B9-1B6961E34254}">
      <dgm:prSet/>
      <dgm:spPr/>
      <dgm:t>
        <a:bodyPr/>
        <a:lstStyle/>
        <a:p>
          <a:endParaRPr lang="en-US" b="1" dirty="0"/>
        </a:p>
      </dgm:t>
    </dgm:pt>
    <dgm:pt modelId="{CFEF40DA-6718-4622-B429-869BFCA18515}" type="sibTrans" cxnId="{CA952F36-57D4-4373-81B9-1B6961E34254}">
      <dgm:prSet/>
      <dgm:spPr/>
      <dgm:t>
        <a:bodyPr/>
        <a:lstStyle/>
        <a:p>
          <a:endParaRPr lang="en-US" b="1" dirty="0"/>
        </a:p>
      </dgm:t>
    </dgm:pt>
    <dgm:pt modelId="{A9C3D0DE-A6B7-404B-8AD0-407DE9389AD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cap="none" dirty="0"/>
            <a:t>Implementation: </a:t>
          </a:r>
          <a:r>
            <a:rPr lang="en-US" b="0" cap="none" dirty="0"/>
            <a:t>Network DLP, Endpoint DLP, Cloud DLP</a:t>
          </a:r>
        </a:p>
      </dgm:t>
    </dgm:pt>
    <dgm:pt modelId="{B4DBFA49-5CBD-4A4F-8CCE-3A262BA79ED9}" type="parTrans" cxnId="{0F9B1C60-6A8D-42BC-90CC-04B486E77480}">
      <dgm:prSet/>
      <dgm:spPr/>
      <dgm:t>
        <a:bodyPr/>
        <a:lstStyle/>
        <a:p>
          <a:endParaRPr lang="en-US" b="1" dirty="0"/>
        </a:p>
      </dgm:t>
    </dgm:pt>
    <dgm:pt modelId="{243E9419-82CD-4D93-9B90-14DF058943FA}" type="sibTrans" cxnId="{0F9B1C60-6A8D-42BC-90CC-04B486E77480}">
      <dgm:prSet/>
      <dgm:spPr/>
      <dgm:t>
        <a:bodyPr/>
        <a:lstStyle/>
        <a:p>
          <a:endParaRPr lang="en-US" b="1" dirty="0"/>
        </a:p>
      </dgm:t>
    </dgm:pt>
    <dgm:pt modelId="{53ABA994-4780-40B7-A330-AFEA2E9CEF2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cap="none" dirty="0"/>
            <a:t>Benefits: </a:t>
          </a:r>
          <a:r>
            <a:rPr lang="en-US" b="0" cap="none" dirty="0"/>
            <a:t>Compliance, Data Protection, Risk Mitigation</a:t>
          </a:r>
        </a:p>
      </dgm:t>
    </dgm:pt>
    <dgm:pt modelId="{2FE3337F-F81A-43F4-B048-CEBDB157A131}" type="parTrans" cxnId="{51460F90-8888-41B0-A1E6-C5615E1A324E}">
      <dgm:prSet/>
      <dgm:spPr/>
      <dgm:t>
        <a:bodyPr/>
        <a:lstStyle/>
        <a:p>
          <a:endParaRPr lang="en-US" b="1" dirty="0"/>
        </a:p>
      </dgm:t>
    </dgm:pt>
    <dgm:pt modelId="{BAABC198-641E-4BAA-A7FE-5EA539C783B6}" type="sibTrans" cxnId="{51460F90-8888-41B0-A1E6-C5615E1A324E}">
      <dgm:prSet/>
      <dgm:spPr/>
      <dgm:t>
        <a:bodyPr/>
        <a:lstStyle/>
        <a:p>
          <a:endParaRPr lang="en-US" b="1" dirty="0"/>
        </a:p>
      </dgm:t>
    </dgm:pt>
    <dgm:pt modelId="{1223FBFF-5743-499B-8EAE-E0A252194D38}" type="pres">
      <dgm:prSet presAssocID="{296AE2BC-FA01-41EF-AD45-D1CEADEAA169}" presName="root" presStyleCnt="0">
        <dgm:presLayoutVars>
          <dgm:dir/>
          <dgm:resizeHandles val="exact"/>
        </dgm:presLayoutVars>
      </dgm:prSet>
      <dgm:spPr/>
    </dgm:pt>
    <dgm:pt modelId="{D1F830FA-C54A-4A0D-8461-BCB373C96B90}" type="pres">
      <dgm:prSet presAssocID="{787ACEAB-69F6-4D4F-A5FF-21E007C78E65}" presName="compNode" presStyleCnt="0"/>
      <dgm:spPr/>
    </dgm:pt>
    <dgm:pt modelId="{FDF6BBB5-746B-44A7-BF57-1531D00E0662}" type="pres">
      <dgm:prSet presAssocID="{787ACEAB-69F6-4D4F-A5FF-21E007C78E65}" presName="iconBgRect" presStyleLbl="bgShp" presStyleIdx="0" presStyleCnt="4"/>
      <dgm:spPr/>
    </dgm:pt>
    <dgm:pt modelId="{885B30F9-888A-44A6-9E3C-5582782692F1}" type="pres">
      <dgm:prSet presAssocID="{787ACEAB-69F6-4D4F-A5FF-21E007C78E6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BD5F0DC-B9CD-4B4A-B0DF-8A9859FEBBDD}" type="pres">
      <dgm:prSet presAssocID="{787ACEAB-69F6-4D4F-A5FF-21E007C78E65}" presName="spaceRect" presStyleCnt="0"/>
      <dgm:spPr/>
    </dgm:pt>
    <dgm:pt modelId="{FC4ADF90-B6DA-49EB-80F1-A14372E5B24B}" type="pres">
      <dgm:prSet presAssocID="{787ACEAB-69F6-4D4F-A5FF-21E007C78E65}" presName="textRect" presStyleLbl="revTx" presStyleIdx="0" presStyleCnt="4">
        <dgm:presLayoutVars>
          <dgm:chMax val="1"/>
          <dgm:chPref val="1"/>
        </dgm:presLayoutVars>
      </dgm:prSet>
      <dgm:spPr/>
    </dgm:pt>
    <dgm:pt modelId="{8BD7E1B8-2B7D-49BD-AD4F-288D84B403C9}" type="pres">
      <dgm:prSet presAssocID="{9D2D8105-C990-4F2A-97D0-02225A19A592}" presName="sibTrans" presStyleCnt="0"/>
      <dgm:spPr/>
    </dgm:pt>
    <dgm:pt modelId="{5167FE97-9784-4851-A1F1-0DD2324E9E46}" type="pres">
      <dgm:prSet presAssocID="{9D0CF9E7-2F3F-4202-913B-856D4F60B9FC}" presName="compNode" presStyleCnt="0"/>
      <dgm:spPr/>
    </dgm:pt>
    <dgm:pt modelId="{E722AB61-87E6-4E9F-B01B-11006628C303}" type="pres">
      <dgm:prSet presAssocID="{9D0CF9E7-2F3F-4202-913B-856D4F60B9FC}" presName="iconBgRect" presStyleLbl="bgShp" presStyleIdx="1" presStyleCnt="4"/>
      <dgm:spPr/>
    </dgm:pt>
    <dgm:pt modelId="{38A17776-B5A6-45C8-87E4-96A413DC4240}" type="pres">
      <dgm:prSet presAssocID="{9D0CF9E7-2F3F-4202-913B-856D4F60B9F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8DFC4859-89EA-4E75-A5E6-D84C5D8ECF95}" type="pres">
      <dgm:prSet presAssocID="{9D0CF9E7-2F3F-4202-913B-856D4F60B9FC}" presName="spaceRect" presStyleCnt="0"/>
      <dgm:spPr/>
    </dgm:pt>
    <dgm:pt modelId="{18EB3D7A-6505-4A64-8763-CCA8BC86A68F}" type="pres">
      <dgm:prSet presAssocID="{9D0CF9E7-2F3F-4202-913B-856D4F60B9FC}" presName="textRect" presStyleLbl="revTx" presStyleIdx="1" presStyleCnt="4">
        <dgm:presLayoutVars>
          <dgm:chMax val="1"/>
          <dgm:chPref val="1"/>
        </dgm:presLayoutVars>
      </dgm:prSet>
      <dgm:spPr/>
    </dgm:pt>
    <dgm:pt modelId="{2AB4B15D-B234-4F37-BA49-1DB3FA565CDB}" type="pres">
      <dgm:prSet presAssocID="{CFEF40DA-6718-4622-B429-869BFCA18515}" presName="sibTrans" presStyleCnt="0"/>
      <dgm:spPr/>
    </dgm:pt>
    <dgm:pt modelId="{ED253402-F15F-4D3D-BA02-989C8E77A38A}" type="pres">
      <dgm:prSet presAssocID="{A9C3D0DE-A6B7-404B-8AD0-407DE9389ADA}" presName="compNode" presStyleCnt="0"/>
      <dgm:spPr/>
    </dgm:pt>
    <dgm:pt modelId="{C3B4DB93-85A2-4B7B-9379-9DF8D00D028A}" type="pres">
      <dgm:prSet presAssocID="{A9C3D0DE-A6B7-404B-8AD0-407DE9389ADA}" presName="iconBgRect" presStyleLbl="bgShp" presStyleIdx="2" presStyleCnt="4"/>
      <dgm:spPr/>
    </dgm:pt>
    <dgm:pt modelId="{E21914A5-F148-4843-9992-30A5770C8488}" type="pres">
      <dgm:prSet presAssocID="{A9C3D0DE-A6B7-404B-8AD0-407DE9389AD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E0BE927-7548-466C-9B5E-B6ADB92E8317}" type="pres">
      <dgm:prSet presAssocID="{A9C3D0DE-A6B7-404B-8AD0-407DE9389ADA}" presName="spaceRect" presStyleCnt="0"/>
      <dgm:spPr/>
    </dgm:pt>
    <dgm:pt modelId="{D1DA029C-1337-4C22-8468-440E21322D50}" type="pres">
      <dgm:prSet presAssocID="{A9C3D0DE-A6B7-404B-8AD0-407DE9389ADA}" presName="textRect" presStyleLbl="revTx" presStyleIdx="2" presStyleCnt="4">
        <dgm:presLayoutVars>
          <dgm:chMax val="1"/>
          <dgm:chPref val="1"/>
        </dgm:presLayoutVars>
      </dgm:prSet>
      <dgm:spPr/>
    </dgm:pt>
    <dgm:pt modelId="{26F32DAF-38E3-4165-AE46-D6D49EBECB3E}" type="pres">
      <dgm:prSet presAssocID="{243E9419-82CD-4D93-9B90-14DF058943FA}" presName="sibTrans" presStyleCnt="0"/>
      <dgm:spPr/>
    </dgm:pt>
    <dgm:pt modelId="{23E26244-6124-4AC6-B32E-E940A4ACC561}" type="pres">
      <dgm:prSet presAssocID="{53ABA994-4780-40B7-A330-AFEA2E9CEF28}" presName="compNode" presStyleCnt="0"/>
      <dgm:spPr/>
    </dgm:pt>
    <dgm:pt modelId="{79E59D3C-D04A-4613-B6BA-25B5A549E67C}" type="pres">
      <dgm:prSet presAssocID="{53ABA994-4780-40B7-A330-AFEA2E9CEF28}" presName="iconBgRect" presStyleLbl="bgShp" presStyleIdx="3" presStyleCnt="4"/>
      <dgm:spPr/>
    </dgm:pt>
    <dgm:pt modelId="{C1B536E0-88E5-4426-BA9D-2CD22B90BFF2}" type="pres">
      <dgm:prSet presAssocID="{53ABA994-4780-40B7-A330-AFEA2E9CEF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BA8AE06-735D-4725-8B3C-11DEE25405A2}" type="pres">
      <dgm:prSet presAssocID="{53ABA994-4780-40B7-A330-AFEA2E9CEF28}" presName="spaceRect" presStyleCnt="0"/>
      <dgm:spPr/>
    </dgm:pt>
    <dgm:pt modelId="{8359406E-CD79-4F1A-842F-E9238C5438BB}" type="pres">
      <dgm:prSet presAssocID="{53ABA994-4780-40B7-A330-AFEA2E9CEF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4809D08-E942-4AF5-B7AB-875F84D38F40}" type="presOf" srcId="{296AE2BC-FA01-41EF-AD45-D1CEADEAA169}" destId="{1223FBFF-5743-499B-8EAE-E0A252194D38}" srcOrd="0" destOrd="0" presId="urn:microsoft.com/office/officeart/2018/5/layout/IconCircleLabelList"/>
    <dgm:cxn modelId="{CA952F36-57D4-4373-81B9-1B6961E34254}" srcId="{296AE2BC-FA01-41EF-AD45-D1CEADEAA169}" destId="{9D0CF9E7-2F3F-4202-913B-856D4F60B9FC}" srcOrd="1" destOrd="0" parTransId="{30A2E04F-5F8B-4151-ADE7-83842FB54D10}" sibTransId="{CFEF40DA-6718-4622-B429-869BFCA18515}"/>
    <dgm:cxn modelId="{B460FF40-ACFD-470F-80DD-E0F0CED33CCE}" type="presOf" srcId="{9D0CF9E7-2F3F-4202-913B-856D4F60B9FC}" destId="{18EB3D7A-6505-4A64-8763-CCA8BC86A68F}" srcOrd="0" destOrd="0" presId="urn:microsoft.com/office/officeart/2018/5/layout/IconCircleLabelList"/>
    <dgm:cxn modelId="{0F9B1C60-6A8D-42BC-90CC-04B486E77480}" srcId="{296AE2BC-FA01-41EF-AD45-D1CEADEAA169}" destId="{A9C3D0DE-A6B7-404B-8AD0-407DE9389ADA}" srcOrd="2" destOrd="0" parTransId="{B4DBFA49-5CBD-4A4F-8CCE-3A262BA79ED9}" sibTransId="{243E9419-82CD-4D93-9B90-14DF058943FA}"/>
    <dgm:cxn modelId="{87202464-23B0-47BC-B6BA-78F6ED4F3F20}" type="presOf" srcId="{53ABA994-4780-40B7-A330-AFEA2E9CEF28}" destId="{8359406E-CD79-4F1A-842F-E9238C5438BB}" srcOrd="0" destOrd="0" presId="urn:microsoft.com/office/officeart/2018/5/layout/IconCircleLabelList"/>
    <dgm:cxn modelId="{161BE766-2AE8-4972-96D0-EC5C131FAF78}" type="presOf" srcId="{787ACEAB-69F6-4D4F-A5FF-21E007C78E65}" destId="{FC4ADF90-B6DA-49EB-80F1-A14372E5B24B}" srcOrd="0" destOrd="0" presId="urn:microsoft.com/office/officeart/2018/5/layout/IconCircleLabelList"/>
    <dgm:cxn modelId="{51460F90-8888-41B0-A1E6-C5615E1A324E}" srcId="{296AE2BC-FA01-41EF-AD45-D1CEADEAA169}" destId="{53ABA994-4780-40B7-A330-AFEA2E9CEF28}" srcOrd="3" destOrd="0" parTransId="{2FE3337F-F81A-43F4-B048-CEBDB157A131}" sibTransId="{BAABC198-641E-4BAA-A7FE-5EA539C783B6}"/>
    <dgm:cxn modelId="{DE7D78A0-8C5F-49A3-9308-695B6CE97576}" srcId="{296AE2BC-FA01-41EF-AD45-D1CEADEAA169}" destId="{787ACEAB-69F6-4D4F-A5FF-21E007C78E65}" srcOrd="0" destOrd="0" parTransId="{2A6B0E7D-7D3A-440C-AEBB-0FF2E3CDA46A}" sibTransId="{9D2D8105-C990-4F2A-97D0-02225A19A592}"/>
    <dgm:cxn modelId="{2C5074F1-A401-4107-9E12-44E2E0F1ACE5}" type="presOf" srcId="{A9C3D0DE-A6B7-404B-8AD0-407DE9389ADA}" destId="{D1DA029C-1337-4C22-8468-440E21322D50}" srcOrd="0" destOrd="0" presId="urn:microsoft.com/office/officeart/2018/5/layout/IconCircleLabelList"/>
    <dgm:cxn modelId="{81A20CE4-D18F-40C3-A4B1-CBBA87E2394A}" type="presParOf" srcId="{1223FBFF-5743-499B-8EAE-E0A252194D38}" destId="{D1F830FA-C54A-4A0D-8461-BCB373C96B90}" srcOrd="0" destOrd="0" presId="urn:microsoft.com/office/officeart/2018/5/layout/IconCircleLabelList"/>
    <dgm:cxn modelId="{D559F175-60D9-49D5-9533-5B1384221E3E}" type="presParOf" srcId="{D1F830FA-C54A-4A0D-8461-BCB373C96B90}" destId="{FDF6BBB5-746B-44A7-BF57-1531D00E0662}" srcOrd="0" destOrd="0" presId="urn:microsoft.com/office/officeart/2018/5/layout/IconCircleLabelList"/>
    <dgm:cxn modelId="{3A451544-AEC2-4D2B-892A-DABAB1B13EE3}" type="presParOf" srcId="{D1F830FA-C54A-4A0D-8461-BCB373C96B90}" destId="{885B30F9-888A-44A6-9E3C-5582782692F1}" srcOrd="1" destOrd="0" presId="urn:microsoft.com/office/officeart/2018/5/layout/IconCircleLabelList"/>
    <dgm:cxn modelId="{A6DF8928-7AD0-4708-BD39-1DBA65CEF444}" type="presParOf" srcId="{D1F830FA-C54A-4A0D-8461-BCB373C96B90}" destId="{BBD5F0DC-B9CD-4B4A-B0DF-8A9859FEBBDD}" srcOrd="2" destOrd="0" presId="urn:microsoft.com/office/officeart/2018/5/layout/IconCircleLabelList"/>
    <dgm:cxn modelId="{9A0A9A99-F03E-4A65-988B-CD0D75080B78}" type="presParOf" srcId="{D1F830FA-C54A-4A0D-8461-BCB373C96B90}" destId="{FC4ADF90-B6DA-49EB-80F1-A14372E5B24B}" srcOrd="3" destOrd="0" presId="urn:microsoft.com/office/officeart/2018/5/layout/IconCircleLabelList"/>
    <dgm:cxn modelId="{23D322FE-20D1-4645-B596-3827AC855361}" type="presParOf" srcId="{1223FBFF-5743-499B-8EAE-E0A252194D38}" destId="{8BD7E1B8-2B7D-49BD-AD4F-288D84B403C9}" srcOrd="1" destOrd="0" presId="urn:microsoft.com/office/officeart/2018/5/layout/IconCircleLabelList"/>
    <dgm:cxn modelId="{77A48AED-884F-4D7E-8603-705B9AE7AD87}" type="presParOf" srcId="{1223FBFF-5743-499B-8EAE-E0A252194D38}" destId="{5167FE97-9784-4851-A1F1-0DD2324E9E46}" srcOrd="2" destOrd="0" presId="urn:microsoft.com/office/officeart/2018/5/layout/IconCircleLabelList"/>
    <dgm:cxn modelId="{F2116440-4654-4161-9827-A8A5B2393238}" type="presParOf" srcId="{5167FE97-9784-4851-A1F1-0DD2324E9E46}" destId="{E722AB61-87E6-4E9F-B01B-11006628C303}" srcOrd="0" destOrd="0" presId="urn:microsoft.com/office/officeart/2018/5/layout/IconCircleLabelList"/>
    <dgm:cxn modelId="{F64CC107-57DD-48E8-8934-8E94F2E89DB9}" type="presParOf" srcId="{5167FE97-9784-4851-A1F1-0DD2324E9E46}" destId="{38A17776-B5A6-45C8-87E4-96A413DC4240}" srcOrd="1" destOrd="0" presId="urn:microsoft.com/office/officeart/2018/5/layout/IconCircleLabelList"/>
    <dgm:cxn modelId="{01BFF1C8-BA8F-4325-BB0F-4E8F914D1242}" type="presParOf" srcId="{5167FE97-9784-4851-A1F1-0DD2324E9E46}" destId="{8DFC4859-89EA-4E75-A5E6-D84C5D8ECF95}" srcOrd="2" destOrd="0" presId="urn:microsoft.com/office/officeart/2018/5/layout/IconCircleLabelList"/>
    <dgm:cxn modelId="{5C757641-BE8A-4147-A81D-54742B9554F0}" type="presParOf" srcId="{5167FE97-9784-4851-A1F1-0DD2324E9E46}" destId="{18EB3D7A-6505-4A64-8763-CCA8BC86A68F}" srcOrd="3" destOrd="0" presId="urn:microsoft.com/office/officeart/2018/5/layout/IconCircleLabelList"/>
    <dgm:cxn modelId="{DACF2A4C-922C-4395-B17D-EEEB006DE328}" type="presParOf" srcId="{1223FBFF-5743-499B-8EAE-E0A252194D38}" destId="{2AB4B15D-B234-4F37-BA49-1DB3FA565CDB}" srcOrd="3" destOrd="0" presId="urn:microsoft.com/office/officeart/2018/5/layout/IconCircleLabelList"/>
    <dgm:cxn modelId="{515AB7B1-76F8-458C-B881-2EE2FBE3CE9B}" type="presParOf" srcId="{1223FBFF-5743-499B-8EAE-E0A252194D38}" destId="{ED253402-F15F-4D3D-BA02-989C8E77A38A}" srcOrd="4" destOrd="0" presId="urn:microsoft.com/office/officeart/2018/5/layout/IconCircleLabelList"/>
    <dgm:cxn modelId="{ED2C0D67-893A-46CA-BB26-3016F54AE630}" type="presParOf" srcId="{ED253402-F15F-4D3D-BA02-989C8E77A38A}" destId="{C3B4DB93-85A2-4B7B-9379-9DF8D00D028A}" srcOrd="0" destOrd="0" presId="urn:microsoft.com/office/officeart/2018/5/layout/IconCircleLabelList"/>
    <dgm:cxn modelId="{8D5E8C56-7146-441B-86D2-1B8A0A3F2FBD}" type="presParOf" srcId="{ED253402-F15F-4D3D-BA02-989C8E77A38A}" destId="{E21914A5-F148-4843-9992-30A5770C8488}" srcOrd="1" destOrd="0" presId="urn:microsoft.com/office/officeart/2018/5/layout/IconCircleLabelList"/>
    <dgm:cxn modelId="{F3D48235-9DDA-4E33-9DBB-2358F67F4191}" type="presParOf" srcId="{ED253402-F15F-4D3D-BA02-989C8E77A38A}" destId="{EE0BE927-7548-466C-9B5E-B6ADB92E8317}" srcOrd="2" destOrd="0" presId="urn:microsoft.com/office/officeart/2018/5/layout/IconCircleLabelList"/>
    <dgm:cxn modelId="{2A63D66E-6CF4-4D6B-9E77-E9C05E6BE554}" type="presParOf" srcId="{ED253402-F15F-4D3D-BA02-989C8E77A38A}" destId="{D1DA029C-1337-4C22-8468-440E21322D50}" srcOrd="3" destOrd="0" presId="urn:microsoft.com/office/officeart/2018/5/layout/IconCircleLabelList"/>
    <dgm:cxn modelId="{9A544C8A-22F7-4A46-A384-7C3D338B3DB3}" type="presParOf" srcId="{1223FBFF-5743-499B-8EAE-E0A252194D38}" destId="{26F32DAF-38E3-4165-AE46-D6D49EBECB3E}" srcOrd="5" destOrd="0" presId="urn:microsoft.com/office/officeart/2018/5/layout/IconCircleLabelList"/>
    <dgm:cxn modelId="{30811E2E-07A1-4526-AD47-DCE35C521CC4}" type="presParOf" srcId="{1223FBFF-5743-499B-8EAE-E0A252194D38}" destId="{23E26244-6124-4AC6-B32E-E940A4ACC561}" srcOrd="6" destOrd="0" presId="urn:microsoft.com/office/officeart/2018/5/layout/IconCircleLabelList"/>
    <dgm:cxn modelId="{7644F74C-DDC1-432A-8520-6A8CB47FD074}" type="presParOf" srcId="{23E26244-6124-4AC6-B32E-E940A4ACC561}" destId="{79E59D3C-D04A-4613-B6BA-25B5A549E67C}" srcOrd="0" destOrd="0" presId="urn:microsoft.com/office/officeart/2018/5/layout/IconCircleLabelList"/>
    <dgm:cxn modelId="{3691A2D6-9236-4B2B-907F-7BF52CF014A8}" type="presParOf" srcId="{23E26244-6124-4AC6-B32E-E940A4ACC561}" destId="{C1B536E0-88E5-4426-BA9D-2CD22B90BFF2}" srcOrd="1" destOrd="0" presId="urn:microsoft.com/office/officeart/2018/5/layout/IconCircleLabelList"/>
    <dgm:cxn modelId="{600E7E6C-8DF4-4143-9A8B-CF4849647CE5}" type="presParOf" srcId="{23E26244-6124-4AC6-B32E-E940A4ACC561}" destId="{8BA8AE06-735D-4725-8B3C-11DEE25405A2}" srcOrd="2" destOrd="0" presId="urn:microsoft.com/office/officeart/2018/5/layout/IconCircleLabelList"/>
    <dgm:cxn modelId="{2C5E19BC-C0D8-4421-B9B7-F1B19710B92D}" type="presParOf" srcId="{23E26244-6124-4AC6-B32E-E940A4ACC561}" destId="{8359406E-CD79-4F1A-842F-E9238C5438B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39C64B8-1F7C-49DC-8B84-A7D0A98125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473E202-286E-47AE-B5BD-323F6BE6D529}">
      <dgm:prSet/>
      <dgm:spPr/>
      <dgm:t>
        <a:bodyPr/>
        <a:lstStyle/>
        <a:p>
          <a:r>
            <a:rPr lang="en-US" dirty="0"/>
            <a:t>Continuous monitoring and improvement of cloud security</a:t>
          </a:r>
        </a:p>
      </dgm:t>
    </dgm:pt>
    <dgm:pt modelId="{9CCB8DAC-2C69-40F6-B8D5-F1D269C53825}" type="parTrans" cxnId="{BEB7EF18-435F-4048-8746-2F5264B0FAB0}">
      <dgm:prSet/>
      <dgm:spPr/>
      <dgm:t>
        <a:bodyPr/>
        <a:lstStyle/>
        <a:p>
          <a:endParaRPr lang="en-US"/>
        </a:p>
      </dgm:t>
    </dgm:pt>
    <dgm:pt modelId="{4825C3E9-5279-48A8-9244-D10C3234ADB0}" type="sibTrans" cxnId="{BEB7EF18-435F-4048-8746-2F5264B0FAB0}">
      <dgm:prSet/>
      <dgm:spPr/>
      <dgm:t>
        <a:bodyPr/>
        <a:lstStyle/>
        <a:p>
          <a:endParaRPr lang="en-US"/>
        </a:p>
      </dgm:t>
    </dgm:pt>
    <dgm:pt modelId="{0426E6C0-98C7-472A-AA9F-744B89087623}">
      <dgm:prSet/>
      <dgm:spPr/>
      <dgm:t>
        <a:bodyPr/>
        <a:lstStyle/>
        <a:p>
          <a:r>
            <a:rPr lang="en-US"/>
            <a:t>Features: Configuration assessment, compliance monitoring, risk visualization</a:t>
          </a:r>
        </a:p>
      </dgm:t>
    </dgm:pt>
    <dgm:pt modelId="{9374B7C2-8AEF-4D23-BC5C-D9923147BC74}" type="parTrans" cxnId="{97A487CD-3EF0-4A78-8654-276C2B5DDD1F}">
      <dgm:prSet/>
      <dgm:spPr/>
      <dgm:t>
        <a:bodyPr/>
        <a:lstStyle/>
        <a:p>
          <a:endParaRPr lang="en-US"/>
        </a:p>
      </dgm:t>
    </dgm:pt>
    <dgm:pt modelId="{E19D2D79-1F36-4655-81F7-F74C50F701F2}" type="sibTrans" cxnId="{97A487CD-3EF0-4A78-8654-276C2B5DDD1F}">
      <dgm:prSet/>
      <dgm:spPr/>
      <dgm:t>
        <a:bodyPr/>
        <a:lstStyle/>
        <a:p>
          <a:endParaRPr lang="en-US"/>
        </a:p>
      </dgm:t>
    </dgm:pt>
    <dgm:pt modelId="{701E8158-A4B2-410D-9B63-7E1E966CB221}">
      <dgm:prSet/>
      <dgm:spPr/>
      <dgm:t>
        <a:bodyPr/>
        <a:lstStyle/>
        <a:p>
          <a:r>
            <a:rPr lang="en-US"/>
            <a:t>Benefits: Misconfigurations detection, compliance automation, risk reduction</a:t>
          </a:r>
        </a:p>
      </dgm:t>
    </dgm:pt>
    <dgm:pt modelId="{5258DFCA-924E-4AEB-B01F-7CC8D63C7B4E}" type="parTrans" cxnId="{67F12688-4399-400E-B200-1BD9C4D7EF5D}">
      <dgm:prSet/>
      <dgm:spPr/>
      <dgm:t>
        <a:bodyPr/>
        <a:lstStyle/>
        <a:p>
          <a:endParaRPr lang="en-US"/>
        </a:p>
      </dgm:t>
    </dgm:pt>
    <dgm:pt modelId="{8BE928EE-0B55-4D01-8941-6E16FA2E3D08}" type="sibTrans" cxnId="{67F12688-4399-400E-B200-1BD9C4D7EF5D}">
      <dgm:prSet/>
      <dgm:spPr/>
      <dgm:t>
        <a:bodyPr/>
        <a:lstStyle/>
        <a:p>
          <a:endParaRPr lang="en-US"/>
        </a:p>
      </dgm:t>
    </dgm:pt>
    <dgm:pt modelId="{EFDE4C37-80CC-4A00-852F-1128A3436378}">
      <dgm:prSet/>
      <dgm:spPr/>
      <dgm:t>
        <a:bodyPr/>
        <a:lstStyle/>
        <a:p>
          <a:r>
            <a:rPr lang="en-US"/>
            <a:t>Implementation: Integration with cloud providers' APIs and security tools</a:t>
          </a:r>
        </a:p>
      </dgm:t>
    </dgm:pt>
    <dgm:pt modelId="{A4C3A19C-51FB-4389-AEDB-937D247F1380}" type="parTrans" cxnId="{3DD5BBC8-5D90-4BDD-8342-4A8506C81144}">
      <dgm:prSet/>
      <dgm:spPr/>
      <dgm:t>
        <a:bodyPr/>
        <a:lstStyle/>
        <a:p>
          <a:endParaRPr lang="en-US"/>
        </a:p>
      </dgm:t>
    </dgm:pt>
    <dgm:pt modelId="{B04D1649-B9A6-4B6C-A24C-96E8B87B64F1}" type="sibTrans" cxnId="{3DD5BBC8-5D90-4BDD-8342-4A8506C81144}">
      <dgm:prSet/>
      <dgm:spPr/>
      <dgm:t>
        <a:bodyPr/>
        <a:lstStyle/>
        <a:p>
          <a:endParaRPr lang="en-US"/>
        </a:p>
      </dgm:t>
    </dgm:pt>
    <dgm:pt modelId="{E6954748-CF57-41D4-8D2B-48CD043F2287}" type="pres">
      <dgm:prSet presAssocID="{F39C64B8-1F7C-49DC-8B84-A7D0A9812505}" presName="root" presStyleCnt="0">
        <dgm:presLayoutVars>
          <dgm:dir/>
          <dgm:resizeHandles val="exact"/>
        </dgm:presLayoutVars>
      </dgm:prSet>
      <dgm:spPr/>
    </dgm:pt>
    <dgm:pt modelId="{EF52F698-2D8D-4B18-84F7-823CA2CCF0D7}" type="pres">
      <dgm:prSet presAssocID="{A473E202-286E-47AE-B5BD-323F6BE6D529}" presName="compNode" presStyleCnt="0"/>
      <dgm:spPr/>
    </dgm:pt>
    <dgm:pt modelId="{3008DCD7-7565-4145-800A-693DA5D14937}" type="pres">
      <dgm:prSet presAssocID="{A473E202-286E-47AE-B5BD-323F6BE6D529}" presName="bgRect" presStyleLbl="bgShp" presStyleIdx="0" presStyleCnt="4"/>
      <dgm:spPr/>
    </dgm:pt>
    <dgm:pt modelId="{8A5B8397-7E66-4A18-B544-3875936A3E32}" type="pres">
      <dgm:prSet presAssocID="{A473E202-286E-47AE-B5BD-323F6BE6D52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DA8A056-E0E4-4B4D-AE19-92B5C29C5CE6}" type="pres">
      <dgm:prSet presAssocID="{A473E202-286E-47AE-B5BD-323F6BE6D529}" presName="spaceRect" presStyleCnt="0"/>
      <dgm:spPr/>
    </dgm:pt>
    <dgm:pt modelId="{ED91FE46-EB5C-4B1C-9780-1F46AB48A414}" type="pres">
      <dgm:prSet presAssocID="{A473E202-286E-47AE-B5BD-323F6BE6D529}" presName="parTx" presStyleLbl="revTx" presStyleIdx="0" presStyleCnt="4">
        <dgm:presLayoutVars>
          <dgm:chMax val="0"/>
          <dgm:chPref val="0"/>
        </dgm:presLayoutVars>
      </dgm:prSet>
      <dgm:spPr/>
    </dgm:pt>
    <dgm:pt modelId="{906182D0-E670-4B92-987D-816A7AB44E3A}" type="pres">
      <dgm:prSet presAssocID="{4825C3E9-5279-48A8-9244-D10C3234ADB0}" presName="sibTrans" presStyleCnt="0"/>
      <dgm:spPr/>
    </dgm:pt>
    <dgm:pt modelId="{41D34BB1-240B-4EFD-8D69-89D49830D1B6}" type="pres">
      <dgm:prSet presAssocID="{0426E6C0-98C7-472A-AA9F-744B89087623}" presName="compNode" presStyleCnt="0"/>
      <dgm:spPr/>
    </dgm:pt>
    <dgm:pt modelId="{00F1A27C-31FF-4B9A-B069-BC4BC0CA155A}" type="pres">
      <dgm:prSet presAssocID="{0426E6C0-98C7-472A-AA9F-744B89087623}" presName="bgRect" presStyleLbl="bgShp" presStyleIdx="1" presStyleCnt="4"/>
      <dgm:spPr/>
    </dgm:pt>
    <dgm:pt modelId="{69A1EA3C-A8B3-4941-B9F5-AC5B98D3CDDC}" type="pres">
      <dgm:prSet presAssocID="{0426E6C0-98C7-472A-AA9F-744B8908762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C3149DB-0A7B-4770-8EBB-529D45601249}" type="pres">
      <dgm:prSet presAssocID="{0426E6C0-98C7-472A-AA9F-744B89087623}" presName="spaceRect" presStyleCnt="0"/>
      <dgm:spPr/>
    </dgm:pt>
    <dgm:pt modelId="{516E6BD1-4329-498F-9506-982CFA52442E}" type="pres">
      <dgm:prSet presAssocID="{0426E6C0-98C7-472A-AA9F-744B89087623}" presName="parTx" presStyleLbl="revTx" presStyleIdx="1" presStyleCnt="4">
        <dgm:presLayoutVars>
          <dgm:chMax val="0"/>
          <dgm:chPref val="0"/>
        </dgm:presLayoutVars>
      </dgm:prSet>
      <dgm:spPr/>
    </dgm:pt>
    <dgm:pt modelId="{FAF1307C-A671-4373-92F6-53F02AEEB499}" type="pres">
      <dgm:prSet presAssocID="{E19D2D79-1F36-4655-81F7-F74C50F701F2}" presName="sibTrans" presStyleCnt="0"/>
      <dgm:spPr/>
    </dgm:pt>
    <dgm:pt modelId="{94E6779A-D2BF-48E0-A274-C62756B12D07}" type="pres">
      <dgm:prSet presAssocID="{701E8158-A4B2-410D-9B63-7E1E966CB221}" presName="compNode" presStyleCnt="0"/>
      <dgm:spPr/>
    </dgm:pt>
    <dgm:pt modelId="{C7743388-C51B-4353-B70D-F4178EC9958F}" type="pres">
      <dgm:prSet presAssocID="{701E8158-A4B2-410D-9B63-7E1E966CB221}" presName="bgRect" presStyleLbl="bgShp" presStyleIdx="2" presStyleCnt="4"/>
      <dgm:spPr/>
    </dgm:pt>
    <dgm:pt modelId="{8B08D89D-3C9A-498C-8DBB-09DFB009F39C}" type="pres">
      <dgm:prSet presAssocID="{701E8158-A4B2-410D-9B63-7E1E966CB22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610E670-C518-41C9-B422-F4A0A3A99169}" type="pres">
      <dgm:prSet presAssocID="{701E8158-A4B2-410D-9B63-7E1E966CB221}" presName="spaceRect" presStyleCnt="0"/>
      <dgm:spPr/>
    </dgm:pt>
    <dgm:pt modelId="{C1E3A130-D989-42EC-9D21-2C16C8795581}" type="pres">
      <dgm:prSet presAssocID="{701E8158-A4B2-410D-9B63-7E1E966CB221}" presName="parTx" presStyleLbl="revTx" presStyleIdx="2" presStyleCnt="4">
        <dgm:presLayoutVars>
          <dgm:chMax val="0"/>
          <dgm:chPref val="0"/>
        </dgm:presLayoutVars>
      </dgm:prSet>
      <dgm:spPr/>
    </dgm:pt>
    <dgm:pt modelId="{60294196-CC64-4BFF-BE6F-C93559BB4891}" type="pres">
      <dgm:prSet presAssocID="{8BE928EE-0B55-4D01-8941-6E16FA2E3D08}" presName="sibTrans" presStyleCnt="0"/>
      <dgm:spPr/>
    </dgm:pt>
    <dgm:pt modelId="{D2E32C89-385D-4533-889E-5689319E42E6}" type="pres">
      <dgm:prSet presAssocID="{EFDE4C37-80CC-4A00-852F-1128A3436378}" presName="compNode" presStyleCnt="0"/>
      <dgm:spPr/>
    </dgm:pt>
    <dgm:pt modelId="{9022A55C-CD8D-4141-8783-146E8AE9DD53}" type="pres">
      <dgm:prSet presAssocID="{EFDE4C37-80CC-4A00-852F-1128A3436378}" presName="bgRect" presStyleLbl="bgShp" presStyleIdx="3" presStyleCnt="4"/>
      <dgm:spPr/>
    </dgm:pt>
    <dgm:pt modelId="{114C45A5-3FB9-4025-A9D9-BA075F1B7759}" type="pres">
      <dgm:prSet presAssocID="{EFDE4C37-80CC-4A00-852F-1128A343637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53C05F2-D6C2-4D29-AD2E-8A7D87415A61}" type="pres">
      <dgm:prSet presAssocID="{EFDE4C37-80CC-4A00-852F-1128A3436378}" presName="spaceRect" presStyleCnt="0"/>
      <dgm:spPr/>
    </dgm:pt>
    <dgm:pt modelId="{B4D57332-C020-4205-AA2E-4A34B8145406}" type="pres">
      <dgm:prSet presAssocID="{EFDE4C37-80CC-4A00-852F-1128A343637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EB7EF18-435F-4048-8746-2F5264B0FAB0}" srcId="{F39C64B8-1F7C-49DC-8B84-A7D0A9812505}" destId="{A473E202-286E-47AE-B5BD-323F6BE6D529}" srcOrd="0" destOrd="0" parTransId="{9CCB8DAC-2C69-40F6-B8D5-F1D269C53825}" sibTransId="{4825C3E9-5279-48A8-9244-D10C3234ADB0}"/>
    <dgm:cxn modelId="{F2AED779-BF67-4959-BBF5-5D970D7703C4}" type="presOf" srcId="{F39C64B8-1F7C-49DC-8B84-A7D0A9812505}" destId="{E6954748-CF57-41D4-8D2B-48CD043F2287}" srcOrd="0" destOrd="0" presId="urn:microsoft.com/office/officeart/2018/2/layout/IconVerticalSolidList"/>
    <dgm:cxn modelId="{23E65180-92EE-44FC-B903-82BE346F4C24}" type="presOf" srcId="{EFDE4C37-80CC-4A00-852F-1128A3436378}" destId="{B4D57332-C020-4205-AA2E-4A34B8145406}" srcOrd="0" destOrd="0" presId="urn:microsoft.com/office/officeart/2018/2/layout/IconVerticalSolidList"/>
    <dgm:cxn modelId="{67F12688-4399-400E-B200-1BD9C4D7EF5D}" srcId="{F39C64B8-1F7C-49DC-8B84-A7D0A9812505}" destId="{701E8158-A4B2-410D-9B63-7E1E966CB221}" srcOrd="2" destOrd="0" parTransId="{5258DFCA-924E-4AEB-B01F-7CC8D63C7B4E}" sibTransId="{8BE928EE-0B55-4D01-8941-6E16FA2E3D08}"/>
    <dgm:cxn modelId="{348B7BA3-34CB-4D8B-BF34-99548953FD20}" type="presOf" srcId="{0426E6C0-98C7-472A-AA9F-744B89087623}" destId="{516E6BD1-4329-498F-9506-982CFA52442E}" srcOrd="0" destOrd="0" presId="urn:microsoft.com/office/officeart/2018/2/layout/IconVerticalSolidList"/>
    <dgm:cxn modelId="{42D4A5BE-4A21-4D92-BD80-9AFEBE06A8E9}" type="presOf" srcId="{701E8158-A4B2-410D-9B63-7E1E966CB221}" destId="{C1E3A130-D989-42EC-9D21-2C16C8795581}" srcOrd="0" destOrd="0" presId="urn:microsoft.com/office/officeart/2018/2/layout/IconVerticalSolidList"/>
    <dgm:cxn modelId="{3DD5BBC8-5D90-4BDD-8342-4A8506C81144}" srcId="{F39C64B8-1F7C-49DC-8B84-A7D0A9812505}" destId="{EFDE4C37-80CC-4A00-852F-1128A3436378}" srcOrd="3" destOrd="0" parTransId="{A4C3A19C-51FB-4389-AEDB-937D247F1380}" sibTransId="{B04D1649-B9A6-4B6C-A24C-96E8B87B64F1}"/>
    <dgm:cxn modelId="{97A487CD-3EF0-4A78-8654-276C2B5DDD1F}" srcId="{F39C64B8-1F7C-49DC-8B84-A7D0A9812505}" destId="{0426E6C0-98C7-472A-AA9F-744B89087623}" srcOrd="1" destOrd="0" parTransId="{9374B7C2-8AEF-4D23-BC5C-D9923147BC74}" sibTransId="{E19D2D79-1F36-4655-81F7-F74C50F701F2}"/>
    <dgm:cxn modelId="{586BBBE8-DF63-4305-BCB0-D1FD54C8424D}" type="presOf" srcId="{A473E202-286E-47AE-B5BD-323F6BE6D529}" destId="{ED91FE46-EB5C-4B1C-9780-1F46AB48A414}" srcOrd="0" destOrd="0" presId="urn:microsoft.com/office/officeart/2018/2/layout/IconVerticalSolidList"/>
    <dgm:cxn modelId="{37C189E5-46CB-4D4D-A723-D9410B78F35E}" type="presParOf" srcId="{E6954748-CF57-41D4-8D2B-48CD043F2287}" destId="{EF52F698-2D8D-4B18-84F7-823CA2CCF0D7}" srcOrd="0" destOrd="0" presId="urn:microsoft.com/office/officeart/2018/2/layout/IconVerticalSolidList"/>
    <dgm:cxn modelId="{6836E667-0FD5-41C8-A094-96DDF73701BC}" type="presParOf" srcId="{EF52F698-2D8D-4B18-84F7-823CA2CCF0D7}" destId="{3008DCD7-7565-4145-800A-693DA5D14937}" srcOrd="0" destOrd="0" presId="urn:microsoft.com/office/officeart/2018/2/layout/IconVerticalSolidList"/>
    <dgm:cxn modelId="{4FA6C95C-C21E-4C04-87CD-D6A3F71172FF}" type="presParOf" srcId="{EF52F698-2D8D-4B18-84F7-823CA2CCF0D7}" destId="{8A5B8397-7E66-4A18-B544-3875936A3E32}" srcOrd="1" destOrd="0" presId="urn:microsoft.com/office/officeart/2018/2/layout/IconVerticalSolidList"/>
    <dgm:cxn modelId="{9B3197D5-EC5F-4C22-B2B8-129DD790AB8F}" type="presParOf" srcId="{EF52F698-2D8D-4B18-84F7-823CA2CCF0D7}" destId="{8DA8A056-E0E4-4B4D-AE19-92B5C29C5CE6}" srcOrd="2" destOrd="0" presId="urn:microsoft.com/office/officeart/2018/2/layout/IconVerticalSolidList"/>
    <dgm:cxn modelId="{FA441957-D3E2-449A-B948-4BDD0BCD6019}" type="presParOf" srcId="{EF52F698-2D8D-4B18-84F7-823CA2CCF0D7}" destId="{ED91FE46-EB5C-4B1C-9780-1F46AB48A414}" srcOrd="3" destOrd="0" presId="urn:microsoft.com/office/officeart/2018/2/layout/IconVerticalSolidList"/>
    <dgm:cxn modelId="{60D3EA19-FC62-4116-B400-68F8F4F8181C}" type="presParOf" srcId="{E6954748-CF57-41D4-8D2B-48CD043F2287}" destId="{906182D0-E670-4B92-987D-816A7AB44E3A}" srcOrd="1" destOrd="0" presId="urn:microsoft.com/office/officeart/2018/2/layout/IconVerticalSolidList"/>
    <dgm:cxn modelId="{7045F17A-6EB0-4F72-A564-1B6B0398CE3F}" type="presParOf" srcId="{E6954748-CF57-41D4-8D2B-48CD043F2287}" destId="{41D34BB1-240B-4EFD-8D69-89D49830D1B6}" srcOrd="2" destOrd="0" presId="urn:microsoft.com/office/officeart/2018/2/layout/IconVerticalSolidList"/>
    <dgm:cxn modelId="{8A3B5B2A-F05F-486E-885C-00381558A887}" type="presParOf" srcId="{41D34BB1-240B-4EFD-8D69-89D49830D1B6}" destId="{00F1A27C-31FF-4B9A-B069-BC4BC0CA155A}" srcOrd="0" destOrd="0" presId="urn:microsoft.com/office/officeart/2018/2/layout/IconVerticalSolidList"/>
    <dgm:cxn modelId="{FBE3EC0B-1FB4-455D-90F9-309FEA699CFC}" type="presParOf" srcId="{41D34BB1-240B-4EFD-8D69-89D49830D1B6}" destId="{69A1EA3C-A8B3-4941-B9F5-AC5B98D3CDDC}" srcOrd="1" destOrd="0" presId="urn:microsoft.com/office/officeart/2018/2/layout/IconVerticalSolidList"/>
    <dgm:cxn modelId="{9E35848F-FB01-4734-852C-4E1F9D342628}" type="presParOf" srcId="{41D34BB1-240B-4EFD-8D69-89D49830D1B6}" destId="{AC3149DB-0A7B-4770-8EBB-529D45601249}" srcOrd="2" destOrd="0" presId="urn:microsoft.com/office/officeart/2018/2/layout/IconVerticalSolidList"/>
    <dgm:cxn modelId="{1397D9CF-8124-44C2-9217-0E2AB69D89C2}" type="presParOf" srcId="{41D34BB1-240B-4EFD-8D69-89D49830D1B6}" destId="{516E6BD1-4329-498F-9506-982CFA52442E}" srcOrd="3" destOrd="0" presId="urn:microsoft.com/office/officeart/2018/2/layout/IconVerticalSolidList"/>
    <dgm:cxn modelId="{866B4E79-E7BB-49C4-BCED-AF1B87D1F77D}" type="presParOf" srcId="{E6954748-CF57-41D4-8D2B-48CD043F2287}" destId="{FAF1307C-A671-4373-92F6-53F02AEEB499}" srcOrd="3" destOrd="0" presId="urn:microsoft.com/office/officeart/2018/2/layout/IconVerticalSolidList"/>
    <dgm:cxn modelId="{E67FE818-C94C-46FA-A4E5-E0B1D379DDAA}" type="presParOf" srcId="{E6954748-CF57-41D4-8D2B-48CD043F2287}" destId="{94E6779A-D2BF-48E0-A274-C62756B12D07}" srcOrd="4" destOrd="0" presId="urn:microsoft.com/office/officeart/2018/2/layout/IconVerticalSolidList"/>
    <dgm:cxn modelId="{DE425757-2AEE-4E72-B7CB-B05BA0D1F02E}" type="presParOf" srcId="{94E6779A-D2BF-48E0-A274-C62756B12D07}" destId="{C7743388-C51B-4353-B70D-F4178EC9958F}" srcOrd="0" destOrd="0" presId="urn:microsoft.com/office/officeart/2018/2/layout/IconVerticalSolidList"/>
    <dgm:cxn modelId="{D570F2C4-EF4B-4335-8F42-1EC078B5811B}" type="presParOf" srcId="{94E6779A-D2BF-48E0-A274-C62756B12D07}" destId="{8B08D89D-3C9A-498C-8DBB-09DFB009F39C}" srcOrd="1" destOrd="0" presId="urn:microsoft.com/office/officeart/2018/2/layout/IconVerticalSolidList"/>
    <dgm:cxn modelId="{EFB3A81D-0105-413E-96A0-DBCB0F2585E0}" type="presParOf" srcId="{94E6779A-D2BF-48E0-A274-C62756B12D07}" destId="{C610E670-C518-41C9-B422-F4A0A3A99169}" srcOrd="2" destOrd="0" presId="urn:microsoft.com/office/officeart/2018/2/layout/IconVerticalSolidList"/>
    <dgm:cxn modelId="{790F9AC7-7DFC-4457-83F9-EE53F5772528}" type="presParOf" srcId="{94E6779A-D2BF-48E0-A274-C62756B12D07}" destId="{C1E3A130-D989-42EC-9D21-2C16C8795581}" srcOrd="3" destOrd="0" presId="urn:microsoft.com/office/officeart/2018/2/layout/IconVerticalSolidList"/>
    <dgm:cxn modelId="{E1B4EC5D-FF5E-4DCB-844E-36392251E7FA}" type="presParOf" srcId="{E6954748-CF57-41D4-8D2B-48CD043F2287}" destId="{60294196-CC64-4BFF-BE6F-C93559BB4891}" srcOrd="5" destOrd="0" presId="urn:microsoft.com/office/officeart/2018/2/layout/IconVerticalSolidList"/>
    <dgm:cxn modelId="{D778458E-BAA7-4B76-86BD-D0F9613DE5FA}" type="presParOf" srcId="{E6954748-CF57-41D4-8D2B-48CD043F2287}" destId="{D2E32C89-385D-4533-889E-5689319E42E6}" srcOrd="6" destOrd="0" presId="urn:microsoft.com/office/officeart/2018/2/layout/IconVerticalSolidList"/>
    <dgm:cxn modelId="{E3E576B2-DE59-4977-8B88-60CBEA356869}" type="presParOf" srcId="{D2E32C89-385D-4533-889E-5689319E42E6}" destId="{9022A55C-CD8D-4141-8783-146E8AE9DD53}" srcOrd="0" destOrd="0" presId="urn:microsoft.com/office/officeart/2018/2/layout/IconVerticalSolidList"/>
    <dgm:cxn modelId="{5F75D696-2A9F-4316-B846-885C29875B61}" type="presParOf" srcId="{D2E32C89-385D-4533-889E-5689319E42E6}" destId="{114C45A5-3FB9-4025-A9D9-BA075F1B7759}" srcOrd="1" destOrd="0" presId="urn:microsoft.com/office/officeart/2018/2/layout/IconVerticalSolidList"/>
    <dgm:cxn modelId="{17E42D52-D6E2-4B73-BF8D-060A6EE6CC61}" type="presParOf" srcId="{D2E32C89-385D-4533-889E-5689319E42E6}" destId="{C53C05F2-D6C2-4D29-AD2E-8A7D87415A61}" srcOrd="2" destOrd="0" presId="urn:microsoft.com/office/officeart/2018/2/layout/IconVerticalSolidList"/>
    <dgm:cxn modelId="{58E97089-492E-4485-B1B8-31D0E9F56BEC}" type="presParOf" srcId="{D2E32C89-385D-4533-889E-5689319E42E6}" destId="{B4D57332-C020-4205-AA2E-4A34B81454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DFAF7FA-FB9E-4BE4-843F-8F56604E4F1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FD187B-5853-46F1-88AF-63E4C173A77A}">
      <dgm:prSet/>
      <dgm:spPr/>
      <dgm:t>
        <a:bodyPr/>
        <a:lstStyle/>
        <a:p>
          <a:r>
            <a:rPr lang="en-US"/>
            <a:t>Implement a robust security policy</a:t>
          </a:r>
        </a:p>
      </dgm:t>
    </dgm:pt>
    <dgm:pt modelId="{CA9BFBF5-B38A-4CCD-98D0-4AAE85F18080}" type="parTrans" cxnId="{E3385B98-C8F1-4715-8351-00E4A7782DC6}">
      <dgm:prSet/>
      <dgm:spPr/>
      <dgm:t>
        <a:bodyPr/>
        <a:lstStyle/>
        <a:p>
          <a:endParaRPr lang="en-US"/>
        </a:p>
      </dgm:t>
    </dgm:pt>
    <dgm:pt modelId="{AED05705-1893-4FFC-AFC5-475F33E28CAC}" type="sibTrans" cxnId="{E3385B98-C8F1-4715-8351-00E4A7782DC6}">
      <dgm:prSet/>
      <dgm:spPr/>
      <dgm:t>
        <a:bodyPr/>
        <a:lstStyle/>
        <a:p>
          <a:endParaRPr lang="en-US"/>
        </a:p>
      </dgm:t>
    </dgm:pt>
    <dgm:pt modelId="{E3F74E11-9039-4E54-818D-AA598F3B492B}">
      <dgm:prSet/>
      <dgm:spPr/>
      <dgm:t>
        <a:bodyPr/>
        <a:lstStyle/>
        <a:p>
          <a:r>
            <a:rPr lang="en-US"/>
            <a:t>Conduct regular security assessments and penetration testing</a:t>
          </a:r>
        </a:p>
      </dgm:t>
    </dgm:pt>
    <dgm:pt modelId="{F7A734E3-CB11-4B51-AA71-C7974AECD90E}" type="parTrans" cxnId="{654B07CA-4D6C-4723-B563-7493CABEA613}">
      <dgm:prSet/>
      <dgm:spPr/>
      <dgm:t>
        <a:bodyPr/>
        <a:lstStyle/>
        <a:p>
          <a:endParaRPr lang="en-US"/>
        </a:p>
      </dgm:t>
    </dgm:pt>
    <dgm:pt modelId="{B202E6C8-910F-45E0-991E-7A88DBCE4239}" type="sibTrans" cxnId="{654B07CA-4D6C-4723-B563-7493CABEA613}">
      <dgm:prSet/>
      <dgm:spPr/>
      <dgm:t>
        <a:bodyPr/>
        <a:lstStyle/>
        <a:p>
          <a:endParaRPr lang="en-US"/>
        </a:p>
      </dgm:t>
    </dgm:pt>
    <dgm:pt modelId="{C95912D0-13EB-4A68-B8DB-0DF5EF64178E}">
      <dgm:prSet/>
      <dgm:spPr/>
      <dgm:t>
        <a:bodyPr/>
        <a:lstStyle/>
        <a:p>
          <a:r>
            <a:rPr lang="en-US"/>
            <a:t>Train employees on security awareness</a:t>
          </a:r>
        </a:p>
      </dgm:t>
    </dgm:pt>
    <dgm:pt modelId="{4AD2CD90-815E-42DB-97E6-4A45D8719245}" type="parTrans" cxnId="{4298C0EE-F28E-4DC0-98AA-20BD3B5F2007}">
      <dgm:prSet/>
      <dgm:spPr/>
      <dgm:t>
        <a:bodyPr/>
        <a:lstStyle/>
        <a:p>
          <a:endParaRPr lang="en-US"/>
        </a:p>
      </dgm:t>
    </dgm:pt>
    <dgm:pt modelId="{AD2EF52E-869B-4931-9A79-5E441C932297}" type="sibTrans" cxnId="{4298C0EE-F28E-4DC0-98AA-20BD3B5F2007}">
      <dgm:prSet/>
      <dgm:spPr/>
      <dgm:t>
        <a:bodyPr/>
        <a:lstStyle/>
        <a:p>
          <a:endParaRPr lang="en-US"/>
        </a:p>
      </dgm:t>
    </dgm:pt>
    <dgm:pt modelId="{35E3B8E5-FE01-4941-8F19-787AB76CF972}">
      <dgm:prSet/>
      <dgm:spPr/>
      <dgm:t>
        <a:bodyPr/>
        <a:lstStyle/>
        <a:p>
          <a:r>
            <a:rPr lang="en-US"/>
            <a:t>Keep software and systems up-to-date</a:t>
          </a:r>
        </a:p>
      </dgm:t>
    </dgm:pt>
    <dgm:pt modelId="{3453CBBA-22EC-48AA-A7D5-590C97EB9D22}" type="parTrans" cxnId="{BFEFDDE0-9C26-4C54-8ADB-CFD27E96670E}">
      <dgm:prSet/>
      <dgm:spPr/>
      <dgm:t>
        <a:bodyPr/>
        <a:lstStyle/>
        <a:p>
          <a:endParaRPr lang="en-US"/>
        </a:p>
      </dgm:t>
    </dgm:pt>
    <dgm:pt modelId="{35B3C107-7EA1-4230-A24C-45A24A267742}" type="sibTrans" cxnId="{BFEFDDE0-9C26-4C54-8ADB-CFD27E96670E}">
      <dgm:prSet/>
      <dgm:spPr/>
      <dgm:t>
        <a:bodyPr/>
        <a:lstStyle/>
        <a:p>
          <a:endParaRPr lang="en-US"/>
        </a:p>
      </dgm:t>
    </dgm:pt>
    <dgm:pt modelId="{442F6029-000F-47F1-99F7-7ABB5145A565}">
      <dgm:prSet/>
      <dgm:spPr/>
      <dgm:t>
        <a:bodyPr/>
        <a:lstStyle/>
        <a:p>
          <a:r>
            <a:rPr lang="en-US"/>
            <a:t>Implement strong authentication and access controls</a:t>
          </a:r>
        </a:p>
      </dgm:t>
    </dgm:pt>
    <dgm:pt modelId="{416FB705-4BD1-4BD5-83A6-6E0046DABBEF}" type="parTrans" cxnId="{B355D31F-77FA-4898-A5CD-7F1489616DCD}">
      <dgm:prSet/>
      <dgm:spPr/>
      <dgm:t>
        <a:bodyPr/>
        <a:lstStyle/>
        <a:p>
          <a:endParaRPr lang="en-US"/>
        </a:p>
      </dgm:t>
    </dgm:pt>
    <dgm:pt modelId="{DE2628A8-7F43-47EE-96DF-A8EF33B4D2E1}" type="sibTrans" cxnId="{B355D31F-77FA-4898-A5CD-7F1489616DCD}">
      <dgm:prSet/>
      <dgm:spPr/>
      <dgm:t>
        <a:bodyPr/>
        <a:lstStyle/>
        <a:p>
          <a:endParaRPr lang="en-US"/>
        </a:p>
      </dgm:t>
    </dgm:pt>
    <dgm:pt modelId="{DFC7D9A5-3CF7-4D3F-B9E9-EDDF88458359}">
      <dgm:prSet/>
      <dgm:spPr/>
      <dgm:t>
        <a:bodyPr/>
        <a:lstStyle/>
        <a:p>
          <a:r>
            <a:rPr lang="en-US"/>
            <a:t>Encrypt sensitive data</a:t>
          </a:r>
        </a:p>
      </dgm:t>
    </dgm:pt>
    <dgm:pt modelId="{631FEA44-E930-4385-8CE5-79A1B9C96CB5}" type="parTrans" cxnId="{24511B07-5A7E-4121-8DE2-2E08180A0A03}">
      <dgm:prSet/>
      <dgm:spPr/>
      <dgm:t>
        <a:bodyPr/>
        <a:lstStyle/>
        <a:p>
          <a:endParaRPr lang="en-US"/>
        </a:p>
      </dgm:t>
    </dgm:pt>
    <dgm:pt modelId="{C5D1C519-180C-4BFB-901A-2A58624C6249}" type="sibTrans" cxnId="{24511B07-5A7E-4121-8DE2-2E08180A0A03}">
      <dgm:prSet/>
      <dgm:spPr/>
      <dgm:t>
        <a:bodyPr/>
        <a:lstStyle/>
        <a:p>
          <a:endParaRPr lang="en-US"/>
        </a:p>
      </dgm:t>
    </dgm:pt>
    <dgm:pt modelId="{C6B76F7C-FCB3-46E7-A0F5-FFBDB145B13C}">
      <dgm:prSet/>
      <dgm:spPr/>
      <dgm:t>
        <a:bodyPr/>
        <a:lstStyle/>
        <a:p>
          <a:r>
            <a:rPr lang="en-US"/>
            <a:t>Monitor and log all activities</a:t>
          </a:r>
        </a:p>
      </dgm:t>
    </dgm:pt>
    <dgm:pt modelId="{4853B316-18A4-41A2-8454-212DED2B2D8E}" type="parTrans" cxnId="{12CE0F83-3986-424B-8AB6-0AAE3E7E099F}">
      <dgm:prSet/>
      <dgm:spPr/>
      <dgm:t>
        <a:bodyPr/>
        <a:lstStyle/>
        <a:p>
          <a:endParaRPr lang="en-US"/>
        </a:p>
      </dgm:t>
    </dgm:pt>
    <dgm:pt modelId="{26E5DC68-1A15-4EC8-AD7A-4BDAB8B3D20D}" type="sibTrans" cxnId="{12CE0F83-3986-424B-8AB6-0AAE3E7E099F}">
      <dgm:prSet/>
      <dgm:spPr/>
      <dgm:t>
        <a:bodyPr/>
        <a:lstStyle/>
        <a:p>
          <a:endParaRPr lang="en-US"/>
        </a:p>
      </dgm:t>
    </dgm:pt>
    <dgm:pt modelId="{3B2F00B5-A522-4590-A391-7E7967A2CF77}">
      <dgm:prSet/>
      <dgm:spPr/>
      <dgm:t>
        <a:bodyPr/>
        <a:lstStyle/>
        <a:p>
          <a:r>
            <a:rPr lang="en-US"/>
            <a:t>Have an incident response plan</a:t>
          </a:r>
        </a:p>
      </dgm:t>
    </dgm:pt>
    <dgm:pt modelId="{C96B798A-4298-40BC-A8AD-5375A4A4F445}" type="parTrans" cxnId="{B1507D0A-99ED-438C-8CB4-F9203ADFB502}">
      <dgm:prSet/>
      <dgm:spPr/>
      <dgm:t>
        <a:bodyPr/>
        <a:lstStyle/>
        <a:p>
          <a:endParaRPr lang="en-US"/>
        </a:p>
      </dgm:t>
    </dgm:pt>
    <dgm:pt modelId="{5D3D54AB-A2CC-4374-82B9-F0B42DF2796A}" type="sibTrans" cxnId="{B1507D0A-99ED-438C-8CB4-F9203ADFB502}">
      <dgm:prSet/>
      <dgm:spPr/>
      <dgm:t>
        <a:bodyPr/>
        <a:lstStyle/>
        <a:p>
          <a:endParaRPr lang="en-US"/>
        </a:p>
      </dgm:t>
    </dgm:pt>
    <dgm:pt modelId="{A8A20671-96A5-4879-A10D-A03E86157BAB}" type="pres">
      <dgm:prSet presAssocID="{EDFAF7FA-FB9E-4BE4-843F-8F56604E4F1F}" presName="Name0" presStyleCnt="0">
        <dgm:presLayoutVars>
          <dgm:dir/>
          <dgm:resizeHandles val="exact"/>
        </dgm:presLayoutVars>
      </dgm:prSet>
      <dgm:spPr/>
    </dgm:pt>
    <dgm:pt modelId="{FB86CDCD-2A5D-4147-AFB5-8D743BA3A91A}" type="pres">
      <dgm:prSet presAssocID="{8EFD187B-5853-46F1-88AF-63E4C173A77A}" presName="node" presStyleLbl="node1" presStyleIdx="0" presStyleCnt="8">
        <dgm:presLayoutVars>
          <dgm:bulletEnabled val="1"/>
        </dgm:presLayoutVars>
      </dgm:prSet>
      <dgm:spPr/>
    </dgm:pt>
    <dgm:pt modelId="{1B221360-63C5-4F39-9B42-A18734CF63BB}" type="pres">
      <dgm:prSet presAssocID="{AED05705-1893-4FFC-AFC5-475F33E28CAC}" presName="sibTrans" presStyleLbl="sibTrans1D1" presStyleIdx="0" presStyleCnt="7"/>
      <dgm:spPr/>
    </dgm:pt>
    <dgm:pt modelId="{8C0E3149-EEC0-49D2-BFD4-C057DCD92274}" type="pres">
      <dgm:prSet presAssocID="{AED05705-1893-4FFC-AFC5-475F33E28CAC}" presName="connectorText" presStyleLbl="sibTrans1D1" presStyleIdx="0" presStyleCnt="7"/>
      <dgm:spPr/>
    </dgm:pt>
    <dgm:pt modelId="{991BF31E-BF1D-474C-BD87-4EAA7E89753F}" type="pres">
      <dgm:prSet presAssocID="{E3F74E11-9039-4E54-818D-AA598F3B492B}" presName="node" presStyleLbl="node1" presStyleIdx="1" presStyleCnt="8">
        <dgm:presLayoutVars>
          <dgm:bulletEnabled val="1"/>
        </dgm:presLayoutVars>
      </dgm:prSet>
      <dgm:spPr/>
    </dgm:pt>
    <dgm:pt modelId="{874A93B2-0C4C-415E-B5E3-265E74B5F4BA}" type="pres">
      <dgm:prSet presAssocID="{B202E6C8-910F-45E0-991E-7A88DBCE4239}" presName="sibTrans" presStyleLbl="sibTrans1D1" presStyleIdx="1" presStyleCnt="7"/>
      <dgm:spPr/>
    </dgm:pt>
    <dgm:pt modelId="{25B3CBD5-031F-4938-94AA-92A29497C8E9}" type="pres">
      <dgm:prSet presAssocID="{B202E6C8-910F-45E0-991E-7A88DBCE4239}" presName="connectorText" presStyleLbl="sibTrans1D1" presStyleIdx="1" presStyleCnt="7"/>
      <dgm:spPr/>
    </dgm:pt>
    <dgm:pt modelId="{B8E5FFD7-E55F-473B-87B2-B3B415ADCB04}" type="pres">
      <dgm:prSet presAssocID="{C95912D0-13EB-4A68-B8DB-0DF5EF64178E}" presName="node" presStyleLbl="node1" presStyleIdx="2" presStyleCnt="8">
        <dgm:presLayoutVars>
          <dgm:bulletEnabled val="1"/>
        </dgm:presLayoutVars>
      </dgm:prSet>
      <dgm:spPr/>
    </dgm:pt>
    <dgm:pt modelId="{2E322269-4425-4BE0-B86D-4E00BAE04BBB}" type="pres">
      <dgm:prSet presAssocID="{AD2EF52E-869B-4931-9A79-5E441C932297}" presName="sibTrans" presStyleLbl="sibTrans1D1" presStyleIdx="2" presStyleCnt="7"/>
      <dgm:spPr/>
    </dgm:pt>
    <dgm:pt modelId="{2DFAB7D9-2CF5-4383-BB68-E7540EBC82F6}" type="pres">
      <dgm:prSet presAssocID="{AD2EF52E-869B-4931-9A79-5E441C932297}" presName="connectorText" presStyleLbl="sibTrans1D1" presStyleIdx="2" presStyleCnt="7"/>
      <dgm:spPr/>
    </dgm:pt>
    <dgm:pt modelId="{1236207D-0C72-4AB0-BCDA-1948F20F66B4}" type="pres">
      <dgm:prSet presAssocID="{35E3B8E5-FE01-4941-8F19-787AB76CF972}" presName="node" presStyleLbl="node1" presStyleIdx="3" presStyleCnt="8">
        <dgm:presLayoutVars>
          <dgm:bulletEnabled val="1"/>
        </dgm:presLayoutVars>
      </dgm:prSet>
      <dgm:spPr/>
    </dgm:pt>
    <dgm:pt modelId="{3712791E-2BC9-46A4-9659-15C7C996E5DD}" type="pres">
      <dgm:prSet presAssocID="{35B3C107-7EA1-4230-A24C-45A24A267742}" presName="sibTrans" presStyleLbl="sibTrans1D1" presStyleIdx="3" presStyleCnt="7"/>
      <dgm:spPr/>
    </dgm:pt>
    <dgm:pt modelId="{80494AE6-889A-453B-8F55-0CA97C10E5EE}" type="pres">
      <dgm:prSet presAssocID="{35B3C107-7EA1-4230-A24C-45A24A267742}" presName="connectorText" presStyleLbl="sibTrans1D1" presStyleIdx="3" presStyleCnt="7"/>
      <dgm:spPr/>
    </dgm:pt>
    <dgm:pt modelId="{A4F988B7-81E3-4E3B-A881-BC3433FC8F93}" type="pres">
      <dgm:prSet presAssocID="{442F6029-000F-47F1-99F7-7ABB5145A565}" presName="node" presStyleLbl="node1" presStyleIdx="4" presStyleCnt="8">
        <dgm:presLayoutVars>
          <dgm:bulletEnabled val="1"/>
        </dgm:presLayoutVars>
      </dgm:prSet>
      <dgm:spPr/>
    </dgm:pt>
    <dgm:pt modelId="{56FFB53E-43E9-4D63-9962-BFFAD411C3EB}" type="pres">
      <dgm:prSet presAssocID="{DE2628A8-7F43-47EE-96DF-A8EF33B4D2E1}" presName="sibTrans" presStyleLbl="sibTrans1D1" presStyleIdx="4" presStyleCnt="7"/>
      <dgm:spPr/>
    </dgm:pt>
    <dgm:pt modelId="{D87DF1E7-7B98-415B-8573-DE92B793053E}" type="pres">
      <dgm:prSet presAssocID="{DE2628A8-7F43-47EE-96DF-A8EF33B4D2E1}" presName="connectorText" presStyleLbl="sibTrans1D1" presStyleIdx="4" presStyleCnt="7"/>
      <dgm:spPr/>
    </dgm:pt>
    <dgm:pt modelId="{2F6867DB-D0C7-4F9D-A1F4-430261AE291D}" type="pres">
      <dgm:prSet presAssocID="{DFC7D9A5-3CF7-4D3F-B9E9-EDDF88458359}" presName="node" presStyleLbl="node1" presStyleIdx="5" presStyleCnt="8">
        <dgm:presLayoutVars>
          <dgm:bulletEnabled val="1"/>
        </dgm:presLayoutVars>
      </dgm:prSet>
      <dgm:spPr/>
    </dgm:pt>
    <dgm:pt modelId="{75D56453-A915-467E-B42A-9079CA5825AC}" type="pres">
      <dgm:prSet presAssocID="{C5D1C519-180C-4BFB-901A-2A58624C6249}" presName="sibTrans" presStyleLbl="sibTrans1D1" presStyleIdx="5" presStyleCnt="7"/>
      <dgm:spPr/>
    </dgm:pt>
    <dgm:pt modelId="{DAE55DF0-B4DC-431F-B05C-03E758503CAF}" type="pres">
      <dgm:prSet presAssocID="{C5D1C519-180C-4BFB-901A-2A58624C6249}" presName="connectorText" presStyleLbl="sibTrans1D1" presStyleIdx="5" presStyleCnt="7"/>
      <dgm:spPr/>
    </dgm:pt>
    <dgm:pt modelId="{86997415-1885-4176-A939-7A2085A037FE}" type="pres">
      <dgm:prSet presAssocID="{C6B76F7C-FCB3-46E7-A0F5-FFBDB145B13C}" presName="node" presStyleLbl="node1" presStyleIdx="6" presStyleCnt="8">
        <dgm:presLayoutVars>
          <dgm:bulletEnabled val="1"/>
        </dgm:presLayoutVars>
      </dgm:prSet>
      <dgm:spPr/>
    </dgm:pt>
    <dgm:pt modelId="{EC64E1F5-F204-43C1-B4CE-0A5FA143013E}" type="pres">
      <dgm:prSet presAssocID="{26E5DC68-1A15-4EC8-AD7A-4BDAB8B3D20D}" presName="sibTrans" presStyleLbl="sibTrans1D1" presStyleIdx="6" presStyleCnt="7"/>
      <dgm:spPr/>
    </dgm:pt>
    <dgm:pt modelId="{79D38856-BD7F-4398-B158-CC09E65F4AFD}" type="pres">
      <dgm:prSet presAssocID="{26E5DC68-1A15-4EC8-AD7A-4BDAB8B3D20D}" presName="connectorText" presStyleLbl="sibTrans1D1" presStyleIdx="6" presStyleCnt="7"/>
      <dgm:spPr/>
    </dgm:pt>
    <dgm:pt modelId="{3A7C1EF6-0729-4F0E-B0D1-2EE40E73DBEF}" type="pres">
      <dgm:prSet presAssocID="{3B2F00B5-A522-4590-A391-7E7967A2CF77}" presName="node" presStyleLbl="node1" presStyleIdx="7" presStyleCnt="8">
        <dgm:presLayoutVars>
          <dgm:bulletEnabled val="1"/>
        </dgm:presLayoutVars>
      </dgm:prSet>
      <dgm:spPr/>
    </dgm:pt>
  </dgm:ptLst>
  <dgm:cxnLst>
    <dgm:cxn modelId="{24511B07-5A7E-4121-8DE2-2E08180A0A03}" srcId="{EDFAF7FA-FB9E-4BE4-843F-8F56604E4F1F}" destId="{DFC7D9A5-3CF7-4D3F-B9E9-EDDF88458359}" srcOrd="5" destOrd="0" parTransId="{631FEA44-E930-4385-8CE5-79A1B9C96CB5}" sibTransId="{C5D1C519-180C-4BFB-901A-2A58624C6249}"/>
    <dgm:cxn modelId="{B1507D0A-99ED-438C-8CB4-F9203ADFB502}" srcId="{EDFAF7FA-FB9E-4BE4-843F-8F56604E4F1F}" destId="{3B2F00B5-A522-4590-A391-7E7967A2CF77}" srcOrd="7" destOrd="0" parTransId="{C96B798A-4298-40BC-A8AD-5375A4A4F445}" sibTransId="{5D3D54AB-A2CC-4374-82B9-F0B42DF2796A}"/>
    <dgm:cxn modelId="{B355D31F-77FA-4898-A5CD-7F1489616DCD}" srcId="{EDFAF7FA-FB9E-4BE4-843F-8F56604E4F1F}" destId="{442F6029-000F-47F1-99F7-7ABB5145A565}" srcOrd="4" destOrd="0" parTransId="{416FB705-4BD1-4BD5-83A6-6E0046DABBEF}" sibTransId="{DE2628A8-7F43-47EE-96DF-A8EF33B4D2E1}"/>
    <dgm:cxn modelId="{2E28275D-7500-4B2F-834D-B622A82B1F90}" type="presOf" srcId="{C6B76F7C-FCB3-46E7-A0F5-FFBDB145B13C}" destId="{86997415-1885-4176-A939-7A2085A037FE}" srcOrd="0" destOrd="0" presId="urn:microsoft.com/office/officeart/2016/7/layout/RepeatingBendingProcessNew"/>
    <dgm:cxn modelId="{A59A785F-10E5-4CAF-A733-894751EFF1A0}" type="presOf" srcId="{EDFAF7FA-FB9E-4BE4-843F-8F56604E4F1F}" destId="{A8A20671-96A5-4879-A10D-A03E86157BAB}" srcOrd="0" destOrd="0" presId="urn:microsoft.com/office/officeart/2016/7/layout/RepeatingBendingProcessNew"/>
    <dgm:cxn modelId="{C6606863-C991-4BF0-AE6A-3A9C0A8E7463}" type="presOf" srcId="{E3F74E11-9039-4E54-818D-AA598F3B492B}" destId="{991BF31E-BF1D-474C-BD87-4EAA7E89753F}" srcOrd="0" destOrd="0" presId="urn:microsoft.com/office/officeart/2016/7/layout/RepeatingBendingProcessNew"/>
    <dgm:cxn modelId="{2DF1AA65-7564-42C4-B373-540625372B70}" type="presOf" srcId="{DE2628A8-7F43-47EE-96DF-A8EF33B4D2E1}" destId="{D87DF1E7-7B98-415B-8573-DE92B793053E}" srcOrd="1" destOrd="0" presId="urn:microsoft.com/office/officeart/2016/7/layout/RepeatingBendingProcessNew"/>
    <dgm:cxn modelId="{24FC1D66-3F84-4269-A1FE-B3CCF93457A3}" type="presOf" srcId="{AED05705-1893-4FFC-AFC5-475F33E28CAC}" destId="{8C0E3149-EEC0-49D2-BFD4-C057DCD92274}" srcOrd="1" destOrd="0" presId="urn:microsoft.com/office/officeart/2016/7/layout/RepeatingBendingProcessNew"/>
    <dgm:cxn modelId="{CEB07368-A285-4619-8311-A98BEAD9E31A}" type="presOf" srcId="{26E5DC68-1A15-4EC8-AD7A-4BDAB8B3D20D}" destId="{79D38856-BD7F-4398-B158-CC09E65F4AFD}" srcOrd="1" destOrd="0" presId="urn:microsoft.com/office/officeart/2016/7/layout/RepeatingBendingProcessNew"/>
    <dgm:cxn modelId="{BDD7A76A-6A5F-468A-A67E-D281545B7318}" type="presOf" srcId="{DFC7D9A5-3CF7-4D3F-B9E9-EDDF88458359}" destId="{2F6867DB-D0C7-4F9D-A1F4-430261AE291D}" srcOrd="0" destOrd="0" presId="urn:microsoft.com/office/officeart/2016/7/layout/RepeatingBendingProcessNew"/>
    <dgm:cxn modelId="{67C93F6D-66C4-4782-9ADC-16D86B030B46}" type="presOf" srcId="{B202E6C8-910F-45E0-991E-7A88DBCE4239}" destId="{25B3CBD5-031F-4938-94AA-92A29497C8E9}" srcOrd="1" destOrd="0" presId="urn:microsoft.com/office/officeart/2016/7/layout/RepeatingBendingProcessNew"/>
    <dgm:cxn modelId="{9C9C4A4D-C9CE-4596-845D-A7B975D49E41}" type="presOf" srcId="{C5D1C519-180C-4BFB-901A-2A58624C6249}" destId="{DAE55DF0-B4DC-431F-B05C-03E758503CAF}" srcOrd="1" destOrd="0" presId="urn:microsoft.com/office/officeart/2016/7/layout/RepeatingBendingProcessNew"/>
    <dgm:cxn modelId="{16411F4E-EBE6-43AF-A57D-A4603CC44D47}" type="presOf" srcId="{8EFD187B-5853-46F1-88AF-63E4C173A77A}" destId="{FB86CDCD-2A5D-4147-AFB5-8D743BA3A91A}" srcOrd="0" destOrd="0" presId="urn:microsoft.com/office/officeart/2016/7/layout/RepeatingBendingProcessNew"/>
    <dgm:cxn modelId="{98FCAE6F-2A46-494B-BDA7-F13FA363F7E3}" type="presOf" srcId="{B202E6C8-910F-45E0-991E-7A88DBCE4239}" destId="{874A93B2-0C4C-415E-B5E3-265E74B5F4BA}" srcOrd="0" destOrd="0" presId="urn:microsoft.com/office/officeart/2016/7/layout/RepeatingBendingProcessNew"/>
    <dgm:cxn modelId="{BE5F3670-8602-4E31-B91D-285B54E072BA}" type="presOf" srcId="{DE2628A8-7F43-47EE-96DF-A8EF33B4D2E1}" destId="{56FFB53E-43E9-4D63-9962-BFFAD411C3EB}" srcOrd="0" destOrd="0" presId="urn:microsoft.com/office/officeart/2016/7/layout/RepeatingBendingProcessNew"/>
    <dgm:cxn modelId="{8FA39573-E18C-434B-86EE-71EACCD46E11}" type="presOf" srcId="{C95912D0-13EB-4A68-B8DB-0DF5EF64178E}" destId="{B8E5FFD7-E55F-473B-87B2-B3B415ADCB04}" srcOrd="0" destOrd="0" presId="urn:microsoft.com/office/officeart/2016/7/layout/RepeatingBendingProcessNew"/>
    <dgm:cxn modelId="{97B18556-3E1A-49B7-B1B6-44FEE03325D2}" type="presOf" srcId="{AD2EF52E-869B-4931-9A79-5E441C932297}" destId="{2DFAB7D9-2CF5-4383-BB68-E7540EBC82F6}" srcOrd="1" destOrd="0" presId="urn:microsoft.com/office/officeart/2016/7/layout/RepeatingBendingProcessNew"/>
    <dgm:cxn modelId="{45343959-6410-4113-8A9A-1D1B2E34CEB8}" type="presOf" srcId="{35E3B8E5-FE01-4941-8F19-787AB76CF972}" destId="{1236207D-0C72-4AB0-BCDA-1948F20F66B4}" srcOrd="0" destOrd="0" presId="urn:microsoft.com/office/officeart/2016/7/layout/RepeatingBendingProcessNew"/>
    <dgm:cxn modelId="{FA2ADB7C-047D-4045-A159-C9A4460C3EEB}" type="presOf" srcId="{35B3C107-7EA1-4230-A24C-45A24A267742}" destId="{3712791E-2BC9-46A4-9659-15C7C996E5DD}" srcOrd="0" destOrd="0" presId="urn:microsoft.com/office/officeart/2016/7/layout/RepeatingBendingProcessNew"/>
    <dgm:cxn modelId="{12CE0F83-3986-424B-8AB6-0AAE3E7E099F}" srcId="{EDFAF7FA-FB9E-4BE4-843F-8F56604E4F1F}" destId="{C6B76F7C-FCB3-46E7-A0F5-FFBDB145B13C}" srcOrd="6" destOrd="0" parTransId="{4853B316-18A4-41A2-8454-212DED2B2D8E}" sibTransId="{26E5DC68-1A15-4EC8-AD7A-4BDAB8B3D20D}"/>
    <dgm:cxn modelId="{7467D695-D1F3-4D65-9B71-8BBF48E2FCB9}" type="presOf" srcId="{AD2EF52E-869B-4931-9A79-5E441C932297}" destId="{2E322269-4425-4BE0-B86D-4E00BAE04BBB}" srcOrd="0" destOrd="0" presId="urn:microsoft.com/office/officeart/2016/7/layout/RepeatingBendingProcessNew"/>
    <dgm:cxn modelId="{E3385B98-C8F1-4715-8351-00E4A7782DC6}" srcId="{EDFAF7FA-FB9E-4BE4-843F-8F56604E4F1F}" destId="{8EFD187B-5853-46F1-88AF-63E4C173A77A}" srcOrd="0" destOrd="0" parTransId="{CA9BFBF5-B38A-4CCD-98D0-4AAE85F18080}" sibTransId="{AED05705-1893-4FFC-AFC5-475F33E28CAC}"/>
    <dgm:cxn modelId="{7B2AEB9A-5868-4165-B51B-E05A3A4FD4B8}" type="presOf" srcId="{442F6029-000F-47F1-99F7-7ABB5145A565}" destId="{A4F988B7-81E3-4E3B-A881-BC3433FC8F93}" srcOrd="0" destOrd="0" presId="urn:microsoft.com/office/officeart/2016/7/layout/RepeatingBendingProcessNew"/>
    <dgm:cxn modelId="{5640D39C-D23D-42F9-B913-A6508C62913F}" type="presOf" srcId="{C5D1C519-180C-4BFB-901A-2A58624C6249}" destId="{75D56453-A915-467E-B42A-9079CA5825AC}" srcOrd="0" destOrd="0" presId="urn:microsoft.com/office/officeart/2016/7/layout/RepeatingBendingProcessNew"/>
    <dgm:cxn modelId="{F5853DB6-551A-49EE-BFB9-7E5F3A21C0EA}" type="presOf" srcId="{26E5DC68-1A15-4EC8-AD7A-4BDAB8B3D20D}" destId="{EC64E1F5-F204-43C1-B4CE-0A5FA143013E}" srcOrd="0" destOrd="0" presId="urn:microsoft.com/office/officeart/2016/7/layout/RepeatingBendingProcessNew"/>
    <dgm:cxn modelId="{654B07CA-4D6C-4723-B563-7493CABEA613}" srcId="{EDFAF7FA-FB9E-4BE4-843F-8F56604E4F1F}" destId="{E3F74E11-9039-4E54-818D-AA598F3B492B}" srcOrd="1" destOrd="0" parTransId="{F7A734E3-CB11-4B51-AA71-C7974AECD90E}" sibTransId="{B202E6C8-910F-45E0-991E-7A88DBCE4239}"/>
    <dgm:cxn modelId="{7BDAEDCD-03C5-4A65-97B0-5770DECB15D4}" type="presOf" srcId="{3B2F00B5-A522-4590-A391-7E7967A2CF77}" destId="{3A7C1EF6-0729-4F0E-B0D1-2EE40E73DBEF}" srcOrd="0" destOrd="0" presId="urn:microsoft.com/office/officeart/2016/7/layout/RepeatingBendingProcessNew"/>
    <dgm:cxn modelId="{CD433AD4-4029-4762-B8E0-607B64ADB66E}" type="presOf" srcId="{35B3C107-7EA1-4230-A24C-45A24A267742}" destId="{80494AE6-889A-453B-8F55-0CA97C10E5EE}" srcOrd="1" destOrd="0" presId="urn:microsoft.com/office/officeart/2016/7/layout/RepeatingBendingProcessNew"/>
    <dgm:cxn modelId="{D3F54EDF-315D-44A3-9AE4-141F65194E34}" type="presOf" srcId="{AED05705-1893-4FFC-AFC5-475F33E28CAC}" destId="{1B221360-63C5-4F39-9B42-A18734CF63BB}" srcOrd="0" destOrd="0" presId="urn:microsoft.com/office/officeart/2016/7/layout/RepeatingBendingProcessNew"/>
    <dgm:cxn modelId="{BFEFDDE0-9C26-4C54-8ADB-CFD27E96670E}" srcId="{EDFAF7FA-FB9E-4BE4-843F-8F56604E4F1F}" destId="{35E3B8E5-FE01-4941-8F19-787AB76CF972}" srcOrd="3" destOrd="0" parTransId="{3453CBBA-22EC-48AA-A7D5-590C97EB9D22}" sibTransId="{35B3C107-7EA1-4230-A24C-45A24A267742}"/>
    <dgm:cxn modelId="{4298C0EE-F28E-4DC0-98AA-20BD3B5F2007}" srcId="{EDFAF7FA-FB9E-4BE4-843F-8F56604E4F1F}" destId="{C95912D0-13EB-4A68-B8DB-0DF5EF64178E}" srcOrd="2" destOrd="0" parTransId="{4AD2CD90-815E-42DB-97E6-4A45D8719245}" sibTransId="{AD2EF52E-869B-4931-9A79-5E441C932297}"/>
    <dgm:cxn modelId="{3BDD9162-A0C7-4FAB-BF84-86FBBC0C0415}" type="presParOf" srcId="{A8A20671-96A5-4879-A10D-A03E86157BAB}" destId="{FB86CDCD-2A5D-4147-AFB5-8D743BA3A91A}" srcOrd="0" destOrd="0" presId="urn:microsoft.com/office/officeart/2016/7/layout/RepeatingBendingProcessNew"/>
    <dgm:cxn modelId="{5FC00D03-0C62-4BB1-AE34-BE371A215A84}" type="presParOf" srcId="{A8A20671-96A5-4879-A10D-A03E86157BAB}" destId="{1B221360-63C5-4F39-9B42-A18734CF63BB}" srcOrd="1" destOrd="0" presId="urn:microsoft.com/office/officeart/2016/7/layout/RepeatingBendingProcessNew"/>
    <dgm:cxn modelId="{0379D230-5ECC-46BA-B17B-3F70881B8F41}" type="presParOf" srcId="{1B221360-63C5-4F39-9B42-A18734CF63BB}" destId="{8C0E3149-EEC0-49D2-BFD4-C057DCD92274}" srcOrd="0" destOrd="0" presId="urn:microsoft.com/office/officeart/2016/7/layout/RepeatingBendingProcessNew"/>
    <dgm:cxn modelId="{D83FD632-8156-480D-BA9B-A40BECF3C8DB}" type="presParOf" srcId="{A8A20671-96A5-4879-A10D-A03E86157BAB}" destId="{991BF31E-BF1D-474C-BD87-4EAA7E89753F}" srcOrd="2" destOrd="0" presId="urn:microsoft.com/office/officeart/2016/7/layout/RepeatingBendingProcessNew"/>
    <dgm:cxn modelId="{98AA2497-4ABB-4957-BAEC-3E84D31D9C22}" type="presParOf" srcId="{A8A20671-96A5-4879-A10D-A03E86157BAB}" destId="{874A93B2-0C4C-415E-B5E3-265E74B5F4BA}" srcOrd="3" destOrd="0" presId="urn:microsoft.com/office/officeart/2016/7/layout/RepeatingBendingProcessNew"/>
    <dgm:cxn modelId="{FA80A5F9-0F33-49EF-B07F-4EB293189A04}" type="presParOf" srcId="{874A93B2-0C4C-415E-B5E3-265E74B5F4BA}" destId="{25B3CBD5-031F-4938-94AA-92A29497C8E9}" srcOrd="0" destOrd="0" presId="urn:microsoft.com/office/officeart/2016/7/layout/RepeatingBendingProcessNew"/>
    <dgm:cxn modelId="{96E6271E-328B-48DA-BE02-23DDE04B909A}" type="presParOf" srcId="{A8A20671-96A5-4879-A10D-A03E86157BAB}" destId="{B8E5FFD7-E55F-473B-87B2-B3B415ADCB04}" srcOrd="4" destOrd="0" presId="urn:microsoft.com/office/officeart/2016/7/layout/RepeatingBendingProcessNew"/>
    <dgm:cxn modelId="{07F79867-BC0A-49C9-9922-7F9286467FF7}" type="presParOf" srcId="{A8A20671-96A5-4879-A10D-A03E86157BAB}" destId="{2E322269-4425-4BE0-B86D-4E00BAE04BBB}" srcOrd="5" destOrd="0" presId="urn:microsoft.com/office/officeart/2016/7/layout/RepeatingBendingProcessNew"/>
    <dgm:cxn modelId="{821CA747-5E71-4524-8AE4-069D26D0E5D5}" type="presParOf" srcId="{2E322269-4425-4BE0-B86D-4E00BAE04BBB}" destId="{2DFAB7D9-2CF5-4383-BB68-E7540EBC82F6}" srcOrd="0" destOrd="0" presId="urn:microsoft.com/office/officeart/2016/7/layout/RepeatingBendingProcessNew"/>
    <dgm:cxn modelId="{2069A722-A163-4741-A8B7-16E1164C43B7}" type="presParOf" srcId="{A8A20671-96A5-4879-A10D-A03E86157BAB}" destId="{1236207D-0C72-4AB0-BCDA-1948F20F66B4}" srcOrd="6" destOrd="0" presId="urn:microsoft.com/office/officeart/2016/7/layout/RepeatingBendingProcessNew"/>
    <dgm:cxn modelId="{FA69E942-6B1F-4C39-8060-6B5C914D9121}" type="presParOf" srcId="{A8A20671-96A5-4879-A10D-A03E86157BAB}" destId="{3712791E-2BC9-46A4-9659-15C7C996E5DD}" srcOrd="7" destOrd="0" presId="urn:microsoft.com/office/officeart/2016/7/layout/RepeatingBendingProcessNew"/>
    <dgm:cxn modelId="{86A8B9BB-742A-4EDA-A77E-D66BBC499119}" type="presParOf" srcId="{3712791E-2BC9-46A4-9659-15C7C996E5DD}" destId="{80494AE6-889A-453B-8F55-0CA97C10E5EE}" srcOrd="0" destOrd="0" presId="urn:microsoft.com/office/officeart/2016/7/layout/RepeatingBendingProcessNew"/>
    <dgm:cxn modelId="{2C41A0B2-91EA-4998-8DDA-7F3C6B3652CB}" type="presParOf" srcId="{A8A20671-96A5-4879-A10D-A03E86157BAB}" destId="{A4F988B7-81E3-4E3B-A881-BC3433FC8F93}" srcOrd="8" destOrd="0" presId="urn:microsoft.com/office/officeart/2016/7/layout/RepeatingBendingProcessNew"/>
    <dgm:cxn modelId="{F524C962-8DD3-4D9C-9738-BD3F951EAB52}" type="presParOf" srcId="{A8A20671-96A5-4879-A10D-A03E86157BAB}" destId="{56FFB53E-43E9-4D63-9962-BFFAD411C3EB}" srcOrd="9" destOrd="0" presId="urn:microsoft.com/office/officeart/2016/7/layout/RepeatingBendingProcessNew"/>
    <dgm:cxn modelId="{ED4CD182-B8D2-4A3B-9222-6CFF534B74FC}" type="presParOf" srcId="{56FFB53E-43E9-4D63-9962-BFFAD411C3EB}" destId="{D87DF1E7-7B98-415B-8573-DE92B793053E}" srcOrd="0" destOrd="0" presId="urn:microsoft.com/office/officeart/2016/7/layout/RepeatingBendingProcessNew"/>
    <dgm:cxn modelId="{AE00E6E7-05D9-42C9-8385-5B4B57A1455B}" type="presParOf" srcId="{A8A20671-96A5-4879-A10D-A03E86157BAB}" destId="{2F6867DB-D0C7-4F9D-A1F4-430261AE291D}" srcOrd="10" destOrd="0" presId="urn:microsoft.com/office/officeart/2016/7/layout/RepeatingBendingProcessNew"/>
    <dgm:cxn modelId="{58184CA7-FEF5-472F-B411-FE15D6450A39}" type="presParOf" srcId="{A8A20671-96A5-4879-A10D-A03E86157BAB}" destId="{75D56453-A915-467E-B42A-9079CA5825AC}" srcOrd="11" destOrd="0" presId="urn:microsoft.com/office/officeart/2016/7/layout/RepeatingBendingProcessNew"/>
    <dgm:cxn modelId="{CED36E28-D617-40A5-9CF5-4A4ED7517A19}" type="presParOf" srcId="{75D56453-A915-467E-B42A-9079CA5825AC}" destId="{DAE55DF0-B4DC-431F-B05C-03E758503CAF}" srcOrd="0" destOrd="0" presId="urn:microsoft.com/office/officeart/2016/7/layout/RepeatingBendingProcessNew"/>
    <dgm:cxn modelId="{E447E309-0CCA-46C7-B1CD-B0F6E01A1EFD}" type="presParOf" srcId="{A8A20671-96A5-4879-A10D-A03E86157BAB}" destId="{86997415-1885-4176-A939-7A2085A037FE}" srcOrd="12" destOrd="0" presId="urn:microsoft.com/office/officeart/2016/7/layout/RepeatingBendingProcessNew"/>
    <dgm:cxn modelId="{9C7B75AD-A888-4C62-ABA7-15DCC28CBF7E}" type="presParOf" srcId="{A8A20671-96A5-4879-A10D-A03E86157BAB}" destId="{EC64E1F5-F204-43C1-B4CE-0A5FA143013E}" srcOrd="13" destOrd="0" presId="urn:microsoft.com/office/officeart/2016/7/layout/RepeatingBendingProcessNew"/>
    <dgm:cxn modelId="{B6F42B1E-F05C-4745-90CC-8D20D82E0572}" type="presParOf" srcId="{EC64E1F5-F204-43C1-B4CE-0A5FA143013E}" destId="{79D38856-BD7F-4398-B158-CC09E65F4AFD}" srcOrd="0" destOrd="0" presId="urn:microsoft.com/office/officeart/2016/7/layout/RepeatingBendingProcessNew"/>
    <dgm:cxn modelId="{9B8A33E6-BB7E-4449-AC42-0E059237ED42}" type="presParOf" srcId="{A8A20671-96A5-4879-A10D-A03E86157BAB}" destId="{3A7C1EF6-0729-4F0E-B0D1-2EE40E73DBEF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F44A9DA-8228-472F-AF1D-92A3A86682CD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59FB361-450E-4F11-B946-5352CEAAA32C}">
      <dgm:prSet/>
      <dgm:spPr/>
      <dgm:t>
        <a:bodyPr/>
        <a:lstStyle/>
        <a:p>
          <a:r>
            <a:rPr lang="en-US"/>
            <a:t>Zero Trust Security model</a:t>
          </a:r>
        </a:p>
      </dgm:t>
    </dgm:pt>
    <dgm:pt modelId="{63586158-A264-46D0-B84A-CAB6A7C39729}" type="parTrans" cxnId="{DDD427A6-66FE-4A4C-B44F-8357BB0BE433}">
      <dgm:prSet/>
      <dgm:spPr/>
      <dgm:t>
        <a:bodyPr/>
        <a:lstStyle/>
        <a:p>
          <a:endParaRPr lang="en-US"/>
        </a:p>
      </dgm:t>
    </dgm:pt>
    <dgm:pt modelId="{3045ABE2-29D6-49E8-A99A-DA89951899A1}" type="sibTrans" cxnId="{DDD427A6-66FE-4A4C-B44F-8357BB0BE433}">
      <dgm:prSet/>
      <dgm:spPr/>
      <dgm:t>
        <a:bodyPr/>
        <a:lstStyle/>
        <a:p>
          <a:endParaRPr lang="en-US"/>
        </a:p>
      </dgm:t>
    </dgm:pt>
    <dgm:pt modelId="{39B361F0-1777-47B7-933E-8F35EE294082}">
      <dgm:prSet/>
      <dgm:spPr/>
      <dgm:t>
        <a:bodyPr/>
        <a:lstStyle/>
        <a:p>
          <a:r>
            <a:rPr lang="en-US"/>
            <a:t>AI and Machine Learning for threat detection</a:t>
          </a:r>
        </a:p>
      </dgm:t>
    </dgm:pt>
    <dgm:pt modelId="{8CACB8D6-09B8-4E95-AF19-5A41A7E2ABA4}" type="parTrans" cxnId="{06B350A8-0AF1-4973-9185-6D5B3F1BF512}">
      <dgm:prSet/>
      <dgm:spPr/>
      <dgm:t>
        <a:bodyPr/>
        <a:lstStyle/>
        <a:p>
          <a:endParaRPr lang="en-US"/>
        </a:p>
      </dgm:t>
    </dgm:pt>
    <dgm:pt modelId="{27320F0E-0CC6-4E26-B9D5-D424CA4E9A22}" type="sibTrans" cxnId="{06B350A8-0AF1-4973-9185-6D5B3F1BF512}">
      <dgm:prSet/>
      <dgm:spPr/>
      <dgm:t>
        <a:bodyPr/>
        <a:lstStyle/>
        <a:p>
          <a:endParaRPr lang="en-US"/>
        </a:p>
      </dgm:t>
    </dgm:pt>
    <dgm:pt modelId="{87CDE4A2-0343-47C4-A623-D37DCB966C0A}">
      <dgm:prSet/>
      <dgm:spPr/>
      <dgm:t>
        <a:bodyPr/>
        <a:lstStyle/>
        <a:p>
          <a:r>
            <a:rPr lang="en-US"/>
            <a:t>Serverless security</a:t>
          </a:r>
        </a:p>
      </dgm:t>
    </dgm:pt>
    <dgm:pt modelId="{338E847C-CAE9-4478-83F9-A9C3C429EB02}" type="parTrans" cxnId="{C4855489-E76D-4BD9-BA85-2AFD43E39676}">
      <dgm:prSet/>
      <dgm:spPr/>
      <dgm:t>
        <a:bodyPr/>
        <a:lstStyle/>
        <a:p>
          <a:endParaRPr lang="en-US"/>
        </a:p>
      </dgm:t>
    </dgm:pt>
    <dgm:pt modelId="{782BBD3D-E458-4CEB-B05A-B52CAC08B1AA}" type="sibTrans" cxnId="{C4855489-E76D-4BD9-BA85-2AFD43E39676}">
      <dgm:prSet/>
      <dgm:spPr/>
      <dgm:t>
        <a:bodyPr/>
        <a:lstStyle/>
        <a:p>
          <a:endParaRPr lang="en-US"/>
        </a:p>
      </dgm:t>
    </dgm:pt>
    <dgm:pt modelId="{4F3484AF-67C7-489E-A4BE-8CC2685F124B}">
      <dgm:prSet/>
      <dgm:spPr/>
      <dgm:t>
        <a:bodyPr/>
        <a:lstStyle/>
        <a:p>
          <a:r>
            <a:rPr lang="en-US"/>
            <a:t>Quantum-resistant cryptography</a:t>
          </a:r>
        </a:p>
      </dgm:t>
    </dgm:pt>
    <dgm:pt modelId="{A710F7D9-E8CE-4131-9432-6711A18D6E98}" type="parTrans" cxnId="{F19F6894-AD26-4D15-8BDC-D460AE06ED0B}">
      <dgm:prSet/>
      <dgm:spPr/>
      <dgm:t>
        <a:bodyPr/>
        <a:lstStyle/>
        <a:p>
          <a:endParaRPr lang="en-US"/>
        </a:p>
      </dgm:t>
    </dgm:pt>
    <dgm:pt modelId="{7F353FEF-3758-4174-ACC5-B4E09E482292}" type="sibTrans" cxnId="{F19F6894-AD26-4D15-8BDC-D460AE06ED0B}">
      <dgm:prSet/>
      <dgm:spPr/>
      <dgm:t>
        <a:bodyPr/>
        <a:lstStyle/>
        <a:p>
          <a:endParaRPr lang="en-US"/>
        </a:p>
      </dgm:t>
    </dgm:pt>
    <dgm:pt modelId="{4A66101B-2F6F-4D43-828C-31EA0B85D2EF}">
      <dgm:prSet/>
      <dgm:spPr/>
      <dgm:t>
        <a:bodyPr/>
        <a:lstStyle/>
        <a:p>
          <a:r>
            <a:rPr lang="en-US"/>
            <a:t>Blockchain for enhanced security and transparency</a:t>
          </a:r>
        </a:p>
      </dgm:t>
    </dgm:pt>
    <dgm:pt modelId="{B4F86D66-7B23-4614-A896-3D2759EF0432}" type="parTrans" cxnId="{14CD3C7C-0E1E-4BDB-AC8B-9577A62C5498}">
      <dgm:prSet/>
      <dgm:spPr/>
      <dgm:t>
        <a:bodyPr/>
        <a:lstStyle/>
        <a:p>
          <a:endParaRPr lang="en-US"/>
        </a:p>
      </dgm:t>
    </dgm:pt>
    <dgm:pt modelId="{1526B524-A59C-4948-BE93-DACADD26D061}" type="sibTrans" cxnId="{14CD3C7C-0E1E-4BDB-AC8B-9577A62C5498}">
      <dgm:prSet/>
      <dgm:spPr/>
      <dgm:t>
        <a:bodyPr/>
        <a:lstStyle/>
        <a:p>
          <a:endParaRPr lang="en-US"/>
        </a:p>
      </dgm:t>
    </dgm:pt>
    <dgm:pt modelId="{41FAAC4C-71E6-4A74-B3F6-A092FF61D28E}">
      <dgm:prSet/>
      <dgm:spPr/>
      <dgm:t>
        <a:bodyPr/>
        <a:lstStyle/>
        <a:p>
          <a:r>
            <a:rPr lang="en-US"/>
            <a:t>DevSecOps integration</a:t>
          </a:r>
        </a:p>
      </dgm:t>
    </dgm:pt>
    <dgm:pt modelId="{F96C2D93-F240-4FE5-932E-A4DFA4125CC9}" type="parTrans" cxnId="{CA9BC04A-6450-4FE8-BF9E-3599F41EEEAC}">
      <dgm:prSet/>
      <dgm:spPr/>
      <dgm:t>
        <a:bodyPr/>
        <a:lstStyle/>
        <a:p>
          <a:endParaRPr lang="en-US"/>
        </a:p>
      </dgm:t>
    </dgm:pt>
    <dgm:pt modelId="{D4C197ED-7862-4285-8E26-086785BE41C4}" type="sibTrans" cxnId="{CA9BC04A-6450-4FE8-BF9E-3599F41EEEAC}">
      <dgm:prSet/>
      <dgm:spPr/>
      <dgm:t>
        <a:bodyPr/>
        <a:lstStyle/>
        <a:p>
          <a:endParaRPr lang="en-US"/>
        </a:p>
      </dgm:t>
    </dgm:pt>
    <dgm:pt modelId="{BB842B98-DC9D-4C62-8B11-CA33AA44A1E9}" type="pres">
      <dgm:prSet presAssocID="{CF44A9DA-8228-472F-AF1D-92A3A86682CD}" presName="diagram" presStyleCnt="0">
        <dgm:presLayoutVars>
          <dgm:dir/>
          <dgm:resizeHandles val="exact"/>
        </dgm:presLayoutVars>
      </dgm:prSet>
      <dgm:spPr/>
    </dgm:pt>
    <dgm:pt modelId="{D386A5FE-6C1E-403D-BA58-6C8CE5DBF1D6}" type="pres">
      <dgm:prSet presAssocID="{859FB361-450E-4F11-B946-5352CEAAA32C}" presName="node" presStyleLbl="node1" presStyleIdx="0" presStyleCnt="6">
        <dgm:presLayoutVars>
          <dgm:bulletEnabled val="1"/>
        </dgm:presLayoutVars>
      </dgm:prSet>
      <dgm:spPr/>
    </dgm:pt>
    <dgm:pt modelId="{3C80885F-50DE-46E2-BC04-0B33B4627B36}" type="pres">
      <dgm:prSet presAssocID="{3045ABE2-29D6-49E8-A99A-DA89951899A1}" presName="sibTrans" presStyleCnt="0"/>
      <dgm:spPr/>
    </dgm:pt>
    <dgm:pt modelId="{AB8D8E3F-C381-4166-ABD9-79AA74BF1E47}" type="pres">
      <dgm:prSet presAssocID="{39B361F0-1777-47B7-933E-8F35EE294082}" presName="node" presStyleLbl="node1" presStyleIdx="1" presStyleCnt="6">
        <dgm:presLayoutVars>
          <dgm:bulletEnabled val="1"/>
        </dgm:presLayoutVars>
      </dgm:prSet>
      <dgm:spPr/>
    </dgm:pt>
    <dgm:pt modelId="{F69589AD-9C1B-4800-82ED-8D6C07465899}" type="pres">
      <dgm:prSet presAssocID="{27320F0E-0CC6-4E26-B9D5-D424CA4E9A22}" presName="sibTrans" presStyleCnt="0"/>
      <dgm:spPr/>
    </dgm:pt>
    <dgm:pt modelId="{9E9D5018-37FE-423B-9964-0700C08F3E6F}" type="pres">
      <dgm:prSet presAssocID="{87CDE4A2-0343-47C4-A623-D37DCB966C0A}" presName="node" presStyleLbl="node1" presStyleIdx="2" presStyleCnt="6">
        <dgm:presLayoutVars>
          <dgm:bulletEnabled val="1"/>
        </dgm:presLayoutVars>
      </dgm:prSet>
      <dgm:spPr/>
    </dgm:pt>
    <dgm:pt modelId="{826FED77-E0A6-4EEA-BB00-E85FF4BD44BD}" type="pres">
      <dgm:prSet presAssocID="{782BBD3D-E458-4CEB-B05A-B52CAC08B1AA}" presName="sibTrans" presStyleCnt="0"/>
      <dgm:spPr/>
    </dgm:pt>
    <dgm:pt modelId="{C4D8C311-9304-48CA-AE05-FB2042AE582E}" type="pres">
      <dgm:prSet presAssocID="{4F3484AF-67C7-489E-A4BE-8CC2685F124B}" presName="node" presStyleLbl="node1" presStyleIdx="3" presStyleCnt="6">
        <dgm:presLayoutVars>
          <dgm:bulletEnabled val="1"/>
        </dgm:presLayoutVars>
      </dgm:prSet>
      <dgm:spPr/>
    </dgm:pt>
    <dgm:pt modelId="{C340F416-6490-4129-84BB-D273CDFD4EE9}" type="pres">
      <dgm:prSet presAssocID="{7F353FEF-3758-4174-ACC5-B4E09E482292}" presName="sibTrans" presStyleCnt="0"/>
      <dgm:spPr/>
    </dgm:pt>
    <dgm:pt modelId="{81FE2259-5A13-401E-B3C6-AFA2DFC1C7B3}" type="pres">
      <dgm:prSet presAssocID="{4A66101B-2F6F-4D43-828C-31EA0B85D2EF}" presName="node" presStyleLbl="node1" presStyleIdx="4" presStyleCnt="6">
        <dgm:presLayoutVars>
          <dgm:bulletEnabled val="1"/>
        </dgm:presLayoutVars>
      </dgm:prSet>
      <dgm:spPr/>
    </dgm:pt>
    <dgm:pt modelId="{2A4583F9-4C8B-4326-B297-299E15590BEB}" type="pres">
      <dgm:prSet presAssocID="{1526B524-A59C-4948-BE93-DACADD26D061}" presName="sibTrans" presStyleCnt="0"/>
      <dgm:spPr/>
    </dgm:pt>
    <dgm:pt modelId="{E72B708A-5FE5-469E-A6AB-391AD589A865}" type="pres">
      <dgm:prSet presAssocID="{41FAAC4C-71E6-4A74-B3F6-A092FF61D28E}" presName="node" presStyleLbl="node1" presStyleIdx="5" presStyleCnt="6">
        <dgm:presLayoutVars>
          <dgm:bulletEnabled val="1"/>
        </dgm:presLayoutVars>
      </dgm:prSet>
      <dgm:spPr/>
    </dgm:pt>
  </dgm:ptLst>
  <dgm:cxnLst>
    <dgm:cxn modelId="{3897DC1B-FDF2-4C3C-A6B5-B698A88A35E5}" type="presOf" srcId="{87CDE4A2-0343-47C4-A623-D37DCB966C0A}" destId="{9E9D5018-37FE-423B-9964-0700C08F3E6F}" srcOrd="0" destOrd="0" presId="urn:microsoft.com/office/officeart/2005/8/layout/default"/>
    <dgm:cxn modelId="{45500939-1B18-4FA2-A8F2-AF2BCBAA2D47}" type="presOf" srcId="{859FB361-450E-4F11-B946-5352CEAAA32C}" destId="{D386A5FE-6C1E-403D-BA58-6C8CE5DBF1D6}" srcOrd="0" destOrd="0" presId="urn:microsoft.com/office/officeart/2005/8/layout/default"/>
    <dgm:cxn modelId="{10D90747-92D1-44A4-8C2D-37CFE0D85BB9}" type="presOf" srcId="{4A66101B-2F6F-4D43-828C-31EA0B85D2EF}" destId="{81FE2259-5A13-401E-B3C6-AFA2DFC1C7B3}" srcOrd="0" destOrd="0" presId="urn:microsoft.com/office/officeart/2005/8/layout/default"/>
    <dgm:cxn modelId="{CA9BC04A-6450-4FE8-BF9E-3599F41EEEAC}" srcId="{CF44A9DA-8228-472F-AF1D-92A3A86682CD}" destId="{41FAAC4C-71E6-4A74-B3F6-A092FF61D28E}" srcOrd="5" destOrd="0" parTransId="{F96C2D93-F240-4FE5-932E-A4DFA4125CC9}" sibTransId="{D4C197ED-7862-4285-8E26-086785BE41C4}"/>
    <dgm:cxn modelId="{407D254F-43DA-401C-8D98-25BDC044BDEB}" type="presOf" srcId="{4F3484AF-67C7-489E-A4BE-8CC2685F124B}" destId="{C4D8C311-9304-48CA-AE05-FB2042AE582E}" srcOrd="0" destOrd="0" presId="urn:microsoft.com/office/officeart/2005/8/layout/default"/>
    <dgm:cxn modelId="{333CD474-A1D8-481E-A5A4-1C246383C5C9}" type="presOf" srcId="{39B361F0-1777-47B7-933E-8F35EE294082}" destId="{AB8D8E3F-C381-4166-ABD9-79AA74BF1E47}" srcOrd="0" destOrd="0" presId="urn:microsoft.com/office/officeart/2005/8/layout/default"/>
    <dgm:cxn modelId="{14CD3C7C-0E1E-4BDB-AC8B-9577A62C5498}" srcId="{CF44A9DA-8228-472F-AF1D-92A3A86682CD}" destId="{4A66101B-2F6F-4D43-828C-31EA0B85D2EF}" srcOrd="4" destOrd="0" parTransId="{B4F86D66-7B23-4614-A896-3D2759EF0432}" sibTransId="{1526B524-A59C-4948-BE93-DACADD26D061}"/>
    <dgm:cxn modelId="{B0C31A82-6620-482F-9D14-09E3B2C3836F}" type="presOf" srcId="{41FAAC4C-71E6-4A74-B3F6-A092FF61D28E}" destId="{E72B708A-5FE5-469E-A6AB-391AD589A865}" srcOrd="0" destOrd="0" presId="urn:microsoft.com/office/officeart/2005/8/layout/default"/>
    <dgm:cxn modelId="{C4855489-E76D-4BD9-BA85-2AFD43E39676}" srcId="{CF44A9DA-8228-472F-AF1D-92A3A86682CD}" destId="{87CDE4A2-0343-47C4-A623-D37DCB966C0A}" srcOrd="2" destOrd="0" parTransId="{338E847C-CAE9-4478-83F9-A9C3C429EB02}" sibTransId="{782BBD3D-E458-4CEB-B05A-B52CAC08B1AA}"/>
    <dgm:cxn modelId="{F19F6894-AD26-4D15-8BDC-D460AE06ED0B}" srcId="{CF44A9DA-8228-472F-AF1D-92A3A86682CD}" destId="{4F3484AF-67C7-489E-A4BE-8CC2685F124B}" srcOrd="3" destOrd="0" parTransId="{A710F7D9-E8CE-4131-9432-6711A18D6E98}" sibTransId="{7F353FEF-3758-4174-ACC5-B4E09E482292}"/>
    <dgm:cxn modelId="{DDD427A6-66FE-4A4C-B44F-8357BB0BE433}" srcId="{CF44A9DA-8228-472F-AF1D-92A3A86682CD}" destId="{859FB361-450E-4F11-B946-5352CEAAA32C}" srcOrd="0" destOrd="0" parTransId="{63586158-A264-46D0-B84A-CAB6A7C39729}" sibTransId="{3045ABE2-29D6-49E8-A99A-DA89951899A1}"/>
    <dgm:cxn modelId="{06B350A8-0AF1-4973-9185-6D5B3F1BF512}" srcId="{CF44A9DA-8228-472F-AF1D-92A3A86682CD}" destId="{39B361F0-1777-47B7-933E-8F35EE294082}" srcOrd="1" destOrd="0" parTransId="{8CACB8D6-09B8-4E95-AF19-5A41A7E2ABA4}" sibTransId="{27320F0E-0CC6-4E26-B9D5-D424CA4E9A22}"/>
    <dgm:cxn modelId="{1FD05BD2-B09A-4B81-8D3E-0109DF51830B}" type="presOf" srcId="{CF44A9DA-8228-472F-AF1D-92A3A86682CD}" destId="{BB842B98-DC9D-4C62-8B11-CA33AA44A1E9}" srcOrd="0" destOrd="0" presId="urn:microsoft.com/office/officeart/2005/8/layout/default"/>
    <dgm:cxn modelId="{8B98E7EF-BF36-4723-AD26-15E762AC2248}" type="presParOf" srcId="{BB842B98-DC9D-4C62-8B11-CA33AA44A1E9}" destId="{D386A5FE-6C1E-403D-BA58-6C8CE5DBF1D6}" srcOrd="0" destOrd="0" presId="urn:microsoft.com/office/officeart/2005/8/layout/default"/>
    <dgm:cxn modelId="{EBF6E9F6-53D2-4828-B525-3444E546F7EA}" type="presParOf" srcId="{BB842B98-DC9D-4C62-8B11-CA33AA44A1E9}" destId="{3C80885F-50DE-46E2-BC04-0B33B4627B36}" srcOrd="1" destOrd="0" presId="urn:microsoft.com/office/officeart/2005/8/layout/default"/>
    <dgm:cxn modelId="{31576F0C-73A9-42E1-B725-11AEB5E6A413}" type="presParOf" srcId="{BB842B98-DC9D-4C62-8B11-CA33AA44A1E9}" destId="{AB8D8E3F-C381-4166-ABD9-79AA74BF1E47}" srcOrd="2" destOrd="0" presId="urn:microsoft.com/office/officeart/2005/8/layout/default"/>
    <dgm:cxn modelId="{2B24133D-38FB-44D4-9EC4-768B8D97BA3E}" type="presParOf" srcId="{BB842B98-DC9D-4C62-8B11-CA33AA44A1E9}" destId="{F69589AD-9C1B-4800-82ED-8D6C07465899}" srcOrd="3" destOrd="0" presId="urn:microsoft.com/office/officeart/2005/8/layout/default"/>
    <dgm:cxn modelId="{30C7D9BE-011D-4C80-BBA8-BDDD3DB7E1F2}" type="presParOf" srcId="{BB842B98-DC9D-4C62-8B11-CA33AA44A1E9}" destId="{9E9D5018-37FE-423B-9964-0700C08F3E6F}" srcOrd="4" destOrd="0" presId="urn:microsoft.com/office/officeart/2005/8/layout/default"/>
    <dgm:cxn modelId="{A15E3FD9-BBF3-451F-8564-260258B6DB92}" type="presParOf" srcId="{BB842B98-DC9D-4C62-8B11-CA33AA44A1E9}" destId="{826FED77-E0A6-4EEA-BB00-E85FF4BD44BD}" srcOrd="5" destOrd="0" presId="urn:microsoft.com/office/officeart/2005/8/layout/default"/>
    <dgm:cxn modelId="{4B8164D3-0D25-436A-99A0-0CDD05A291B8}" type="presParOf" srcId="{BB842B98-DC9D-4C62-8B11-CA33AA44A1E9}" destId="{C4D8C311-9304-48CA-AE05-FB2042AE582E}" srcOrd="6" destOrd="0" presId="urn:microsoft.com/office/officeart/2005/8/layout/default"/>
    <dgm:cxn modelId="{1AB9EBF4-76E5-486C-B835-4B83C8B45EC2}" type="presParOf" srcId="{BB842B98-DC9D-4C62-8B11-CA33AA44A1E9}" destId="{C340F416-6490-4129-84BB-D273CDFD4EE9}" srcOrd="7" destOrd="0" presId="urn:microsoft.com/office/officeart/2005/8/layout/default"/>
    <dgm:cxn modelId="{CA6FE51B-AE82-4DF6-99F4-605070D15CD6}" type="presParOf" srcId="{BB842B98-DC9D-4C62-8B11-CA33AA44A1E9}" destId="{81FE2259-5A13-401E-B3C6-AFA2DFC1C7B3}" srcOrd="8" destOrd="0" presId="urn:microsoft.com/office/officeart/2005/8/layout/default"/>
    <dgm:cxn modelId="{E55D1603-6B35-487D-8B9E-10BDABA60F57}" type="presParOf" srcId="{BB842B98-DC9D-4C62-8B11-CA33AA44A1E9}" destId="{2A4583F9-4C8B-4326-B297-299E15590BEB}" srcOrd="9" destOrd="0" presId="urn:microsoft.com/office/officeart/2005/8/layout/default"/>
    <dgm:cxn modelId="{8CCC7F62-D8EE-4108-B291-C8D437C669A8}" type="presParOf" srcId="{BB842B98-DC9D-4C62-8B11-CA33AA44A1E9}" destId="{E72B708A-5FE5-469E-A6AB-391AD589A86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5E31AFD-B693-46BA-8BF7-88BE5463AD3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00F2DE-75EC-423E-9748-98C50A015820}">
      <dgm:prSet/>
      <dgm:spPr/>
      <dgm:t>
        <a:bodyPr/>
        <a:lstStyle/>
        <a:p>
          <a:r>
            <a:rPr lang="en-US"/>
            <a:t>Cloud security is a shared responsibility between providers and users</a:t>
          </a:r>
        </a:p>
      </dgm:t>
    </dgm:pt>
    <dgm:pt modelId="{76C4CC70-B2F4-4C05-B243-6B17AD2FA48D}" type="parTrans" cxnId="{287AFF2D-6BD9-4C6C-AF64-8A7585698436}">
      <dgm:prSet/>
      <dgm:spPr/>
      <dgm:t>
        <a:bodyPr/>
        <a:lstStyle/>
        <a:p>
          <a:endParaRPr lang="en-US"/>
        </a:p>
      </dgm:t>
    </dgm:pt>
    <dgm:pt modelId="{CAF1C273-EE6E-41DA-9504-E40CDCEFA140}" type="sibTrans" cxnId="{287AFF2D-6BD9-4C6C-AF64-8A7585698436}">
      <dgm:prSet/>
      <dgm:spPr/>
      <dgm:t>
        <a:bodyPr/>
        <a:lstStyle/>
        <a:p>
          <a:endParaRPr lang="en-US"/>
        </a:p>
      </dgm:t>
    </dgm:pt>
    <dgm:pt modelId="{BFBE848B-504A-406C-998E-EAAB04E0DBBA}">
      <dgm:prSet/>
      <dgm:spPr/>
      <dgm:t>
        <a:bodyPr/>
        <a:lstStyle/>
        <a:p>
          <a:r>
            <a:rPr lang="en-US"/>
            <a:t>Addressing challenges requires a multi-layered approach</a:t>
          </a:r>
        </a:p>
      </dgm:t>
    </dgm:pt>
    <dgm:pt modelId="{14CA8FD7-78E5-4308-9F47-C045C3C623B2}" type="parTrans" cxnId="{FFED4E62-8859-4B9F-BB1D-FDBBA4856773}">
      <dgm:prSet/>
      <dgm:spPr/>
      <dgm:t>
        <a:bodyPr/>
        <a:lstStyle/>
        <a:p>
          <a:endParaRPr lang="en-US"/>
        </a:p>
      </dgm:t>
    </dgm:pt>
    <dgm:pt modelId="{7DB1EC72-E56E-495C-9BBD-D664EFFB3AA3}" type="sibTrans" cxnId="{FFED4E62-8859-4B9F-BB1D-FDBBA4856773}">
      <dgm:prSet/>
      <dgm:spPr/>
      <dgm:t>
        <a:bodyPr/>
        <a:lstStyle/>
        <a:p>
          <a:endParaRPr lang="en-US"/>
        </a:p>
      </dgm:t>
    </dgm:pt>
    <dgm:pt modelId="{22EFAD40-FD36-4447-B4DD-AA55264D2773}">
      <dgm:prSet/>
      <dgm:spPr/>
      <dgm:t>
        <a:bodyPr/>
        <a:lstStyle/>
        <a:p>
          <a:r>
            <a:rPr lang="en-US"/>
            <a:t>Continuous monitoring and improvement are essential</a:t>
          </a:r>
        </a:p>
      </dgm:t>
    </dgm:pt>
    <dgm:pt modelId="{02D4EE9F-EEB9-4E04-86E8-CC90EB69E9A4}" type="parTrans" cxnId="{4F62450D-02D1-4AB5-A304-DD8F677F07C9}">
      <dgm:prSet/>
      <dgm:spPr/>
      <dgm:t>
        <a:bodyPr/>
        <a:lstStyle/>
        <a:p>
          <a:endParaRPr lang="en-US"/>
        </a:p>
      </dgm:t>
    </dgm:pt>
    <dgm:pt modelId="{CBA634FD-1555-42C1-8106-5F5F94BE0F83}" type="sibTrans" cxnId="{4F62450D-02D1-4AB5-A304-DD8F677F07C9}">
      <dgm:prSet/>
      <dgm:spPr/>
      <dgm:t>
        <a:bodyPr/>
        <a:lstStyle/>
        <a:p>
          <a:endParaRPr lang="en-US"/>
        </a:p>
      </dgm:t>
    </dgm:pt>
    <dgm:pt modelId="{1FA30CC4-A318-4E1F-BF5B-4BE10286F712}">
      <dgm:prSet/>
      <dgm:spPr/>
      <dgm:t>
        <a:bodyPr/>
        <a:lstStyle/>
        <a:p>
          <a:r>
            <a:rPr lang="en-US"/>
            <a:t>Stay informed about emerging threats and solutions</a:t>
          </a:r>
        </a:p>
      </dgm:t>
    </dgm:pt>
    <dgm:pt modelId="{E95AD630-C9A0-4C1C-A595-F0AD7F47EB7F}" type="parTrans" cxnId="{89A2A65F-8C2A-452A-AC17-B61747244670}">
      <dgm:prSet/>
      <dgm:spPr/>
      <dgm:t>
        <a:bodyPr/>
        <a:lstStyle/>
        <a:p>
          <a:endParaRPr lang="en-US"/>
        </a:p>
      </dgm:t>
    </dgm:pt>
    <dgm:pt modelId="{FD040CD6-EC66-4C18-9A6D-D17F67C2FBDA}" type="sibTrans" cxnId="{89A2A65F-8C2A-452A-AC17-B61747244670}">
      <dgm:prSet/>
      <dgm:spPr/>
      <dgm:t>
        <a:bodyPr/>
        <a:lstStyle/>
        <a:p>
          <a:endParaRPr lang="en-US"/>
        </a:p>
      </dgm:t>
    </dgm:pt>
    <dgm:pt modelId="{EC3B5E30-E6A8-4331-AA49-D13E72AF241A}">
      <dgm:prSet/>
      <dgm:spPr/>
      <dgm:t>
        <a:bodyPr/>
        <a:lstStyle/>
        <a:p>
          <a:r>
            <a:rPr lang="en-US"/>
            <a:t>Balancing security with usability and performance is key</a:t>
          </a:r>
        </a:p>
      </dgm:t>
    </dgm:pt>
    <dgm:pt modelId="{A3AA3791-53BC-4CBC-B765-825EE58B8B20}" type="parTrans" cxnId="{845F79FD-5C3A-4142-B0F9-F5ED08D3195F}">
      <dgm:prSet/>
      <dgm:spPr/>
      <dgm:t>
        <a:bodyPr/>
        <a:lstStyle/>
        <a:p>
          <a:endParaRPr lang="en-US"/>
        </a:p>
      </dgm:t>
    </dgm:pt>
    <dgm:pt modelId="{878EF961-9FA7-4ECD-BEFD-4E7279A2E12D}" type="sibTrans" cxnId="{845F79FD-5C3A-4142-B0F9-F5ED08D3195F}">
      <dgm:prSet/>
      <dgm:spPr/>
      <dgm:t>
        <a:bodyPr/>
        <a:lstStyle/>
        <a:p>
          <a:endParaRPr lang="en-US"/>
        </a:p>
      </dgm:t>
    </dgm:pt>
    <dgm:pt modelId="{7174D0DE-0E30-41CD-9F04-3B523E82DB18}">
      <dgm:prSet/>
      <dgm:spPr/>
      <dgm:t>
        <a:bodyPr/>
        <a:lstStyle/>
        <a:p>
          <a:r>
            <a:rPr lang="en-US"/>
            <a:t>The future of cloud security lies in automation and advanced technologies</a:t>
          </a:r>
        </a:p>
      </dgm:t>
    </dgm:pt>
    <dgm:pt modelId="{2E0895C6-61EB-446E-B5FE-DA1EBD0B534A}" type="parTrans" cxnId="{9FF04574-FA6A-4CB7-A8AC-DA0222C264C3}">
      <dgm:prSet/>
      <dgm:spPr/>
      <dgm:t>
        <a:bodyPr/>
        <a:lstStyle/>
        <a:p>
          <a:endParaRPr lang="en-US"/>
        </a:p>
      </dgm:t>
    </dgm:pt>
    <dgm:pt modelId="{1FD30F89-B751-49A8-811A-F62A2B70FD4F}" type="sibTrans" cxnId="{9FF04574-FA6A-4CB7-A8AC-DA0222C264C3}">
      <dgm:prSet/>
      <dgm:spPr/>
      <dgm:t>
        <a:bodyPr/>
        <a:lstStyle/>
        <a:p>
          <a:endParaRPr lang="en-US"/>
        </a:p>
      </dgm:t>
    </dgm:pt>
    <dgm:pt modelId="{B24568EA-EE80-44EC-ABA3-C6FBB52515AF}" type="pres">
      <dgm:prSet presAssocID="{75E31AFD-B693-46BA-8BF7-88BE5463AD3A}" presName="root" presStyleCnt="0">
        <dgm:presLayoutVars>
          <dgm:dir/>
          <dgm:resizeHandles val="exact"/>
        </dgm:presLayoutVars>
      </dgm:prSet>
      <dgm:spPr/>
    </dgm:pt>
    <dgm:pt modelId="{A8220CC3-0E45-43E1-AEAD-3BFFF5057AE1}" type="pres">
      <dgm:prSet presAssocID="{EF00F2DE-75EC-423E-9748-98C50A015820}" presName="compNode" presStyleCnt="0"/>
      <dgm:spPr/>
    </dgm:pt>
    <dgm:pt modelId="{AE94815D-6B03-4C44-A7B9-026016C50A0E}" type="pres">
      <dgm:prSet presAssocID="{EF00F2DE-75EC-423E-9748-98C50A015820}" presName="bgRect" presStyleLbl="bgShp" presStyleIdx="0" presStyleCnt="6"/>
      <dgm:spPr/>
    </dgm:pt>
    <dgm:pt modelId="{CACE1296-AEFE-4198-8BDD-9DBACACF28D4}" type="pres">
      <dgm:prSet presAssocID="{EF00F2DE-75EC-423E-9748-98C50A01582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88AD94C-7E0A-4890-AA15-10DBA850FD47}" type="pres">
      <dgm:prSet presAssocID="{EF00F2DE-75EC-423E-9748-98C50A015820}" presName="spaceRect" presStyleCnt="0"/>
      <dgm:spPr/>
    </dgm:pt>
    <dgm:pt modelId="{4F75C5E0-7C37-47B8-B623-860F78AC3392}" type="pres">
      <dgm:prSet presAssocID="{EF00F2DE-75EC-423E-9748-98C50A015820}" presName="parTx" presStyleLbl="revTx" presStyleIdx="0" presStyleCnt="6">
        <dgm:presLayoutVars>
          <dgm:chMax val="0"/>
          <dgm:chPref val="0"/>
        </dgm:presLayoutVars>
      </dgm:prSet>
      <dgm:spPr/>
    </dgm:pt>
    <dgm:pt modelId="{8860FC62-6718-47D5-816B-CE7B7DB42998}" type="pres">
      <dgm:prSet presAssocID="{CAF1C273-EE6E-41DA-9504-E40CDCEFA140}" presName="sibTrans" presStyleCnt="0"/>
      <dgm:spPr/>
    </dgm:pt>
    <dgm:pt modelId="{9E0BC713-F2B9-4334-9D15-8F134EE44789}" type="pres">
      <dgm:prSet presAssocID="{BFBE848B-504A-406C-998E-EAAB04E0DBBA}" presName="compNode" presStyleCnt="0"/>
      <dgm:spPr/>
    </dgm:pt>
    <dgm:pt modelId="{6DD5E066-3532-4603-931B-0D1B6EA53B5A}" type="pres">
      <dgm:prSet presAssocID="{BFBE848B-504A-406C-998E-EAAB04E0DBBA}" presName="bgRect" presStyleLbl="bgShp" presStyleIdx="1" presStyleCnt="6"/>
      <dgm:spPr/>
    </dgm:pt>
    <dgm:pt modelId="{55E315D7-C6E6-47E6-A21B-E7F679024039}" type="pres">
      <dgm:prSet presAssocID="{BFBE848B-504A-406C-998E-EAAB04E0DBB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388769A-BC5A-4412-9EFC-BB1432D5759F}" type="pres">
      <dgm:prSet presAssocID="{BFBE848B-504A-406C-998E-EAAB04E0DBBA}" presName="spaceRect" presStyleCnt="0"/>
      <dgm:spPr/>
    </dgm:pt>
    <dgm:pt modelId="{14E2E617-B3C8-46D1-AC0C-9DC3647BE312}" type="pres">
      <dgm:prSet presAssocID="{BFBE848B-504A-406C-998E-EAAB04E0DBBA}" presName="parTx" presStyleLbl="revTx" presStyleIdx="1" presStyleCnt="6">
        <dgm:presLayoutVars>
          <dgm:chMax val="0"/>
          <dgm:chPref val="0"/>
        </dgm:presLayoutVars>
      </dgm:prSet>
      <dgm:spPr/>
    </dgm:pt>
    <dgm:pt modelId="{58F2AB8F-1E44-4509-BA65-B92B3FDE8E26}" type="pres">
      <dgm:prSet presAssocID="{7DB1EC72-E56E-495C-9BBD-D664EFFB3AA3}" presName="sibTrans" presStyleCnt="0"/>
      <dgm:spPr/>
    </dgm:pt>
    <dgm:pt modelId="{13D87F15-0EBC-435B-9ECA-D9BAC0325A0E}" type="pres">
      <dgm:prSet presAssocID="{22EFAD40-FD36-4447-B4DD-AA55264D2773}" presName="compNode" presStyleCnt="0"/>
      <dgm:spPr/>
    </dgm:pt>
    <dgm:pt modelId="{8D502AA6-A6C5-4F3A-8B9F-51FC3E57DCE2}" type="pres">
      <dgm:prSet presAssocID="{22EFAD40-FD36-4447-B4DD-AA55264D2773}" presName="bgRect" presStyleLbl="bgShp" presStyleIdx="2" presStyleCnt="6"/>
      <dgm:spPr/>
    </dgm:pt>
    <dgm:pt modelId="{0A4D9A3E-BAEC-4AE0-92AD-13AD7D5FF2D4}" type="pres">
      <dgm:prSet presAssocID="{22EFAD40-FD36-4447-B4DD-AA55264D277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7949F93-8743-47B2-8352-ADD79098DE7A}" type="pres">
      <dgm:prSet presAssocID="{22EFAD40-FD36-4447-B4DD-AA55264D2773}" presName="spaceRect" presStyleCnt="0"/>
      <dgm:spPr/>
    </dgm:pt>
    <dgm:pt modelId="{939E357F-7CEF-41C0-841B-69EB5182C37A}" type="pres">
      <dgm:prSet presAssocID="{22EFAD40-FD36-4447-B4DD-AA55264D2773}" presName="parTx" presStyleLbl="revTx" presStyleIdx="2" presStyleCnt="6">
        <dgm:presLayoutVars>
          <dgm:chMax val="0"/>
          <dgm:chPref val="0"/>
        </dgm:presLayoutVars>
      </dgm:prSet>
      <dgm:spPr/>
    </dgm:pt>
    <dgm:pt modelId="{AB0DE066-4F88-45CA-8331-ADF8FABB769F}" type="pres">
      <dgm:prSet presAssocID="{CBA634FD-1555-42C1-8106-5F5F94BE0F83}" presName="sibTrans" presStyleCnt="0"/>
      <dgm:spPr/>
    </dgm:pt>
    <dgm:pt modelId="{5C0B3E4E-5D60-47E8-8ECF-4EDD2375603D}" type="pres">
      <dgm:prSet presAssocID="{1FA30CC4-A318-4E1F-BF5B-4BE10286F712}" presName="compNode" presStyleCnt="0"/>
      <dgm:spPr/>
    </dgm:pt>
    <dgm:pt modelId="{582F35C8-DDA5-470A-9763-6816B357B1B5}" type="pres">
      <dgm:prSet presAssocID="{1FA30CC4-A318-4E1F-BF5B-4BE10286F712}" presName="bgRect" presStyleLbl="bgShp" presStyleIdx="3" presStyleCnt="6"/>
      <dgm:spPr/>
    </dgm:pt>
    <dgm:pt modelId="{DAD201D9-7405-4A7D-B5FF-F63C1D01C9D8}" type="pres">
      <dgm:prSet presAssocID="{1FA30CC4-A318-4E1F-BF5B-4BE10286F71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6A3F2CB-E74E-4B11-B65A-70767A73AB54}" type="pres">
      <dgm:prSet presAssocID="{1FA30CC4-A318-4E1F-BF5B-4BE10286F712}" presName="spaceRect" presStyleCnt="0"/>
      <dgm:spPr/>
    </dgm:pt>
    <dgm:pt modelId="{4854D6EF-5CAA-4F4C-B99C-C9B226DD3441}" type="pres">
      <dgm:prSet presAssocID="{1FA30CC4-A318-4E1F-BF5B-4BE10286F712}" presName="parTx" presStyleLbl="revTx" presStyleIdx="3" presStyleCnt="6">
        <dgm:presLayoutVars>
          <dgm:chMax val="0"/>
          <dgm:chPref val="0"/>
        </dgm:presLayoutVars>
      </dgm:prSet>
      <dgm:spPr/>
    </dgm:pt>
    <dgm:pt modelId="{626BA95B-6C92-48E6-8717-217FE6A63903}" type="pres">
      <dgm:prSet presAssocID="{FD040CD6-EC66-4C18-9A6D-D17F67C2FBDA}" presName="sibTrans" presStyleCnt="0"/>
      <dgm:spPr/>
    </dgm:pt>
    <dgm:pt modelId="{8E43AADB-7F0D-4D89-9CE2-B501122EDDDD}" type="pres">
      <dgm:prSet presAssocID="{EC3B5E30-E6A8-4331-AA49-D13E72AF241A}" presName="compNode" presStyleCnt="0"/>
      <dgm:spPr/>
    </dgm:pt>
    <dgm:pt modelId="{24A59A73-54E0-4326-AE6D-D3B2BD895A34}" type="pres">
      <dgm:prSet presAssocID="{EC3B5E30-E6A8-4331-AA49-D13E72AF241A}" presName="bgRect" presStyleLbl="bgShp" presStyleIdx="4" presStyleCnt="6"/>
      <dgm:spPr/>
    </dgm:pt>
    <dgm:pt modelId="{BE99752D-98FC-4195-A799-11C762EE23F2}" type="pres">
      <dgm:prSet presAssocID="{EC3B5E30-E6A8-4331-AA49-D13E72AF241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86CAF60B-353A-46DE-A6F1-AC87BA2BFE17}" type="pres">
      <dgm:prSet presAssocID="{EC3B5E30-E6A8-4331-AA49-D13E72AF241A}" presName="spaceRect" presStyleCnt="0"/>
      <dgm:spPr/>
    </dgm:pt>
    <dgm:pt modelId="{C7691225-9E93-4A65-BF33-8753824F13E2}" type="pres">
      <dgm:prSet presAssocID="{EC3B5E30-E6A8-4331-AA49-D13E72AF241A}" presName="parTx" presStyleLbl="revTx" presStyleIdx="4" presStyleCnt="6">
        <dgm:presLayoutVars>
          <dgm:chMax val="0"/>
          <dgm:chPref val="0"/>
        </dgm:presLayoutVars>
      </dgm:prSet>
      <dgm:spPr/>
    </dgm:pt>
    <dgm:pt modelId="{87F1AF4E-BE67-4480-821C-A377C9A188EA}" type="pres">
      <dgm:prSet presAssocID="{878EF961-9FA7-4ECD-BEFD-4E7279A2E12D}" presName="sibTrans" presStyleCnt="0"/>
      <dgm:spPr/>
    </dgm:pt>
    <dgm:pt modelId="{C2A4679C-A32D-4624-8D6C-200CA7F9FA67}" type="pres">
      <dgm:prSet presAssocID="{7174D0DE-0E30-41CD-9F04-3B523E82DB18}" presName="compNode" presStyleCnt="0"/>
      <dgm:spPr/>
    </dgm:pt>
    <dgm:pt modelId="{4AB852E2-FD1D-4FAF-BFE0-E15A3DA9F9E1}" type="pres">
      <dgm:prSet presAssocID="{7174D0DE-0E30-41CD-9F04-3B523E82DB18}" presName="bgRect" presStyleLbl="bgShp" presStyleIdx="5" presStyleCnt="6"/>
      <dgm:spPr/>
    </dgm:pt>
    <dgm:pt modelId="{85F92BEF-9440-467D-83E3-683D947AD454}" type="pres">
      <dgm:prSet presAssocID="{7174D0DE-0E30-41CD-9F04-3B523E82DB1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80C688B9-1297-4703-8C69-DE7BDD29F1A9}" type="pres">
      <dgm:prSet presAssocID="{7174D0DE-0E30-41CD-9F04-3B523E82DB18}" presName="spaceRect" presStyleCnt="0"/>
      <dgm:spPr/>
    </dgm:pt>
    <dgm:pt modelId="{8621388D-6A4E-407F-B531-00432DDC3EE9}" type="pres">
      <dgm:prSet presAssocID="{7174D0DE-0E30-41CD-9F04-3B523E82DB1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F62450D-02D1-4AB5-A304-DD8F677F07C9}" srcId="{75E31AFD-B693-46BA-8BF7-88BE5463AD3A}" destId="{22EFAD40-FD36-4447-B4DD-AA55264D2773}" srcOrd="2" destOrd="0" parTransId="{02D4EE9F-EEB9-4E04-86E8-CC90EB69E9A4}" sibTransId="{CBA634FD-1555-42C1-8106-5F5F94BE0F83}"/>
    <dgm:cxn modelId="{91827311-15AA-4B2C-A0F9-C3CD7BA3C86E}" type="presOf" srcId="{7174D0DE-0E30-41CD-9F04-3B523E82DB18}" destId="{8621388D-6A4E-407F-B531-00432DDC3EE9}" srcOrd="0" destOrd="0" presId="urn:microsoft.com/office/officeart/2018/2/layout/IconVerticalSolidList"/>
    <dgm:cxn modelId="{287AFF2D-6BD9-4C6C-AF64-8A7585698436}" srcId="{75E31AFD-B693-46BA-8BF7-88BE5463AD3A}" destId="{EF00F2DE-75EC-423E-9748-98C50A015820}" srcOrd="0" destOrd="0" parTransId="{76C4CC70-B2F4-4C05-B243-6B17AD2FA48D}" sibTransId="{CAF1C273-EE6E-41DA-9504-E40CDCEFA140}"/>
    <dgm:cxn modelId="{89A2A65F-8C2A-452A-AC17-B61747244670}" srcId="{75E31AFD-B693-46BA-8BF7-88BE5463AD3A}" destId="{1FA30CC4-A318-4E1F-BF5B-4BE10286F712}" srcOrd="3" destOrd="0" parTransId="{E95AD630-C9A0-4C1C-A595-F0AD7F47EB7F}" sibTransId="{FD040CD6-EC66-4C18-9A6D-D17F67C2FBDA}"/>
    <dgm:cxn modelId="{FFED4E62-8859-4B9F-BB1D-FDBBA4856773}" srcId="{75E31AFD-B693-46BA-8BF7-88BE5463AD3A}" destId="{BFBE848B-504A-406C-998E-EAAB04E0DBBA}" srcOrd="1" destOrd="0" parTransId="{14CA8FD7-78E5-4308-9F47-C045C3C623B2}" sibTransId="{7DB1EC72-E56E-495C-9BBD-D664EFFB3AA3}"/>
    <dgm:cxn modelId="{6B12F350-29F0-48B4-B88B-761DB4C94E68}" type="presOf" srcId="{1FA30CC4-A318-4E1F-BF5B-4BE10286F712}" destId="{4854D6EF-5CAA-4F4C-B99C-C9B226DD3441}" srcOrd="0" destOrd="0" presId="urn:microsoft.com/office/officeart/2018/2/layout/IconVerticalSolidList"/>
    <dgm:cxn modelId="{9FF04574-FA6A-4CB7-A8AC-DA0222C264C3}" srcId="{75E31AFD-B693-46BA-8BF7-88BE5463AD3A}" destId="{7174D0DE-0E30-41CD-9F04-3B523E82DB18}" srcOrd="5" destOrd="0" parTransId="{2E0895C6-61EB-446E-B5FE-DA1EBD0B534A}" sibTransId="{1FD30F89-B751-49A8-811A-F62A2B70FD4F}"/>
    <dgm:cxn modelId="{0B0DCA7B-672E-4B4C-B6AE-ED624AE7D475}" type="presOf" srcId="{22EFAD40-FD36-4447-B4DD-AA55264D2773}" destId="{939E357F-7CEF-41C0-841B-69EB5182C37A}" srcOrd="0" destOrd="0" presId="urn:microsoft.com/office/officeart/2018/2/layout/IconVerticalSolidList"/>
    <dgm:cxn modelId="{3CD3EB9B-BEB6-4F26-8F47-E43D3B5DEEA9}" type="presOf" srcId="{75E31AFD-B693-46BA-8BF7-88BE5463AD3A}" destId="{B24568EA-EE80-44EC-ABA3-C6FBB52515AF}" srcOrd="0" destOrd="0" presId="urn:microsoft.com/office/officeart/2018/2/layout/IconVerticalSolidList"/>
    <dgm:cxn modelId="{823E529F-1479-4044-9A46-C5A5CE686DEB}" type="presOf" srcId="{EF00F2DE-75EC-423E-9748-98C50A015820}" destId="{4F75C5E0-7C37-47B8-B623-860F78AC3392}" srcOrd="0" destOrd="0" presId="urn:microsoft.com/office/officeart/2018/2/layout/IconVerticalSolidList"/>
    <dgm:cxn modelId="{174BC2E7-0E36-46BC-A33A-AB4097F24F80}" type="presOf" srcId="{BFBE848B-504A-406C-998E-EAAB04E0DBBA}" destId="{14E2E617-B3C8-46D1-AC0C-9DC3647BE312}" srcOrd="0" destOrd="0" presId="urn:microsoft.com/office/officeart/2018/2/layout/IconVerticalSolidList"/>
    <dgm:cxn modelId="{D8A92BF6-AECC-43F4-9AD4-597E1C1553A4}" type="presOf" srcId="{EC3B5E30-E6A8-4331-AA49-D13E72AF241A}" destId="{C7691225-9E93-4A65-BF33-8753824F13E2}" srcOrd="0" destOrd="0" presId="urn:microsoft.com/office/officeart/2018/2/layout/IconVerticalSolidList"/>
    <dgm:cxn modelId="{845F79FD-5C3A-4142-B0F9-F5ED08D3195F}" srcId="{75E31AFD-B693-46BA-8BF7-88BE5463AD3A}" destId="{EC3B5E30-E6A8-4331-AA49-D13E72AF241A}" srcOrd="4" destOrd="0" parTransId="{A3AA3791-53BC-4CBC-B765-825EE58B8B20}" sibTransId="{878EF961-9FA7-4ECD-BEFD-4E7279A2E12D}"/>
    <dgm:cxn modelId="{BB2771EE-3CEF-4AF2-B143-A9C9AA3AB055}" type="presParOf" srcId="{B24568EA-EE80-44EC-ABA3-C6FBB52515AF}" destId="{A8220CC3-0E45-43E1-AEAD-3BFFF5057AE1}" srcOrd="0" destOrd="0" presId="urn:microsoft.com/office/officeart/2018/2/layout/IconVerticalSolidList"/>
    <dgm:cxn modelId="{D769AC2A-CCE1-4EEE-BE10-25D80C4CAC2B}" type="presParOf" srcId="{A8220CC3-0E45-43E1-AEAD-3BFFF5057AE1}" destId="{AE94815D-6B03-4C44-A7B9-026016C50A0E}" srcOrd="0" destOrd="0" presId="urn:microsoft.com/office/officeart/2018/2/layout/IconVerticalSolidList"/>
    <dgm:cxn modelId="{FBBCAB15-63AB-4CD9-BB84-9E8557B87B20}" type="presParOf" srcId="{A8220CC3-0E45-43E1-AEAD-3BFFF5057AE1}" destId="{CACE1296-AEFE-4198-8BDD-9DBACACF28D4}" srcOrd="1" destOrd="0" presId="urn:microsoft.com/office/officeart/2018/2/layout/IconVerticalSolidList"/>
    <dgm:cxn modelId="{2A9CA757-3D5A-4363-B9AA-5CF1BE2ADAB2}" type="presParOf" srcId="{A8220CC3-0E45-43E1-AEAD-3BFFF5057AE1}" destId="{188AD94C-7E0A-4890-AA15-10DBA850FD47}" srcOrd="2" destOrd="0" presId="urn:microsoft.com/office/officeart/2018/2/layout/IconVerticalSolidList"/>
    <dgm:cxn modelId="{3AF2751E-EC7A-4C4F-A684-68E111DEDFB0}" type="presParOf" srcId="{A8220CC3-0E45-43E1-AEAD-3BFFF5057AE1}" destId="{4F75C5E0-7C37-47B8-B623-860F78AC3392}" srcOrd="3" destOrd="0" presId="urn:microsoft.com/office/officeart/2018/2/layout/IconVerticalSolidList"/>
    <dgm:cxn modelId="{C8279B17-4158-4EE7-B9F5-5DAEDF85D99C}" type="presParOf" srcId="{B24568EA-EE80-44EC-ABA3-C6FBB52515AF}" destId="{8860FC62-6718-47D5-816B-CE7B7DB42998}" srcOrd="1" destOrd="0" presId="urn:microsoft.com/office/officeart/2018/2/layout/IconVerticalSolidList"/>
    <dgm:cxn modelId="{48D1AF8A-7598-4559-913D-C04389487005}" type="presParOf" srcId="{B24568EA-EE80-44EC-ABA3-C6FBB52515AF}" destId="{9E0BC713-F2B9-4334-9D15-8F134EE44789}" srcOrd="2" destOrd="0" presId="urn:microsoft.com/office/officeart/2018/2/layout/IconVerticalSolidList"/>
    <dgm:cxn modelId="{8F71399E-924D-49BA-835D-888C059A7631}" type="presParOf" srcId="{9E0BC713-F2B9-4334-9D15-8F134EE44789}" destId="{6DD5E066-3532-4603-931B-0D1B6EA53B5A}" srcOrd="0" destOrd="0" presId="urn:microsoft.com/office/officeart/2018/2/layout/IconVerticalSolidList"/>
    <dgm:cxn modelId="{3F5AE3A0-6BF5-411C-A0A0-A5763FD233BC}" type="presParOf" srcId="{9E0BC713-F2B9-4334-9D15-8F134EE44789}" destId="{55E315D7-C6E6-47E6-A21B-E7F679024039}" srcOrd="1" destOrd="0" presId="urn:microsoft.com/office/officeart/2018/2/layout/IconVerticalSolidList"/>
    <dgm:cxn modelId="{3DBE7689-B2C9-4F5F-9B2F-CDC0AAB6BD32}" type="presParOf" srcId="{9E0BC713-F2B9-4334-9D15-8F134EE44789}" destId="{C388769A-BC5A-4412-9EFC-BB1432D5759F}" srcOrd="2" destOrd="0" presId="urn:microsoft.com/office/officeart/2018/2/layout/IconVerticalSolidList"/>
    <dgm:cxn modelId="{4D09964D-E028-4A93-99D0-42E60EAEC86B}" type="presParOf" srcId="{9E0BC713-F2B9-4334-9D15-8F134EE44789}" destId="{14E2E617-B3C8-46D1-AC0C-9DC3647BE312}" srcOrd="3" destOrd="0" presId="urn:microsoft.com/office/officeart/2018/2/layout/IconVerticalSolidList"/>
    <dgm:cxn modelId="{2DDFAF72-04B7-4588-AC8E-2BF67024E00E}" type="presParOf" srcId="{B24568EA-EE80-44EC-ABA3-C6FBB52515AF}" destId="{58F2AB8F-1E44-4509-BA65-B92B3FDE8E26}" srcOrd="3" destOrd="0" presId="urn:microsoft.com/office/officeart/2018/2/layout/IconVerticalSolidList"/>
    <dgm:cxn modelId="{33823107-2683-4E4D-9E6A-0A8B6404AF4F}" type="presParOf" srcId="{B24568EA-EE80-44EC-ABA3-C6FBB52515AF}" destId="{13D87F15-0EBC-435B-9ECA-D9BAC0325A0E}" srcOrd="4" destOrd="0" presId="urn:microsoft.com/office/officeart/2018/2/layout/IconVerticalSolidList"/>
    <dgm:cxn modelId="{765DAFAD-8910-4904-953B-048FA77B5AE2}" type="presParOf" srcId="{13D87F15-0EBC-435B-9ECA-D9BAC0325A0E}" destId="{8D502AA6-A6C5-4F3A-8B9F-51FC3E57DCE2}" srcOrd="0" destOrd="0" presId="urn:microsoft.com/office/officeart/2018/2/layout/IconVerticalSolidList"/>
    <dgm:cxn modelId="{EF1134F9-1513-4694-AA03-8300F6FD4F74}" type="presParOf" srcId="{13D87F15-0EBC-435B-9ECA-D9BAC0325A0E}" destId="{0A4D9A3E-BAEC-4AE0-92AD-13AD7D5FF2D4}" srcOrd="1" destOrd="0" presId="urn:microsoft.com/office/officeart/2018/2/layout/IconVerticalSolidList"/>
    <dgm:cxn modelId="{7BC5D131-518A-45DA-AE68-13FC313A14A2}" type="presParOf" srcId="{13D87F15-0EBC-435B-9ECA-D9BAC0325A0E}" destId="{97949F93-8743-47B2-8352-ADD79098DE7A}" srcOrd="2" destOrd="0" presId="urn:microsoft.com/office/officeart/2018/2/layout/IconVerticalSolidList"/>
    <dgm:cxn modelId="{4456A916-98EF-4086-BCC2-87F739AFD70F}" type="presParOf" srcId="{13D87F15-0EBC-435B-9ECA-D9BAC0325A0E}" destId="{939E357F-7CEF-41C0-841B-69EB5182C37A}" srcOrd="3" destOrd="0" presId="urn:microsoft.com/office/officeart/2018/2/layout/IconVerticalSolidList"/>
    <dgm:cxn modelId="{6D7C4A8D-BCF8-4F80-B67B-782192904A4D}" type="presParOf" srcId="{B24568EA-EE80-44EC-ABA3-C6FBB52515AF}" destId="{AB0DE066-4F88-45CA-8331-ADF8FABB769F}" srcOrd="5" destOrd="0" presId="urn:microsoft.com/office/officeart/2018/2/layout/IconVerticalSolidList"/>
    <dgm:cxn modelId="{B3920225-CAF7-44AE-91F1-9F70CC731331}" type="presParOf" srcId="{B24568EA-EE80-44EC-ABA3-C6FBB52515AF}" destId="{5C0B3E4E-5D60-47E8-8ECF-4EDD2375603D}" srcOrd="6" destOrd="0" presId="urn:microsoft.com/office/officeart/2018/2/layout/IconVerticalSolidList"/>
    <dgm:cxn modelId="{ADBD092B-1390-466D-8BB9-D50E376FE174}" type="presParOf" srcId="{5C0B3E4E-5D60-47E8-8ECF-4EDD2375603D}" destId="{582F35C8-DDA5-470A-9763-6816B357B1B5}" srcOrd="0" destOrd="0" presId="urn:microsoft.com/office/officeart/2018/2/layout/IconVerticalSolidList"/>
    <dgm:cxn modelId="{7BAC5B01-2255-44E2-8C12-F8DE9E5F6DBE}" type="presParOf" srcId="{5C0B3E4E-5D60-47E8-8ECF-4EDD2375603D}" destId="{DAD201D9-7405-4A7D-B5FF-F63C1D01C9D8}" srcOrd="1" destOrd="0" presId="urn:microsoft.com/office/officeart/2018/2/layout/IconVerticalSolidList"/>
    <dgm:cxn modelId="{8420EBE0-858D-44F9-8A67-88F7D6A471B4}" type="presParOf" srcId="{5C0B3E4E-5D60-47E8-8ECF-4EDD2375603D}" destId="{B6A3F2CB-E74E-4B11-B65A-70767A73AB54}" srcOrd="2" destOrd="0" presId="urn:microsoft.com/office/officeart/2018/2/layout/IconVerticalSolidList"/>
    <dgm:cxn modelId="{D0286518-B220-4038-8E84-A7D0DE63CA71}" type="presParOf" srcId="{5C0B3E4E-5D60-47E8-8ECF-4EDD2375603D}" destId="{4854D6EF-5CAA-4F4C-B99C-C9B226DD3441}" srcOrd="3" destOrd="0" presId="urn:microsoft.com/office/officeart/2018/2/layout/IconVerticalSolidList"/>
    <dgm:cxn modelId="{B180F3F1-CCCC-4C3F-80D4-D8ABDBAC3D5B}" type="presParOf" srcId="{B24568EA-EE80-44EC-ABA3-C6FBB52515AF}" destId="{626BA95B-6C92-48E6-8717-217FE6A63903}" srcOrd="7" destOrd="0" presId="urn:microsoft.com/office/officeart/2018/2/layout/IconVerticalSolidList"/>
    <dgm:cxn modelId="{76733AC7-72FC-4D03-97C2-284CBCCE9FCA}" type="presParOf" srcId="{B24568EA-EE80-44EC-ABA3-C6FBB52515AF}" destId="{8E43AADB-7F0D-4D89-9CE2-B501122EDDDD}" srcOrd="8" destOrd="0" presId="urn:microsoft.com/office/officeart/2018/2/layout/IconVerticalSolidList"/>
    <dgm:cxn modelId="{702D495A-87C1-49E4-A260-E8ADC557E0A3}" type="presParOf" srcId="{8E43AADB-7F0D-4D89-9CE2-B501122EDDDD}" destId="{24A59A73-54E0-4326-AE6D-D3B2BD895A34}" srcOrd="0" destOrd="0" presId="urn:microsoft.com/office/officeart/2018/2/layout/IconVerticalSolidList"/>
    <dgm:cxn modelId="{01A1A2E6-D823-48DB-A928-7DAE6C67FD36}" type="presParOf" srcId="{8E43AADB-7F0D-4D89-9CE2-B501122EDDDD}" destId="{BE99752D-98FC-4195-A799-11C762EE23F2}" srcOrd="1" destOrd="0" presId="urn:microsoft.com/office/officeart/2018/2/layout/IconVerticalSolidList"/>
    <dgm:cxn modelId="{D1C78A37-6753-4112-880E-B94ED00EDA2D}" type="presParOf" srcId="{8E43AADB-7F0D-4D89-9CE2-B501122EDDDD}" destId="{86CAF60B-353A-46DE-A6F1-AC87BA2BFE17}" srcOrd="2" destOrd="0" presId="urn:microsoft.com/office/officeart/2018/2/layout/IconVerticalSolidList"/>
    <dgm:cxn modelId="{8D835F24-35CA-4B71-BC24-20677E7F1DF1}" type="presParOf" srcId="{8E43AADB-7F0D-4D89-9CE2-B501122EDDDD}" destId="{C7691225-9E93-4A65-BF33-8753824F13E2}" srcOrd="3" destOrd="0" presId="urn:microsoft.com/office/officeart/2018/2/layout/IconVerticalSolidList"/>
    <dgm:cxn modelId="{F677D554-C057-4E9D-8A8D-380B75207E73}" type="presParOf" srcId="{B24568EA-EE80-44EC-ABA3-C6FBB52515AF}" destId="{87F1AF4E-BE67-4480-821C-A377C9A188EA}" srcOrd="9" destOrd="0" presId="urn:microsoft.com/office/officeart/2018/2/layout/IconVerticalSolidList"/>
    <dgm:cxn modelId="{090EADF4-C4D7-4629-96D7-C68B203E9C6D}" type="presParOf" srcId="{B24568EA-EE80-44EC-ABA3-C6FBB52515AF}" destId="{C2A4679C-A32D-4624-8D6C-200CA7F9FA67}" srcOrd="10" destOrd="0" presId="urn:microsoft.com/office/officeart/2018/2/layout/IconVerticalSolidList"/>
    <dgm:cxn modelId="{54A00D1C-67CA-48EF-8614-B69380A81AD2}" type="presParOf" srcId="{C2A4679C-A32D-4624-8D6C-200CA7F9FA67}" destId="{4AB852E2-FD1D-4FAF-BFE0-E15A3DA9F9E1}" srcOrd="0" destOrd="0" presId="urn:microsoft.com/office/officeart/2018/2/layout/IconVerticalSolidList"/>
    <dgm:cxn modelId="{68498D52-A2AC-4843-A3DC-2CF80D9EA4E9}" type="presParOf" srcId="{C2A4679C-A32D-4624-8D6C-200CA7F9FA67}" destId="{85F92BEF-9440-467D-83E3-683D947AD454}" srcOrd="1" destOrd="0" presId="urn:microsoft.com/office/officeart/2018/2/layout/IconVerticalSolidList"/>
    <dgm:cxn modelId="{82127241-B14D-428C-AC65-A284DCB55E52}" type="presParOf" srcId="{C2A4679C-A32D-4624-8D6C-200CA7F9FA67}" destId="{80C688B9-1297-4703-8C69-DE7BDD29F1A9}" srcOrd="2" destOrd="0" presId="urn:microsoft.com/office/officeart/2018/2/layout/IconVerticalSolidList"/>
    <dgm:cxn modelId="{060C359A-E3AE-4850-8D63-F5D467F236A1}" type="presParOf" srcId="{C2A4679C-A32D-4624-8D6C-200CA7F9FA67}" destId="{8621388D-6A4E-407F-B531-00432DDC3E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0AB89-2A01-4858-81A3-4565DEF2B0FA}">
      <dsp:nvSpPr>
        <dsp:cNvPr id="0" name=""/>
        <dsp:cNvSpPr/>
      </dsp:nvSpPr>
      <dsp:spPr>
        <a:xfrm>
          <a:off x="0" y="12850"/>
          <a:ext cx="3485179" cy="636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It’s the delivery of computing services over the internet</a:t>
          </a:r>
        </a:p>
      </dsp:txBody>
      <dsp:txXfrm>
        <a:off x="31070" y="43920"/>
        <a:ext cx="3423039" cy="574340"/>
      </dsp:txXfrm>
    </dsp:sp>
    <dsp:sp modelId="{A1E8B50D-C85C-4615-BBA6-3B66A1370ED0}">
      <dsp:nvSpPr>
        <dsp:cNvPr id="0" name=""/>
        <dsp:cNvSpPr/>
      </dsp:nvSpPr>
      <dsp:spPr>
        <a:xfrm>
          <a:off x="0" y="695410"/>
          <a:ext cx="3485179" cy="6364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On-demand access, scalability, pay-as-you-go model</a:t>
          </a:r>
        </a:p>
      </dsp:txBody>
      <dsp:txXfrm>
        <a:off x="31070" y="726480"/>
        <a:ext cx="3423039" cy="574340"/>
      </dsp:txXfrm>
    </dsp:sp>
    <dsp:sp modelId="{D8FCF1B1-C61E-456A-B353-2CA5223B1B24}">
      <dsp:nvSpPr>
        <dsp:cNvPr id="0" name=""/>
        <dsp:cNvSpPr/>
      </dsp:nvSpPr>
      <dsp:spPr>
        <a:xfrm>
          <a:off x="0" y="1377970"/>
          <a:ext cx="3485179" cy="6364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IaaS, PaaS, SaaS</a:t>
          </a:r>
        </a:p>
      </dsp:txBody>
      <dsp:txXfrm>
        <a:off x="31070" y="1409040"/>
        <a:ext cx="3423039" cy="574340"/>
      </dsp:txXfrm>
    </dsp:sp>
    <dsp:sp modelId="{E67F62BF-F647-4A58-A074-E6A68013CED8}">
      <dsp:nvSpPr>
        <dsp:cNvPr id="0" name=""/>
        <dsp:cNvSpPr/>
      </dsp:nvSpPr>
      <dsp:spPr>
        <a:xfrm>
          <a:off x="0" y="2060530"/>
          <a:ext cx="3485179" cy="6364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Cost-efficiency, flexibility, accessibility</a:t>
          </a:r>
        </a:p>
      </dsp:txBody>
      <dsp:txXfrm>
        <a:off x="31070" y="2091600"/>
        <a:ext cx="3423039" cy="5743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5114E6-4412-455C-B3B1-A0E4D84A3483}">
      <dsp:nvSpPr>
        <dsp:cNvPr id="0" name=""/>
        <dsp:cNvSpPr/>
      </dsp:nvSpPr>
      <dsp:spPr>
        <a:xfrm>
          <a:off x="0" y="44548"/>
          <a:ext cx="3935505" cy="879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cloud is a big black box, nothing inside is visible to the clients and they don’t have control over what happens inside a cloud.</a:t>
          </a:r>
        </a:p>
      </dsp:txBody>
      <dsp:txXfrm>
        <a:off x="42950" y="87498"/>
        <a:ext cx="3849605" cy="793940"/>
      </dsp:txXfrm>
    </dsp:sp>
    <dsp:sp modelId="{7BE9C094-4D25-47C7-9427-D6CF8C19427D}">
      <dsp:nvSpPr>
        <dsp:cNvPr id="0" name=""/>
        <dsp:cNvSpPr/>
      </dsp:nvSpPr>
      <dsp:spPr>
        <a:xfrm>
          <a:off x="0" y="970468"/>
          <a:ext cx="3935505" cy="879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Even if the cloud provider is honest, it can have malicious system admins who can tamper with client data.</a:t>
          </a:r>
        </a:p>
      </dsp:txBody>
      <dsp:txXfrm>
        <a:off x="42950" y="1013418"/>
        <a:ext cx="3849605" cy="793940"/>
      </dsp:txXfrm>
    </dsp:sp>
    <dsp:sp modelId="{257A2E38-F962-4C86-974E-FF1CBD85021C}">
      <dsp:nvSpPr>
        <dsp:cNvPr id="0" name=""/>
        <dsp:cNvSpPr/>
      </dsp:nvSpPr>
      <dsp:spPr>
        <a:xfrm>
          <a:off x="0" y="1896389"/>
          <a:ext cx="3935505" cy="879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Clouds are still subject to traditional data confidentiality, integrity, availability, and privacy issues, plus some additional attacks.</a:t>
          </a:r>
        </a:p>
      </dsp:txBody>
      <dsp:txXfrm>
        <a:off x="42950" y="1939339"/>
        <a:ext cx="3849605" cy="7939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EF29B-5A10-4D82-8F84-5DDAF8E389CA}">
      <dsp:nvSpPr>
        <dsp:cNvPr id="0" name=""/>
        <dsp:cNvSpPr/>
      </dsp:nvSpPr>
      <dsp:spPr>
        <a:xfrm>
          <a:off x="0" y="207637"/>
          <a:ext cx="7886700" cy="90908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Organizations are adopting cloud computing at a rapid pace to benefit from increased efficiency, better scalability, and faster deployments.</a:t>
          </a:r>
        </a:p>
      </dsp:txBody>
      <dsp:txXfrm>
        <a:off x="44378" y="252015"/>
        <a:ext cx="7797944" cy="820333"/>
      </dsp:txXfrm>
    </dsp:sp>
    <dsp:sp modelId="{394BEC78-C5C2-48B3-88C0-2577B0D742E7}">
      <dsp:nvSpPr>
        <dsp:cNvPr id="0" name=""/>
        <dsp:cNvSpPr/>
      </dsp:nvSpPr>
      <dsp:spPr>
        <a:xfrm>
          <a:off x="0" y="1177207"/>
          <a:ext cx="7886700" cy="909089"/>
        </a:xfrm>
        <a:prstGeom prst="roundRect">
          <a:avLst/>
        </a:prstGeom>
        <a:solidFill>
          <a:schemeClr val="accent5">
            <a:hueOff val="553124"/>
            <a:satOff val="6280"/>
            <a:lumOff val="5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However, this has not decreased the concerns about security, data, systems, and services.</a:t>
          </a:r>
        </a:p>
      </dsp:txBody>
      <dsp:txXfrm>
        <a:off x="44378" y="1221585"/>
        <a:ext cx="7797944" cy="820333"/>
      </dsp:txXfrm>
    </dsp:sp>
    <dsp:sp modelId="{EE9EDD79-DE61-47B7-A526-967409E8F2D2}">
      <dsp:nvSpPr>
        <dsp:cNvPr id="0" name=""/>
        <dsp:cNvSpPr/>
      </dsp:nvSpPr>
      <dsp:spPr>
        <a:xfrm>
          <a:off x="0" y="2146777"/>
          <a:ext cx="7886700" cy="909089"/>
        </a:xfrm>
        <a:prstGeom prst="roundRect">
          <a:avLst/>
        </a:prstGeom>
        <a:solidFill>
          <a:schemeClr val="accent5">
            <a:hueOff val="1106248"/>
            <a:satOff val="12561"/>
            <a:lumOff val="11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Most of successful attacks on cloud services are the result of customer misconfiguration, mismanagement, and mistakes.</a:t>
          </a:r>
        </a:p>
      </dsp:txBody>
      <dsp:txXfrm>
        <a:off x="44378" y="2191155"/>
        <a:ext cx="7797944" cy="8203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8DA83-BD4B-4111-9F1F-0D621E92B174}">
      <dsp:nvSpPr>
        <dsp:cNvPr id="0" name=""/>
        <dsp:cNvSpPr/>
      </dsp:nvSpPr>
      <dsp:spPr>
        <a:xfrm>
          <a:off x="759884" y="146"/>
          <a:ext cx="1480681" cy="8884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breaches</a:t>
          </a:r>
        </a:p>
      </dsp:txBody>
      <dsp:txXfrm>
        <a:off x="759884" y="146"/>
        <a:ext cx="1480681" cy="888409"/>
      </dsp:txXfrm>
    </dsp:sp>
    <dsp:sp modelId="{4932B1B8-8581-4AAD-87B2-6A9DEA93B7DE}">
      <dsp:nvSpPr>
        <dsp:cNvPr id="0" name=""/>
        <dsp:cNvSpPr/>
      </dsp:nvSpPr>
      <dsp:spPr>
        <a:xfrm>
          <a:off x="2388634" y="146"/>
          <a:ext cx="1480681" cy="8884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Insecure APIs</a:t>
          </a:r>
        </a:p>
      </dsp:txBody>
      <dsp:txXfrm>
        <a:off x="2388634" y="146"/>
        <a:ext cx="1480681" cy="888409"/>
      </dsp:txXfrm>
    </dsp:sp>
    <dsp:sp modelId="{18862FCA-9350-4B11-B01C-A2926752775B}">
      <dsp:nvSpPr>
        <dsp:cNvPr id="0" name=""/>
        <dsp:cNvSpPr/>
      </dsp:nvSpPr>
      <dsp:spPr>
        <a:xfrm>
          <a:off x="4017384" y="146"/>
          <a:ext cx="1480681" cy="8884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Account hijacking</a:t>
          </a:r>
        </a:p>
      </dsp:txBody>
      <dsp:txXfrm>
        <a:off x="4017384" y="146"/>
        <a:ext cx="1480681" cy="888409"/>
      </dsp:txXfrm>
    </dsp:sp>
    <dsp:sp modelId="{5BBEC7B0-8E39-4777-A480-3573E6170795}">
      <dsp:nvSpPr>
        <dsp:cNvPr id="0" name=""/>
        <dsp:cNvSpPr/>
      </dsp:nvSpPr>
      <dsp:spPr>
        <a:xfrm>
          <a:off x="5646133" y="146"/>
          <a:ext cx="1480681" cy="8884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Shared technology vulnerabilities</a:t>
          </a:r>
        </a:p>
      </dsp:txBody>
      <dsp:txXfrm>
        <a:off x="5646133" y="146"/>
        <a:ext cx="1480681" cy="888409"/>
      </dsp:txXfrm>
    </dsp:sp>
    <dsp:sp modelId="{2A6DBD5F-9B29-4CFF-869C-8312796F83DC}">
      <dsp:nvSpPr>
        <dsp:cNvPr id="0" name=""/>
        <dsp:cNvSpPr/>
      </dsp:nvSpPr>
      <dsp:spPr>
        <a:xfrm>
          <a:off x="759884" y="1036623"/>
          <a:ext cx="1480681" cy="88840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loss</a:t>
          </a:r>
        </a:p>
      </dsp:txBody>
      <dsp:txXfrm>
        <a:off x="759884" y="1036623"/>
        <a:ext cx="1480681" cy="888409"/>
      </dsp:txXfrm>
    </dsp:sp>
    <dsp:sp modelId="{20F33891-2A5F-45CC-B0D0-F2E8A60704EA}">
      <dsp:nvSpPr>
        <dsp:cNvPr id="0" name=""/>
        <dsp:cNvSpPr/>
      </dsp:nvSpPr>
      <dsp:spPr>
        <a:xfrm>
          <a:off x="2388634" y="1036623"/>
          <a:ext cx="1480681" cy="8884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Insider threats</a:t>
          </a:r>
        </a:p>
      </dsp:txBody>
      <dsp:txXfrm>
        <a:off x="2388634" y="1036623"/>
        <a:ext cx="1480681" cy="888409"/>
      </dsp:txXfrm>
    </dsp:sp>
    <dsp:sp modelId="{F62BA2BC-749B-42D0-B40B-EB870AAB0651}">
      <dsp:nvSpPr>
        <dsp:cNvPr id="0" name=""/>
        <dsp:cNvSpPr/>
      </dsp:nvSpPr>
      <dsp:spPr>
        <a:xfrm>
          <a:off x="4017384" y="1036623"/>
          <a:ext cx="1480681" cy="8884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Compliance and legal issues</a:t>
          </a:r>
        </a:p>
      </dsp:txBody>
      <dsp:txXfrm>
        <a:off x="4017384" y="1036623"/>
        <a:ext cx="1480681" cy="888409"/>
      </dsp:txXfrm>
    </dsp:sp>
    <dsp:sp modelId="{703B222A-CEE0-4610-8F4D-A8D48971D34E}">
      <dsp:nvSpPr>
        <dsp:cNvPr id="0" name=""/>
        <dsp:cNvSpPr/>
      </dsp:nvSpPr>
      <dsp:spPr>
        <a:xfrm>
          <a:off x="5646133" y="1036623"/>
          <a:ext cx="1480681" cy="8884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Lack of Trust</a:t>
          </a:r>
        </a:p>
      </dsp:txBody>
      <dsp:txXfrm>
        <a:off x="5646133" y="1036623"/>
        <a:ext cx="1480681" cy="888409"/>
      </dsp:txXfrm>
    </dsp:sp>
    <dsp:sp modelId="{86906A71-CFFC-46B5-85E0-A4AE150A8A73}">
      <dsp:nvSpPr>
        <dsp:cNvPr id="0" name=""/>
        <dsp:cNvSpPr/>
      </dsp:nvSpPr>
      <dsp:spPr>
        <a:xfrm>
          <a:off x="3203009" y="2073101"/>
          <a:ext cx="1480681" cy="8884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Multi-tenancy issues</a:t>
          </a:r>
        </a:p>
      </dsp:txBody>
      <dsp:txXfrm>
        <a:off x="3203009" y="2073101"/>
        <a:ext cx="1480681" cy="8884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05662-660C-4F49-A8AD-E080F5E469FC}">
      <dsp:nvSpPr>
        <dsp:cNvPr id="0" name=""/>
        <dsp:cNvSpPr/>
      </dsp:nvSpPr>
      <dsp:spPr>
        <a:xfrm>
          <a:off x="0" y="0"/>
          <a:ext cx="349481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A8D12CE-E57F-41B5-A87D-C9F6E2B0E416}">
      <dsp:nvSpPr>
        <dsp:cNvPr id="0" name=""/>
        <dsp:cNvSpPr/>
      </dsp:nvSpPr>
      <dsp:spPr>
        <a:xfrm>
          <a:off x="0" y="0"/>
          <a:ext cx="3494817" cy="632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Unauthorized access to sensitive data</a:t>
          </a:r>
        </a:p>
      </dsp:txBody>
      <dsp:txXfrm>
        <a:off x="0" y="0"/>
        <a:ext cx="3494817" cy="632650"/>
      </dsp:txXfrm>
    </dsp:sp>
    <dsp:sp modelId="{927BB115-BB15-4BC8-BD2D-7E26995B7CB7}">
      <dsp:nvSpPr>
        <dsp:cNvPr id="0" name=""/>
        <dsp:cNvSpPr/>
      </dsp:nvSpPr>
      <dsp:spPr>
        <a:xfrm>
          <a:off x="0" y="632650"/>
          <a:ext cx="349481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5C584F7-50A5-40F8-A8A3-ABE6A6F6E9E8}">
      <dsp:nvSpPr>
        <dsp:cNvPr id="0" name=""/>
        <dsp:cNvSpPr/>
      </dsp:nvSpPr>
      <dsp:spPr>
        <a:xfrm>
          <a:off x="0" y="632650"/>
          <a:ext cx="3494817" cy="632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Causes: Weak authentication, software vulnerabilities, human error</a:t>
          </a:r>
        </a:p>
      </dsp:txBody>
      <dsp:txXfrm>
        <a:off x="0" y="632650"/>
        <a:ext cx="3494817" cy="632650"/>
      </dsp:txXfrm>
    </dsp:sp>
    <dsp:sp modelId="{F308B9B6-23D9-4482-BF26-A60D51757373}">
      <dsp:nvSpPr>
        <dsp:cNvPr id="0" name=""/>
        <dsp:cNvSpPr/>
      </dsp:nvSpPr>
      <dsp:spPr>
        <a:xfrm>
          <a:off x="0" y="1265301"/>
          <a:ext cx="349481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2A9CE6E-2B30-45D8-9025-99D224FAF3DB}">
      <dsp:nvSpPr>
        <dsp:cNvPr id="0" name=""/>
        <dsp:cNvSpPr/>
      </dsp:nvSpPr>
      <dsp:spPr>
        <a:xfrm>
          <a:off x="0" y="1265301"/>
          <a:ext cx="3494817" cy="632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Impact: Financial loss, reputation damage, legal consequences</a:t>
          </a:r>
        </a:p>
      </dsp:txBody>
      <dsp:txXfrm>
        <a:off x="0" y="1265301"/>
        <a:ext cx="3494817" cy="632650"/>
      </dsp:txXfrm>
    </dsp:sp>
    <dsp:sp modelId="{A2FFF3DA-CE74-4A64-AA70-BD6E8C0919D1}">
      <dsp:nvSpPr>
        <dsp:cNvPr id="0" name=""/>
        <dsp:cNvSpPr/>
      </dsp:nvSpPr>
      <dsp:spPr>
        <a:xfrm>
          <a:off x="0" y="1897952"/>
          <a:ext cx="349481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6416A4-3BF9-46D9-92C4-1098EB15AD2C}">
      <dsp:nvSpPr>
        <dsp:cNvPr id="0" name=""/>
        <dsp:cNvSpPr/>
      </dsp:nvSpPr>
      <dsp:spPr>
        <a:xfrm>
          <a:off x="0" y="1897952"/>
          <a:ext cx="3494817" cy="632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Capital One data breach (2019) affected 100 million customers</a:t>
          </a:r>
        </a:p>
      </dsp:txBody>
      <dsp:txXfrm>
        <a:off x="0" y="1897952"/>
        <a:ext cx="3494817" cy="6326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95719-D77B-4E5F-B325-37E1736890DF}">
      <dsp:nvSpPr>
        <dsp:cNvPr id="0" name=""/>
        <dsp:cNvSpPr/>
      </dsp:nvSpPr>
      <dsp:spPr>
        <a:xfrm>
          <a:off x="18535" y="224885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4786B3-7296-4697-8110-65431C0A6009}">
      <dsp:nvSpPr>
        <dsp:cNvPr id="0" name=""/>
        <dsp:cNvSpPr/>
      </dsp:nvSpPr>
      <dsp:spPr>
        <a:xfrm>
          <a:off x="245361" y="451712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14E18-6A1E-45E5-B51E-E16D364BBD98}">
      <dsp:nvSpPr>
        <dsp:cNvPr id="0" name=""/>
        <dsp:cNvSpPr/>
      </dsp:nvSpPr>
      <dsp:spPr>
        <a:xfrm>
          <a:off x="1330115" y="224885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Application Programming Interfaces (APIs) enable cloud service interactions</a:t>
          </a:r>
        </a:p>
      </dsp:txBody>
      <dsp:txXfrm>
        <a:off x="1330115" y="224885"/>
        <a:ext cx="2546008" cy="1080124"/>
      </dsp:txXfrm>
    </dsp:sp>
    <dsp:sp modelId="{57339741-4884-4E47-8DA5-3EB5481D95E0}">
      <dsp:nvSpPr>
        <dsp:cNvPr id="0" name=""/>
        <dsp:cNvSpPr/>
      </dsp:nvSpPr>
      <dsp:spPr>
        <a:xfrm>
          <a:off x="4319746" y="224885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4C3E-6288-46E4-8F2F-EF86B122E943}">
      <dsp:nvSpPr>
        <dsp:cNvPr id="0" name=""/>
        <dsp:cNvSpPr/>
      </dsp:nvSpPr>
      <dsp:spPr>
        <a:xfrm>
          <a:off x="4546573" y="451712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48B15-D112-483E-A720-38B0F109C134}">
      <dsp:nvSpPr>
        <dsp:cNvPr id="0" name=""/>
        <dsp:cNvSpPr/>
      </dsp:nvSpPr>
      <dsp:spPr>
        <a:xfrm>
          <a:off x="5631327" y="224885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Authentication, access control, encryption issues</a:t>
          </a:r>
        </a:p>
      </dsp:txBody>
      <dsp:txXfrm>
        <a:off x="5631327" y="224885"/>
        <a:ext cx="2546008" cy="1080124"/>
      </dsp:txXfrm>
    </dsp:sp>
    <dsp:sp modelId="{10925D4E-3DD3-4007-9AB5-7948441BE308}">
      <dsp:nvSpPr>
        <dsp:cNvPr id="0" name=""/>
        <dsp:cNvSpPr/>
      </dsp:nvSpPr>
      <dsp:spPr>
        <a:xfrm>
          <a:off x="18535" y="1839593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A11E26-913D-4C61-BEED-47E8580763F7}">
      <dsp:nvSpPr>
        <dsp:cNvPr id="0" name=""/>
        <dsp:cNvSpPr/>
      </dsp:nvSpPr>
      <dsp:spPr>
        <a:xfrm>
          <a:off x="245361" y="2066419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34A06-4D8A-4FDD-A66E-22BD959FFE9B}">
      <dsp:nvSpPr>
        <dsp:cNvPr id="0" name=""/>
        <dsp:cNvSpPr/>
      </dsp:nvSpPr>
      <dsp:spPr>
        <a:xfrm>
          <a:off x="1330115" y="1839593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Consequences:</a:t>
          </a:r>
          <a:r>
            <a:rPr lang="en-US" sz="1900" kern="1200" dirty="0"/>
            <a:t> Data exposure, unauthorized access, service disruption</a:t>
          </a:r>
        </a:p>
      </dsp:txBody>
      <dsp:txXfrm>
        <a:off x="1330115" y="1839593"/>
        <a:ext cx="2546008" cy="1080124"/>
      </dsp:txXfrm>
    </dsp:sp>
    <dsp:sp modelId="{65DC0CD4-E856-4712-BF2F-D1CD2937FF0B}">
      <dsp:nvSpPr>
        <dsp:cNvPr id="0" name=""/>
        <dsp:cNvSpPr/>
      </dsp:nvSpPr>
      <dsp:spPr>
        <a:xfrm>
          <a:off x="4319746" y="1839593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733F9C-EC4A-417D-9902-43FF54BD405E}">
      <dsp:nvSpPr>
        <dsp:cNvPr id="0" name=""/>
        <dsp:cNvSpPr/>
      </dsp:nvSpPr>
      <dsp:spPr>
        <a:xfrm>
          <a:off x="4546573" y="2066419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85611-383B-4F68-AC9C-E98FBFCFFAD1}">
      <dsp:nvSpPr>
        <dsp:cNvPr id="0" name=""/>
        <dsp:cNvSpPr/>
      </dsp:nvSpPr>
      <dsp:spPr>
        <a:xfrm>
          <a:off x="5631327" y="1839593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Best practices:</a:t>
          </a:r>
          <a:r>
            <a:rPr lang="en-US" sz="1900" kern="1200" dirty="0"/>
            <a:t> API security testing, proper authentication, rate limiting</a:t>
          </a:r>
        </a:p>
      </dsp:txBody>
      <dsp:txXfrm>
        <a:off x="5631327" y="1839593"/>
        <a:ext cx="2546008" cy="10801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4BA83-169D-47DB-9C87-7C5720123140}">
      <dsp:nvSpPr>
        <dsp:cNvPr id="0" name=""/>
        <dsp:cNvSpPr/>
      </dsp:nvSpPr>
      <dsp:spPr>
        <a:xfrm>
          <a:off x="0" y="85959"/>
          <a:ext cx="5000124" cy="9429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Unauthorized access to user accounts</a:t>
          </a:r>
        </a:p>
      </dsp:txBody>
      <dsp:txXfrm>
        <a:off x="46029" y="131988"/>
        <a:ext cx="4908066" cy="850852"/>
      </dsp:txXfrm>
    </dsp:sp>
    <dsp:sp modelId="{1881ECCF-634E-4254-9B91-429359ACADB6}">
      <dsp:nvSpPr>
        <dsp:cNvPr id="0" name=""/>
        <dsp:cNvSpPr/>
      </dsp:nvSpPr>
      <dsp:spPr>
        <a:xfrm>
          <a:off x="0" y="1077829"/>
          <a:ext cx="5000124" cy="942910"/>
        </a:xfrm>
        <a:prstGeom prst="roundRect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Phishing, keylogging, credential stuffing (</a:t>
          </a:r>
          <a:r>
            <a:rPr lang="en-US" sz="1700" b="0" kern="1200" dirty="0"/>
            <a:t>automated cyberattack that inserts stolen usernames and passwords to achieve an account takeover (ATO)</a:t>
          </a:r>
          <a:endParaRPr lang="en-US" sz="1700" kern="1200" dirty="0"/>
        </a:p>
      </dsp:txBody>
      <dsp:txXfrm>
        <a:off x="46029" y="1123858"/>
        <a:ext cx="4908066" cy="850852"/>
      </dsp:txXfrm>
    </dsp:sp>
    <dsp:sp modelId="{61D6D9AD-5386-44A7-BF9C-51D06CC7CA96}">
      <dsp:nvSpPr>
        <dsp:cNvPr id="0" name=""/>
        <dsp:cNvSpPr/>
      </dsp:nvSpPr>
      <dsp:spPr>
        <a:xfrm>
          <a:off x="0" y="2069700"/>
          <a:ext cx="5000124" cy="942910"/>
        </a:xfrm>
        <a:prstGeom prst="roundRect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 theft, financial fraud, service abuse risks</a:t>
          </a:r>
        </a:p>
      </dsp:txBody>
      <dsp:txXfrm>
        <a:off x="46029" y="2115729"/>
        <a:ext cx="4908066" cy="850852"/>
      </dsp:txXfrm>
    </dsp:sp>
    <dsp:sp modelId="{2D7145E6-1DEE-4322-84CC-CA24805B5D75}">
      <dsp:nvSpPr>
        <dsp:cNvPr id="0" name=""/>
        <dsp:cNvSpPr/>
      </dsp:nvSpPr>
      <dsp:spPr>
        <a:xfrm>
          <a:off x="0" y="3061570"/>
          <a:ext cx="5000124" cy="94291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Prevention: Strong authentication, user education, monitoring</a:t>
          </a:r>
        </a:p>
      </dsp:txBody>
      <dsp:txXfrm>
        <a:off x="46029" y="3107599"/>
        <a:ext cx="4908066" cy="85085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09859-7421-47E6-97D7-E0651241EC90}">
      <dsp:nvSpPr>
        <dsp:cNvPr id="0" name=""/>
        <dsp:cNvSpPr/>
      </dsp:nvSpPr>
      <dsp:spPr>
        <a:xfrm>
          <a:off x="544891" y="178868"/>
          <a:ext cx="804462" cy="8044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CBD81-E039-4D47-B03B-CF13839C9C6E}">
      <dsp:nvSpPr>
        <dsp:cNvPr id="0" name=""/>
        <dsp:cNvSpPr/>
      </dsp:nvSpPr>
      <dsp:spPr>
        <a:xfrm>
          <a:off x="53274" y="1401502"/>
          <a:ext cx="1787695" cy="1564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Multi-tenancy nature of cloud computing</a:t>
          </a:r>
        </a:p>
      </dsp:txBody>
      <dsp:txXfrm>
        <a:off x="53274" y="1401502"/>
        <a:ext cx="1787695" cy="1564233"/>
      </dsp:txXfrm>
    </dsp:sp>
    <dsp:sp modelId="{EBC07E25-1466-4401-AAAD-0AAC20E18CC7}">
      <dsp:nvSpPr>
        <dsp:cNvPr id="0" name=""/>
        <dsp:cNvSpPr/>
      </dsp:nvSpPr>
      <dsp:spPr>
        <a:xfrm>
          <a:off x="2645433" y="178868"/>
          <a:ext cx="804462" cy="8044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8F1D1-E63B-4EFA-8F01-4A6D772B2785}">
      <dsp:nvSpPr>
        <dsp:cNvPr id="0" name=""/>
        <dsp:cNvSpPr/>
      </dsp:nvSpPr>
      <dsp:spPr>
        <a:xfrm>
          <a:off x="2153816" y="1401502"/>
          <a:ext cx="1787695" cy="1564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Risks: Exploitation of shared resources, side-channel attacks</a:t>
          </a:r>
        </a:p>
      </dsp:txBody>
      <dsp:txXfrm>
        <a:off x="2153816" y="1401502"/>
        <a:ext cx="1787695" cy="1564233"/>
      </dsp:txXfrm>
    </dsp:sp>
    <dsp:sp modelId="{5C4CD1C4-F180-4412-822C-2FEA912D9CE6}">
      <dsp:nvSpPr>
        <dsp:cNvPr id="0" name=""/>
        <dsp:cNvSpPr/>
      </dsp:nvSpPr>
      <dsp:spPr>
        <a:xfrm>
          <a:off x="4745975" y="178868"/>
          <a:ext cx="804462" cy="8044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AAF33-13A6-4095-A7D9-128D4F1C2152}">
      <dsp:nvSpPr>
        <dsp:cNvPr id="0" name=""/>
        <dsp:cNvSpPr/>
      </dsp:nvSpPr>
      <dsp:spPr>
        <a:xfrm>
          <a:off x="4254358" y="1401502"/>
          <a:ext cx="1787695" cy="1564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Examples: Meltdown and </a:t>
          </a:r>
          <a:r>
            <a:rPr lang="en-US" sz="1400" kern="1200" dirty="0" err="1"/>
            <a:t>Spectre</a:t>
          </a:r>
          <a:r>
            <a:rPr lang="en-US" sz="1400" kern="1200" dirty="0"/>
            <a:t> vulnerabilities (</a:t>
          </a:r>
          <a:r>
            <a:rPr lang="en-US" sz="1400" b="0" i="0" kern="1200" dirty="0"/>
            <a:t>Meltdown breaks isolation between apps and the OS, while </a:t>
          </a:r>
          <a:r>
            <a:rPr lang="en-US" sz="1400" b="0" i="0" kern="1200" dirty="0" err="1"/>
            <a:t>Spectre</a:t>
          </a:r>
          <a:r>
            <a:rPr lang="en-US" sz="1400" b="0" i="0" kern="1200" dirty="0"/>
            <a:t> breaks isolation between apps)</a:t>
          </a:r>
          <a:endParaRPr lang="en-US" sz="1400" kern="1200" dirty="0"/>
        </a:p>
      </dsp:txBody>
      <dsp:txXfrm>
        <a:off x="4254358" y="1401502"/>
        <a:ext cx="1787695" cy="1564233"/>
      </dsp:txXfrm>
    </dsp:sp>
    <dsp:sp modelId="{70BEAA67-7CAF-4C6D-AFD3-5C6E394D08CF}">
      <dsp:nvSpPr>
        <dsp:cNvPr id="0" name=""/>
        <dsp:cNvSpPr/>
      </dsp:nvSpPr>
      <dsp:spPr>
        <a:xfrm>
          <a:off x="6846517" y="178868"/>
          <a:ext cx="804462" cy="80446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0870B8-C74E-464A-833C-6425B6D77130}">
      <dsp:nvSpPr>
        <dsp:cNvPr id="0" name=""/>
        <dsp:cNvSpPr/>
      </dsp:nvSpPr>
      <dsp:spPr>
        <a:xfrm>
          <a:off x="6354900" y="1401502"/>
          <a:ext cx="1787695" cy="1564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Mitigation: Regular patching, isolation techniques, monitoring</a:t>
          </a:r>
        </a:p>
      </dsp:txBody>
      <dsp:txXfrm>
        <a:off x="6354900" y="1401502"/>
        <a:ext cx="1787695" cy="156423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0236E-6271-4E09-9A94-5201CDE62DEE}">
      <dsp:nvSpPr>
        <dsp:cNvPr id="0" name=""/>
        <dsp:cNvSpPr/>
      </dsp:nvSpPr>
      <dsp:spPr>
        <a:xfrm>
          <a:off x="376435" y="346051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E78DDD-CDA2-4150-AA61-162F96C09392}">
      <dsp:nvSpPr>
        <dsp:cNvPr id="0" name=""/>
        <dsp:cNvSpPr/>
      </dsp:nvSpPr>
      <dsp:spPr>
        <a:xfrm>
          <a:off x="610435" y="58005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7BAFA-DFCB-4006-9DCA-ABCCF44BE4D3}">
      <dsp:nvSpPr>
        <dsp:cNvPr id="0" name=""/>
        <dsp:cNvSpPr/>
      </dsp:nvSpPr>
      <dsp:spPr>
        <a:xfrm>
          <a:off x="25435" y="1786052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cap="none" dirty="0"/>
            <a:t>Due to Accidental Deletion, Physical Disasters, Malicious Attacks</a:t>
          </a:r>
        </a:p>
      </dsp:txBody>
      <dsp:txXfrm>
        <a:off x="25435" y="1786052"/>
        <a:ext cx="1800000" cy="1012500"/>
      </dsp:txXfrm>
    </dsp:sp>
    <dsp:sp modelId="{CB8D2149-BEA5-4BB7-8831-E2D0D09B37B9}">
      <dsp:nvSpPr>
        <dsp:cNvPr id="0" name=""/>
        <dsp:cNvSpPr/>
      </dsp:nvSpPr>
      <dsp:spPr>
        <a:xfrm>
          <a:off x="2491435" y="346051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A765D-4A04-4F08-A33E-11B76846385A}">
      <dsp:nvSpPr>
        <dsp:cNvPr id="0" name=""/>
        <dsp:cNvSpPr/>
      </dsp:nvSpPr>
      <dsp:spPr>
        <a:xfrm>
          <a:off x="2725435" y="58005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62A150-D62A-4BF3-BCD0-ACCD03F06A45}">
      <dsp:nvSpPr>
        <dsp:cNvPr id="0" name=""/>
        <dsp:cNvSpPr/>
      </dsp:nvSpPr>
      <dsp:spPr>
        <a:xfrm>
          <a:off x="2140435" y="1786052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cap="none" dirty="0"/>
            <a:t>Business Disruption, Legal Issues, Financial Impact</a:t>
          </a:r>
        </a:p>
      </dsp:txBody>
      <dsp:txXfrm>
        <a:off x="2140435" y="1786052"/>
        <a:ext cx="1800000" cy="1012500"/>
      </dsp:txXfrm>
    </dsp:sp>
    <dsp:sp modelId="{E4690DA9-6A3E-4B24-AA21-0D5476A31922}">
      <dsp:nvSpPr>
        <dsp:cNvPr id="0" name=""/>
        <dsp:cNvSpPr/>
      </dsp:nvSpPr>
      <dsp:spPr>
        <a:xfrm>
          <a:off x="4606435" y="346051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191E1-6FF4-49E2-9537-B589AAFD03C3}">
      <dsp:nvSpPr>
        <dsp:cNvPr id="0" name=""/>
        <dsp:cNvSpPr/>
      </dsp:nvSpPr>
      <dsp:spPr>
        <a:xfrm>
          <a:off x="4840435" y="58005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80C061-D452-4AEF-B97A-9832AEADC889}">
      <dsp:nvSpPr>
        <dsp:cNvPr id="0" name=""/>
        <dsp:cNvSpPr/>
      </dsp:nvSpPr>
      <dsp:spPr>
        <a:xfrm>
          <a:off x="4255435" y="1786052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cap="none" dirty="0"/>
            <a:t>Prevention:</a:t>
          </a:r>
          <a:r>
            <a:rPr lang="en-US" sz="1600" kern="1200" cap="none" dirty="0"/>
            <a:t> Regular Backups, Data Redundancy, Disaster Recovery Planning</a:t>
          </a:r>
        </a:p>
      </dsp:txBody>
      <dsp:txXfrm>
        <a:off x="4255435" y="1786052"/>
        <a:ext cx="1800000" cy="1012500"/>
      </dsp:txXfrm>
    </dsp:sp>
    <dsp:sp modelId="{035596C5-DBC4-4B3E-BCEB-6632E59730C5}">
      <dsp:nvSpPr>
        <dsp:cNvPr id="0" name=""/>
        <dsp:cNvSpPr/>
      </dsp:nvSpPr>
      <dsp:spPr>
        <a:xfrm>
          <a:off x="6721435" y="346051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28392-3118-4ACE-A658-733FE6EF864D}">
      <dsp:nvSpPr>
        <dsp:cNvPr id="0" name=""/>
        <dsp:cNvSpPr/>
      </dsp:nvSpPr>
      <dsp:spPr>
        <a:xfrm>
          <a:off x="6955435" y="58005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18875-61ED-4BFD-BCE7-3E7E8429AF9C}">
      <dsp:nvSpPr>
        <dsp:cNvPr id="0" name=""/>
        <dsp:cNvSpPr/>
      </dsp:nvSpPr>
      <dsp:spPr>
        <a:xfrm>
          <a:off x="6370435" y="1786052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cap="none" dirty="0"/>
            <a:t>Myspace Data Loss (2019) affected 12 Years of User Content</a:t>
          </a:r>
        </a:p>
      </dsp:txBody>
      <dsp:txXfrm>
        <a:off x="6370435" y="1786052"/>
        <a:ext cx="1800000" cy="10125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07C14F-86C2-4962-A037-C3EE2DD3F62E}">
      <dsp:nvSpPr>
        <dsp:cNvPr id="0" name=""/>
        <dsp:cNvSpPr/>
      </dsp:nvSpPr>
      <dsp:spPr>
        <a:xfrm>
          <a:off x="0" y="365114"/>
          <a:ext cx="7886700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Can tenants get along together and ‘play nicely’ ?</a:t>
          </a:r>
        </a:p>
      </dsp:txBody>
      <dsp:txXfrm>
        <a:off x="0" y="365114"/>
        <a:ext cx="7886700" cy="637875"/>
      </dsp:txXfrm>
    </dsp:sp>
    <dsp:sp modelId="{9B94ABD7-227C-4368-932C-8AEC165151D4}">
      <dsp:nvSpPr>
        <dsp:cNvPr id="0" name=""/>
        <dsp:cNvSpPr/>
      </dsp:nvSpPr>
      <dsp:spPr>
        <a:xfrm>
          <a:off x="394335" y="143714"/>
          <a:ext cx="5520690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Tenants share a pool of resources and have conflicting goals</a:t>
          </a:r>
        </a:p>
      </dsp:txBody>
      <dsp:txXfrm>
        <a:off x="415951" y="165330"/>
        <a:ext cx="5477458" cy="399568"/>
      </dsp:txXfrm>
    </dsp:sp>
    <dsp:sp modelId="{2766E5CD-18DD-4E9E-A09F-01F9070F62E2}">
      <dsp:nvSpPr>
        <dsp:cNvPr id="0" name=""/>
        <dsp:cNvSpPr/>
      </dsp:nvSpPr>
      <dsp:spPr>
        <a:xfrm>
          <a:off x="0" y="1305389"/>
          <a:ext cx="7886700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183231"/>
              <a:satOff val="5400"/>
              <a:lumOff val="-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How to provide separation between tenants?</a:t>
          </a:r>
        </a:p>
      </dsp:txBody>
      <dsp:txXfrm>
        <a:off x="0" y="1305389"/>
        <a:ext cx="7886700" cy="637875"/>
      </dsp:txXfrm>
    </dsp:sp>
    <dsp:sp modelId="{1139E13B-4980-4B32-983D-45D912E16219}">
      <dsp:nvSpPr>
        <dsp:cNvPr id="0" name=""/>
        <dsp:cNvSpPr/>
      </dsp:nvSpPr>
      <dsp:spPr>
        <a:xfrm>
          <a:off x="394335" y="1083989"/>
          <a:ext cx="5520690" cy="442800"/>
        </a:xfrm>
        <a:prstGeom prst="roundRect">
          <a:avLst/>
        </a:prstGeom>
        <a:solidFill>
          <a:schemeClr val="accent2">
            <a:hueOff val="3183231"/>
            <a:satOff val="540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If they can’t, can we isolate them?</a:t>
          </a:r>
        </a:p>
      </dsp:txBody>
      <dsp:txXfrm>
        <a:off x="415951" y="1105605"/>
        <a:ext cx="5477458" cy="399568"/>
      </dsp:txXfrm>
    </dsp:sp>
    <dsp:sp modelId="{759348D8-01B0-40F1-96F3-512E0BF18ACB}">
      <dsp:nvSpPr>
        <dsp:cNvPr id="0" name=""/>
        <dsp:cNvSpPr/>
      </dsp:nvSpPr>
      <dsp:spPr>
        <a:xfrm>
          <a:off x="0" y="2245664"/>
          <a:ext cx="788670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366461"/>
              <a:satOff val="10800"/>
              <a:lumOff val="-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Multiple independent users share the same physical infrastructure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Thus, an attacker can legitimately be in the same physical machine as the target</a:t>
          </a:r>
        </a:p>
      </dsp:txBody>
      <dsp:txXfrm>
        <a:off x="0" y="2245664"/>
        <a:ext cx="7886700" cy="874125"/>
      </dsp:txXfrm>
    </dsp:sp>
    <dsp:sp modelId="{9EB7B806-E9F8-4B4D-9B87-A62FAA4C6598}">
      <dsp:nvSpPr>
        <dsp:cNvPr id="0" name=""/>
        <dsp:cNvSpPr/>
      </dsp:nvSpPr>
      <dsp:spPr>
        <a:xfrm>
          <a:off x="394335" y="2024264"/>
          <a:ext cx="5520690" cy="442800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Cloud Computing brings new threats</a:t>
          </a:r>
        </a:p>
      </dsp:txBody>
      <dsp:txXfrm>
        <a:off x="415951" y="2045880"/>
        <a:ext cx="5477458" cy="39956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E3814-C2D6-42DA-AE75-19C7F15B7685}">
      <dsp:nvSpPr>
        <dsp:cNvPr id="0" name=""/>
        <dsp:cNvSpPr/>
      </dsp:nvSpPr>
      <dsp:spPr>
        <a:xfrm>
          <a:off x="233534" y="857223"/>
          <a:ext cx="726996" cy="7269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08E57-2449-4A17-B463-810A0B010F81}">
      <dsp:nvSpPr>
        <dsp:cNvPr id="0" name=""/>
        <dsp:cNvSpPr/>
      </dsp:nvSpPr>
      <dsp:spPr>
        <a:xfrm>
          <a:off x="388467" y="1012157"/>
          <a:ext cx="417128" cy="4171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47A18-F1C2-4575-B5D7-58A11534A7FE}">
      <dsp:nvSpPr>
        <dsp:cNvPr id="0" name=""/>
        <dsp:cNvSpPr/>
      </dsp:nvSpPr>
      <dsp:spPr>
        <a:xfrm>
          <a:off x="1133" y="1810661"/>
          <a:ext cx="1191796" cy="47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cap="none" dirty="0"/>
            <a:t>Encryption</a:t>
          </a:r>
        </a:p>
      </dsp:txBody>
      <dsp:txXfrm>
        <a:off x="1133" y="1810661"/>
        <a:ext cx="1191796" cy="476718"/>
      </dsp:txXfrm>
    </dsp:sp>
    <dsp:sp modelId="{D4A41604-2B47-41E2-B9D5-D51FC6169568}">
      <dsp:nvSpPr>
        <dsp:cNvPr id="0" name=""/>
        <dsp:cNvSpPr/>
      </dsp:nvSpPr>
      <dsp:spPr>
        <a:xfrm>
          <a:off x="1633895" y="857223"/>
          <a:ext cx="726996" cy="7269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B54C5-B2E7-405B-9A73-83642A7DB5BC}">
      <dsp:nvSpPr>
        <dsp:cNvPr id="0" name=""/>
        <dsp:cNvSpPr/>
      </dsp:nvSpPr>
      <dsp:spPr>
        <a:xfrm>
          <a:off x="1788829" y="1012157"/>
          <a:ext cx="417128" cy="4171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DCA46-2934-4443-B9DB-47ADF7935B80}">
      <dsp:nvSpPr>
        <dsp:cNvPr id="0" name=""/>
        <dsp:cNvSpPr/>
      </dsp:nvSpPr>
      <dsp:spPr>
        <a:xfrm>
          <a:off x="1401495" y="1810661"/>
          <a:ext cx="1191796" cy="47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cap="none" dirty="0"/>
            <a:t>Access Management</a:t>
          </a:r>
        </a:p>
      </dsp:txBody>
      <dsp:txXfrm>
        <a:off x="1401495" y="1810661"/>
        <a:ext cx="1191796" cy="476718"/>
      </dsp:txXfrm>
    </dsp:sp>
    <dsp:sp modelId="{30E4F7F3-E940-439B-B78B-50C65AC98208}">
      <dsp:nvSpPr>
        <dsp:cNvPr id="0" name=""/>
        <dsp:cNvSpPr/>
      </dsp:nvSpPr>
      <dsp:spPr>
        <a:xfrm>
          <a:off x="3034256" y="857223"/>
          <a:ext cx="726996" cy="7269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B2300F-419C-4FE7-B0E1-51FC40D982E6}">
      <dsp:nvSpPr>
        <dsp:cNvPr id="0" name=""/>
        <dsp:cNvSpPr/>
      </dsp:nvSpPr>
      <dsp:spPr>
        <a:xfrm>
          <a:off x="3189190" y="1012157"/>
          <a:ext cx="417128" cy="4171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51790-FA10-4766-A2B6-B97AF4E838F4}">
      <dsp:nvSpPr>
        <dsp:cNvPr id="0" name=""/>
        <dsp:cNvSpPr/>
      </dsp:nvSpPr>
      <dsp:spPr>
        <a:xfrm>
          <a:off x="2801856" y="1810661"/>
          <a:ext cx="1191796" cy="47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cap="none" dirty="0"/>
            <a:t>Network Security</a:t>
          </a:r>
        </a:p>
      </dsp:txBody>
      <dsp:txXfrm>
        <a:off x="2801856" y="1810661"/>
        <a:ext cx="1191796" cy="476718"/>
      </dsp:txXfrm>
    </dsp:sp>
    <dsp:sp modelId="{472F1371-BE81-430B-94BB-03C7BE9CD729}">
      <dsp:nvSpPr>
        <dsp:cNvPr id="0" name=""/>
        <dsp:cNvSpPr/>
      </dsp:nvSpPr>
      <dsp:spPr>
        <a:xfrm>
          <a:off x="4434618" y="857223"/>
          <a:ext cx="726996" cy="7269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A8912D-08B8-4EEE-B5D5-8865D849F102}">
      <dsp:nvSpPr>
        <dsp:cNvPr id="0" name=""/>
        <dsp:cNvSpPr/>
      </dsp:nvSpPr>
      <dsp:spPr>
        <a:xfrm>
          <a:off x="4589551" y="1012157"/>
          <a:ext cx="417128" cy="4171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52C56-375E-4FB1-8306-F9FFA8ECF8E1}">
      <dsp:nvSpPr>
        <dsp:cNvPr id="0" name=""/>
        <dsp:cNvSpPr/>
      </dsp:nvSpPr>
      <dsp:spPr>
        <a:xfrm>
          <a:off x="4202217" y="1810661"/>
          <a:ext cx="1191796" cy="47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cap="none" dirty="0"/>
            <a:t>Data Loss Prevention</a:t>
          </a:r>
        </a:p>
      </dsp:txBody>
      <dsp:txXfrm>
        <a:off x="4202217" y="1810661"/>
        <a:ext cx="1191796" cy="476718"/>
      </dsp:txXfrm>
    </dsp:sp>
    <dsp:sp modelId="{6D1E1F0E-D2F8-4BDC-A192-2D91FB550510}">
      <dsp:nvSpPr>
        <dsp:cNvPr id="0" name=""/>
        <dsp:cNvSpPr/>
      </dsp:nvSpPr>
      <dsp:spPr>
        <a:xfrm>
          <a:off x="5834979" y="857223"/>
          <a:ext cx="726996" cy="7269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4AFFA-89B4-4687-B69F-73B2F144EB30}">
      <dsp:nvSpPr>
        <dsp:cNvPr id="0" name=""/>
        <dsp:cNvSpPr/>
      </dsp:nvSpPr>
      <dsp:spPr>
        <a:xfrm>
          <a:off x="5989913" y="1012157"/>
          <a:ext cx="417128" cy="4171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49E98-E837-4B13-A6DA-ED283FCC0E0F}">
      <dsp:nvSpPr>
        <dsp:cNvPr id="0" name=""/>
        <dsp:cNvSpPr/>
      </dsp:nvSpPr>
      <dsp:spPr>
        <a:xfrm>
          <a:off x="5602579" y="1810661"/>
          <a:ext cx="1191796" cy="47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cap="none" dirty="0"/>
            <a:t>Security Information And Event Management (SIEM)</a:t>
          </a:r>
        </a:p>
      </dsp:txBody>
      <dsp:txXfrm>
        <a:off x="5602579" y="1810661"/>
        <a:ext cx="1191796" cy="476718"/>
      </dsp:txXfrm>
    </dsp:sp>
    <dsp:sp modelId="{6F321DFC-7FB9-4C3F-9CF4-7A2B38BDDEA4}">
      <dsp:nvSpPr>
        <dsp:cNvPr id="0" name=""/>
        <dsp:cNvSpPr/>
      </dsp:nvSpPr>
      <dsp:spPr>
        <a:xfrm>
          <a:off x="7235340" y="857223"/>
          <a:ext cx="726996" cy="7269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0CD77-C11D-4E95-9989-DEBE1DB725AD}">
      <dsp:nvSpPr>
        <dsp:cNvPr id="0" name=""/>
        <dsp:cNvSpPr/>
      </dsp:nvSpPr>
      <dsp:spPr>
        <a:xfrm>
          <a:off x="7390274" y="1012157"/>
          <a:ext cx="417128" cy="4171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AA9FF-FF15-475C-BD0B-39E5578D481F}">
      <dsp:nvSpPr>
        <dsp:cNvPr id="0" name=""/>
        <dsp:cNvSpPr/>
      </dsp:nvSpPr>
      <dsp:spPr>
        <a:xfrm>
          <a:off x="7002940" y="1810661"/>
          <a:ext cx="1191796" cy="47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cap="none" dirty="0"/>
            <a:t>Cloud Security Posture Management (CSPM)</a:t>
          </a:r>
        </a:p>
      </dsp:txBody>
      <dsp:txXfrm>
        <a:off x="7002940" y="1810661"/>
        <a:ext cx="1191796" cy="47671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920D8A-1308-4811-9299-B9AC73C411D4}">
      <dsp:nvSpPr>
        <dsp:cNvPr id="0" name=""/>
        <dsp:cNvSpPr/>
      </dsp:nvSpPr>
      <dsp:spPr>
        <a:xfrm>
          <a:off x="0" y="64"/>
          <a:ext cx="3800340" cy="69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Data-at-rest encryption: Protecting stored data</a:t>
          </a:r>
        </a:p>
      </dsp:txBody>
      <dsp:txXfrm>
        <a:off x="33989" y="34053"/>
        <a:ext cx="3732362" cy="628297"/>
      </dsp:txXfrm>
    </dsp:sp>
    <dsp:sp modelId="{DF8B9B36-169E-4F49-ACF8-EB41091B2B1D}">
      <dsp:nvSpPr>
        <dsp:cNvPr id="0" name=""/>
        <dsp:cNvSpPr/>
      </dsp:nvSpPr>
      <dsp:spPr>
        <a:xfrm>
          <a:off x="0" y="710388"/>
          <a:ext cx="3800340" cy="69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Data-in-transit encryption: Securing data during transfer</a:t>
          </a:r>
        </a:p>
      </dsp:txBody>
      <dsp:txXfrm>
        <a:off x="33989" y="744377"/>
        <a:ext cx="3732362" cy="628297"/>
      </dsp:txXfrm>
    </dsp:sp>
    <dsp:sp modelId="{69D33E4F-7CDC-4D45-9A23-57B11471F2EE}">
      <dsp:nvSpPr>
        <dsp:cNvPr id="0" name=""/>
        <dsp:cNvSpPr/>
      </dsp:nvSpPr>
      <dsp:spPr>
        <a:xfrm>
          <a:off x="0" y="1420712"/>
          <a:ext cx="3800340" cy="69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Key management: Secure storage and rotation of encryption keys</a:t>
          </a:r>
        </a:p>
      </dsp:txBody>
      <dsp:txXfrm>
        <a:off x="33989" y="1454701"/>
        <a:ext cx="3732362" cy="628297"/>
      </dsp:txXfrm>
    </dsp:sp>
    <dsp:sp modelId="{636932B2-C478-49FC-A8F9-E417007A456D}">
      <dsp:nvSpPr>
        <dsp:cNvPr id="0" name=""/>
        <dsp:cNvSpPr/>
      </dsp:nvSpPr>
      <dsp:spPr>
        <a:xfrm>
          <a:off x="0" y="2131036"/>
          <a:ext cx="3800340" cy="69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Homomorphic encryption: Processing encrypted data without decryption</a:t>
          </a:r>
        </a:p>
      </dsp:txBody>
      <dsp:txXfrm>
        <a:off x="33989" y="2165025"/>
        <a:ext cx="3732362" cy="62829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30765-BF67-4DB8-8243-7C6A78E99F29}">
      <dsp:nvSpPr>
        <dsp:cNvPr id="0" name=""/>
        <dsp:cNvSpPr/>
      </dsp:nvSpPr>
      <dsp:spPr>
        <a:xfrm>
          <a:off x="0" y="478631"/>
          <a:ext cx="2428875" cy="1457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Identity and Access Management (IAM)</a:t>
          </a:r>
        </a:p>
      </dsp:txBody>
      <dsp:txXfrm>
        <a:off x="0" y="478631"/>
        <a:ext cx="2428875" cy="1457324"/>
      </dsp:txXfrm>
    </dsp:sp>
    <dsp:sp modelId="{A0AA3D5C-3A7B-4C49-AD16-D38D0BE82F97}">
      <dsp:nvSpPr>
        <dsp:cNvPr id="0" name=""/>
        <dsp:cNvSpPr/>
      </dsp:nvSpPr>
      <dsp:spPr>
        <a:xfrm>
          <a:off x="2671762" y="478631"/>
          <a:ext cx="2428875" cy="1457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Multi-Factor Authentication (MFA)</a:t>
          </a:r>
        </a:p>
      </dsp:txBody>
      <dsp:txXfrm>
        <a:off x="2671762" y="478631"/>
        <a:ext cx="2428875" cy="1457324"/>
      </dsp:txXfrm>
    </dsp:sp>
    <dsp:sp modelId="{5B0C3D45-0531-4D40-91A2-094698AE4214}">
      <dsp:nvSpPr>
        <dsp:cNvPr id="0" name=""/>
        <dsp:cNvSpPr/>
      </dsp:nvSpPr>
      <dsp:spPr>
        <a:xfrm>
          <a:off x="5343525" y="478631"/>
          <a:ext cx="2428875" cy="1457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Single Sign-On (SSO)</a:t>
          </a:r>
        </a:p>
      </dsp:txBody>
      <dsp:txXfrm>
        <a:off x="5343525" y="478631"/>
        <a:ext cx="2428875" cy="1457324"/>
      </dsp:txXfrm>
    </dsp:sp>
    <dsp:sp modelId="{22DE9C0B-0C1C-4CD4-B9B6-87AC4F91E153}">
      <dsp:nvSpPr>
        <dsp:cNvPr id="0" name=""/>
        <dsp:cNvSpPr/>
      </dsp:nvSpPr>
      <dsp:spPr>
        <a:xfrm>
          <a:off x="1335881" y="2178843"/>
          <a:ext cx="2428875" cy="1457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Principle of Least Privilege</a:t>
          </a:r>
        </a:p>
      </dsp:txBody>
      <dsp:txXfrm>
        <a:off x="1335881" y="2178843"/>
        <a:ext cx="2428875" cy="1457324"/>
      </dsp:txXfrm>
    </dsp:sp>
    <dsp:sp modelId="{81DFC5CB-8B19-4422-841A-8BEFF09188F6}">
      <dsp:nvSpPr>
        <dsp:cNvPr id="0" name=""/>
        <dsp:cNvSpPr/>
      </dsp:nvSpPr>
      <dsp:spPr>
        <a:xfrm>
          <a:off x="4007643" y="2178843"/>
          <a:ext cx="2428875" cy="1457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Role-Based Access Control (RBAC)</a:t>
          </a:r>
        </a:p>
      </dsp:txBody>
      <dsp:txXfrm>
        <a:off x="4007643" y="2178843"/>
        <a:ext cx="2428875" cy="145732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6BBB5-746B-44A7-BF57-1531D00E0662}">
      <dsp:nvSpPr>
        <dsp:cNvPr id="0" name=""/>
        <dsp:cNvSpPr/>
      </dsp:nvSpPr>
      <dsp:spPr>
        <a:xfrm>
          <a:off x="376435" y="492301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B30F9-888A-44A6-9E3C-5582782692F1}">
      <dsp:nvSpPr>
        <dsp:cNvPr id="0" name=""/>
        <dsp:cNvSpPr/>
      </dsp:nvSpPr>
      <dsp:spPr>
        <a:xfrm>
          <a:off x="61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ADF90-B6DA-49EB-80F1-A14372E5B24B}">
      <dsp:nvSpPr>
        <dsp:cNvPr id="0" name=""/>
        <dsp:cNvSpPr/>
      </dsp:nvSpPr>
      <dsp:spPr>
        <a:xfrm>
          <a:off x="2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cap="none" dirty="0"/>
            <a:t>Definition: </a:t>
          </a:r>
          <a:r>
            <a:rPr lang="en-US" sz="1200" b="0" kern="1200" cap="none" dirty="0"/>
            <a:t>Policies and Tools to Prevent Data Leakage</a:t>
          </a:r>
        </a:p>
      </dsp:txBody>
      <dsp:txXfrm>
        <a:off x="25435" y="1932302"/>
        <a:ext cx="1800000" cy="720000"/>
      </dsp:txXfrm>
    </dsp:sp>
    <dsp:sp modelId="{E722AB61-87E6-4E9F-B01B-11006628C303}">
      <dsp:nvSpPr>
        <dsp:cNvPr id="0" name=""/>
        <dsp:cNvSpPr/>
      </dsp:nvSpPr>
      <dsp:spPr>
        <a:xfrm>
          <a:off x="2491435" y="492301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17776-B5A6-45C8-87E4-96A413DC4240}">
      <dsp:nvSpPr>
        <dsp:cNvPr id="0" name=""/>
        <dsp:cNvSpPr/>
      </dsp:nvSpPr>
      <dsp:spPr>
        <a:xfrm>
          <a:off x="272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B3D7A-6505-4A64-8763-CCA8BC86A68F}">
      <dsp:nvSpPr>
        <dsp:cNvPr id="0" name=""/>
        <dsp:cNvSpPr/>
      </dsp:nvSpPr>
      <dsp:spPr>
        <a:xfrm>
          <a:off x="214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cap="none" dirty="0"/>
            <a:t>Features: </a:t>
          </a:r>
          <a:r>
            <a:rPr lang="en-US" sz="1200" b="0" kern="1200" cap="none" dirty="0"/>
            <a:t>Content Inspection, Contextual Analysis, Policy Enforcement</a:t>
          </a:r>
        </a:p>
      </dsp:txBody>
      <dsp:txXfrm>
        <a:off x="2140435" y="1932302"/>
        <a:ext cx="1800000" cy="720000"/>
      </dsp:txXfrm>
    </dsp:sp>
    <dsp:sp modelId="{C3B4DB93-85A2-4B7B-9379-9DF8D00D028A}">
      <dsp:nvSpPr>
        <dsp:cNvPr id="0" name=""/>
        <dsp:cNvSpPr/>
      </dsp:nvSpPr>
      <dsp:spPr>
        <a:xfrm>
          <a:off x="4606435" y="492301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914A5-F148-4843-9992-30A5770C8488}">
      <dsp:nvSpPr>
        <dsp:cNvPr id="0" name=""/>
        <dsp:cNvSpPr/>
      </dsp:nvSpPr>
      <dsp:spPr>
        <a:xfrm>
          <a:off x="484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A029C-1337-4C22-8468-440E21322D50}">
      <dsp:nvSpPr>
        <dsp:cNvPr id="0" name=""/>
        <dsp:cNvSpPr/>
      </dsp:nvSpPr>
      <dsp:spPr>
        <a:xfrm>
          <a:off x="425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cap="none" dirty="0"/>
            <a:t>Implementation: </a:t>
          </a:r>
          <a:r>
            <a:rPr lang="en-US" sz="1200" b="0" kern="1200" cap="none" dirty="0"/>
            <a:t>Network DLP, Endpoint DLP, Cloud DLP</a:t>
          </a:r>
        </a:p>
      </dsp:txBody>
      <dsp:txXfrm>
        <a:off x="4255435" y="1932302"/>
        <a:ext cx="1800000" cy="720000"/>
      </dsp:txXfrm>
    </dsp:sp>
    <dsp:sp modelId="{79E59D3C-D04A-4613-B6BA-25B5A549E67C}">
      <dsp:nvSpPr>
        <dsp:cNvPr id="0" name=""/>
        <dsp:cNvSpPr/>
      </dsp:nvSpPr>
      <dsp:spPr>
        <a:xfrm>
          <a:off x="6721435" y="492301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536E0-88E5-4426-BA9D-2CD22B90BFF2}">
      <dsp:nvSpPr>
        <dsp:cNvPr id="0" name=""/>
        <dsp:cNvSpPr/>
      </dsp:nvSpPr>
      <dsp:spPr>
        <a:xfrm>
          <a:off x="695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9406E-CD79-4F1A-842F-E9238C5438BB}">
      <dsp:nvSpPr>
        <dsp:cNvPr id="0" name=""/>
        <dsp:cNvSpPr/>
      </dsp:nvSpPr>
      <dsp:spPr>
        <a:xfrm>
          <a:off x="637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cap="none" dirty="0"/>
            <a:t>Benefits: </a:t>
          </a:r>
          <a:r>
            <a:rPr lang="en-US" sz="1200" b="0" kern="1200" cap="none" dirty="0"/>
            <a:t>Compliance, Data Protection, Risk Mitigation</a:t>
          </a:r>
        </a:p>
      </dsp:txBody>
      <dsp:txXfrm>
        <a:off x="6370435" y="1932302"/>
        <a:ext cx="1800000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08DCD7-7565-4145-800A-693DA5D14937}">
      <dsp:nvSpPr>
        <dsp:cNvPr id="0" name=""/>
        <dsp:cNvSpPr/>
      </dsp:nvSpPr>
      <dsp:spPr>
        <a:xfrm>
          <a:off x="0" y="1356"/>
          <a:ext cx="7886700" cy="6874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B8397-7E66-4A18-B544-3875936A3E32}">
      <dsp:nvSpPr>
        <dsp:cNvPr id="0" name=""/>
        <dsp:cNvSpPr/>
      </dsp:nvSpPr>
      <dsp:spPr>
        <a:xfrm>
          <a:off x="207956" y="156034"/>
          <a:ext cx="378102" cy="3781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1FE46-EB5C-4B1C-9780-1F46AB48A414}">
      <dsp:nvSpPr>
        <dsp:cNvPr id="0" name=""/>
        <dsp:cNvSpPr/>
      </dsp:nvSpPr>
      <dsp:spPr>
        <a:xfrm>
          <a:off x="794015" y="1356"/>
          <a:ext cx="7092684" cy="68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56" tIns="72756" rIns="72756" bIns="7275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Continuous monitoring and improvement of cloud security</a:t>
          </a:r>
        </a:p>
      </dsp:txBody>
      <dsp:txXfrm>
        <a:off x="794015" y="1356"/>
        <a:ext cx="7092684" cy="687458"/>
      </dsp:txXfrm>
    </dsp:sp>
    <dsp:sp modelId="{00F1A27C-31FF-4B9A-B069-BC4BC0CA155A}">
      <dsp:nvSpPr>
        <dsp:cNvPr id="0" name=""/>
        <dsp:cNvSpPr/>
      </dsp:nvSpPr>
      <dsp:spPr>
        <a:xfrm>
          <a:off x="0" y="860680"/>
          <a:ext cx="7886700" cy="6874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1EA3C-A8B3-4941-B9F5-AC5B98D3CDDC}">
      <dsp:nvSpPr>
        <dsp:cNvPr id="0" name=""/>
        <dsp:cNvSpPr/>
      </dsp:nvSpPr>
      <dsp:spPr>
        <a:xfrm>
          <a:off x="207956" y="1015358"/>
          <a:ext cx="378102" cy="3781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E6BD1-4329-498F-9506-982CFA52442E}">
      <dsp:nvSpPr>
        <dsp:cNvPr id="0" name=""/>
        <dsp:cNvSpPr/>
      </dsp:nvSpPr>
      <dsp:spPr>
        <a:xfrm>
          <a:off x="794015" y="860680"/>
          <a:ext cx="7092684" cy="68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56" tIns="72756" rIns="72756" bIns="7275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Features: Configuration assessment, compliance monitoring, risk visualization</a:t>
          </a:r>
        </a:p>
      </dsp:txBody>
      <dsp:txXfrm>
        <a:off x="794015" y="860680"/>
        <a:ext cx="7092684" cy="687458"/>
      </dsp:txXfrm>
    </dsp:sp>
    <dsp:sp modelId="{C7743388-C51B-4353-B70D-F4178EC9958F}">
      <dsp:nvSpPr>
        <dsp:cNvPr id="0" name=""/>
        <dsp:cNvSpPr/>
      </dsp:nvSpPr>
      <dsp:spPr>
        <a:xfrm>
          <a:off x="0" y="1720003"/>
          <a:ext cx="7886700" cy="6874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8D89D-3C9A-498C-8DBB-09DFB009F39C}">
      <dsp:nvSpPr>
        <dsp:cNvPr id="0" name=""/>
        <dsp:cNvSpPr/>
      </dsp:nvSpPr>
      <dsp:spPr>
        <a:xfrm>
          <a:off x="207956" y="1874682"/>
          <a:ext cx="378102" cy="3781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3A130-D989-42EC-9D21-2C16C8795581}">
      <dsp:nvSpPr>
        <dsp:cNvPr id="0" name=""/>
        <dsp:cNvSpPr/>
      </dsp:nvSpPr>
      <dsp:spPr>
        <a:xfrm>
          <a:off x="794015" y="1720003"/>
          <a:ext cx="7092684" cy="68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56" tIns="72756" rIns="72756" bIns="7275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Benefits: Misconfigurations detection, compliance automation, risk reduction</a:t>
          </a:r>
        </a:p>
      </dsp:txBody>
      <dsp:txXfrm>
        <a:off x="794015" y="1720003"/>
        <a:ext cx="7092684" cy="687458"/>
      </dsp:txXfrm>
    </dsp:sp>
    <dsp:sp modelId="{9022A55C-CD8D-4141-8783-146E8AE9DD53}">
      <dsp:nvSpPr>
        <dsp:cNvPr id="0" name=""/>
        <dsp:cNvSpPr/>
      </dsp:nvSpPr>
      <dsp:spPr>
        <a:xfrm>
          <a:off x="0" y="2579327"/>
          <a:ext cx="7886700" cy="68745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C45A5-3FB9-4025-A9D9-BA075F1B7759}">
      <dsp:nvSpPr>
        <dsp:cNvPr id="0" name=""/>
        <dsp:cNvSpPr/>
      </dsp:nvSpPr>
      <dsp:spPr>
        <a:xfrm>
          <a:off x="207956" y="2734005"/>
          <a:ext cx="378102" cy="3781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57332-C020-4205-AA2E-4A34B8145406}">
      <dsp:nvSpPr>
        <dsp:cNvPr id="0" name=""/>
        <dsp:cNvSpPr/>
      </dsp:nvSpPr>
      <dsp:spPr>
        <a:xfrm>
          <a:off x="794015" y="2579327"/>
          <a:ext cx="7092684" cy="68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56" tIns="72756" rIns="72756" bIns="7275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Implementation: Integration with cloud providers' APIs and security tools</a:t>
          </a:r>
        </a:p>
      </dsp:txBody>
      <dsp:txXfrm>
        <a:off x="794015" y="2579327"/>
        <a:ext cx="7092684" cy="68745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21360-63C5-4F39-9B42-A18734CF63BB}">
      <dsp:nvSpPr>
        <dsp:cNvPr id="0" name=""/>
        <dsp:cNvSpPr/>
      </dsp:nvSpPr>
      <dsp:spPr>
        <a:xfrm>
          <a:off x="1746655" y="801649"/>
          <a:ext cx="3711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169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2196" y="845360"/>
        <a:ext cx="20088" cy="4017"/>
      </dsp:txXfrm>
    </dsp:sp>
    <dsp:sp modelId="{FB86CDCD-2A5D-4147-AFB5-8D743BA3A91A}">
      <dsp:nvSpPr>
        <dsp:cNvPr id="0" name=""/>
        <dsp:cNvSpPr/>
      </dsp:nvSpPr>
      <dsp:spPr>
        <a:xfrm>
          <a:off x="1630" y="323322"/>
          <a:ext cx="1746825" cy="10480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6" tIns="89848" rIns="85596" bIns="8984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 a robust security policy</a:t>
          </a:r>
        </a:p>
      </dsp:txBody>
      <dsp:txXfrm>
        <a:off x="1630" y="323322"/>
        <a:ext cx="1746825" cy="1048095"/>
      </dsp:txXfrm>
    </dsp:sp>
    <dsp:sp modelId="{874A93B2-0C4C-415E-B5E3-265E74B5F4BA}">
      <dsp:nvSpPr>
        <dsp:cNvPr id="0" name=""/>
        <dsp:cNvSpPr/>
      </dsp:nvSpPr>
      <dsp:spPr>
        <a:xfrm>
          <a:off x="3895250" y="801649"/>
          <a:ext cx="3711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169" y="45720"/>
              </a:lnTo>
            </a:path>
          </a:pathLst>
        </a:custGeom>
        <a:noFill/>
        <a:ln w="6350" cap="flat" cmpd="sng" algn="ctr">
          <a:solidFill>
            <a:schemeClr val="accent2">
              <a:hueOff val="-242561"/>
              <a:satOff val="-13988"/>
              <a:lumOff val="143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70791" y="845360"/>
        <a:ext cx="20088" cy="4017"/>
      </dsp:txXfrm>
    </dsp:sp>
    <dsp:sp modelId="{991BF31E-BF1D-474C-BD87-4EAA7E89753F}">
      <dsp:nvSpPr>
        <dsp:cNvPr id="0" name=""/>
        <dsp:cNvSpPr/>
      </dsp:nvSpPr>
      <dsp:spPr>
        <a:xfrm>
          <a:off x="2150225" y="323322"/>
          <a:ext cx="1746825" cy="1048095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6" tIns="89848" rIns="85596" bIns="8984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Conduct regular security assessments and penetration testing</a:t>
          </a:r>
        </a:p>
      </dsp:txBody>
      <dsp:txXfrm>
        <a:off x="2150225" y="323322"/>
        <a:ext cx="1746825" cy="1048095"/>
      </dsp:txXfrm>
    </dsp:sp>
    <dsp:sp modelId="{2E322269-4425-4BE0-B86D-4E00BAE04BBB}">
      <dsp:nvSpPr>
        <dsp:cNvPr id="0" name=""/>
        <dsp:cNvSpPr/>
      </dsp:nvSpPr>
      <dsp:spPr>
        <a:xfrm>
          <a:off x="6043845" y="801649"/>
          <a:ext cx="3711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169" y="45720"/>
              </a:lnTo>
            </a:path>
          </a:pathLst>
        </a:custGeom>
        <a:noFill/>
        <a:ln w="635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19386" y="845360"/>
        <a:ext cx="20088" cy="4017"/>
      </dsp:txXfrm>
    </dsp:sp>
    <dsp:sp modelId="{B8E5FFD7-E55F-473B-87B2-B3B415ADCB04}">
      <dsp:nvSpPr>
        <dsp:cNvPr id="0" name=""/>
        <dsp:cNvSpPr/>
      </dsp:nvSpPr>
      <dsp:spPr>
        <a:xfrm>
          <a:off x="4298820" y="323322"/>
          <a:ext cx="1746825" cy="1048095"/>
        </a:xfrm>
        <a:prstGeom prst="rect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6" tIns="89848" rIns="85596" bIns="8984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Train employees on security awareness</a:t>
          </a:r>
        </a:p>
      </dsp:txBody>
      <dsp:txXfrm>
        <a:off x="4298820" y="323322"/>
        <a:ext cx="1746825" cy="1048095"/>
      </dsp:txXfrm>
    </dsp:sp>
    <dsp:sp modelId="{3712791E-2BC9-46A4-9659-15C7C996E5DD}">
      <dsp:nvSpPr>
        <dsp:cNvPr id="0" name=""/>
        <dsp:cNvSpPr/>
      </dsp:nvSpPr>
      <dsp:spPr>
        <a:xfrm>
          <a:off x="875043" y="1369617"/>
          <a:ext cx="6445784" cy="371169"/>
        </a:xfrm>
        <a:custGeom>
          <a:avLst/>
          <a:gdLst/>
          <a:ahLst/>
          <a:cxnLst/>
          <a:rect l="0" t="0" r="0" b="0"/>
          <a:pathLst>
            <a:path>
              <a:moveTo>
                <a:pt x="6445784" y="0"/>
              </a:moveTo>
              <a:lnTo>
                <a:pt x="6445784" y="202684"/>
              </a:lnTo>
              <a:lnTo>
                <a:pt x="0" y="202684"/>
              </a:lnTo>
              <a:lnTo>
                <a:pt x="0" y="371169"/>
              </a:lnTo>
            </a:path>
          </a:pathLst>
        </a:custGeom>
        <a:noFill/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36478" y="1553193"/>
        <a:ext cx="322914" cy="4017"/>
      </dsp:txXfrm>
    </dsp:sp>
    <dsp:sp modelId="{1236207D-0C72-4AB0-BCDA-1948F20F66B4}">
      <dsp:nvSpPr>
        <dsp:cNvPr id="0" name=""/>
        <dsp:cNvSpPr/>
      </dsp:nvSpPr>
      <dsp:spPr>
        <a:xfrm>
          <a:off x="6447415" y="323322"/>
          <a:ext cx="1746825" cy="1048095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6" tIns="89848" rIns="85596" bIns="8984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Keep software and systems up-to-date</a:t>
          </a:r>
        </a:p>
      </dsp:txBody>
      <dsp:txXfrm>
        <a:off x="6447415" y="323322"/>
        <a:ext cx="1746825" cy="1048095"/>
      </dsp:txXfrm>
    </dsp:sp>
    <dsp:sp modelId="{56FFB53E-43E9-4D63-9962-BFFAD411C3EB}">
      <dsp:nvSpPr>
        <dsp:cNvPr id="0" name=""/>
        <dsp:cNvSpPr/>
      </dsp:nvSpPr>
      <dsp:spPr>
        <a:xfrm>
          <a:off x="1746655" y="2251514"/>
          <a:ext cx="3711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169" y="45720"/>
              </a:lnTo>
            </a:path>
          </a:pathLst>
        </a:custGeom>
        <a:noFill/>
        <a:ln w="635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2196" y="2295225"/>
        <a:ext cx="20088" cy="4017"/>
      </dsp:txXfrm>
    </dsp:sp>
    <dsp:sp modelId="{A4F988B7-81E3-4E3B-A881-BC3433FC8F93}">
      <dsp:nvSpPr>
        <dsp:cNvPr id="0" name=""/>
        <dsp:cNvSpPr/>
      </dsp:nvSpPr>
      <dsp:spPr>
        <a:xfrm>
          <a:off x="1630" y="1773186"/>
          <a:ext cx="1746825" cy="1048095"/>
        </a:xfrm>
        <a:prstGeom prst="rect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6" tIns="89848" rIns="85596" bIns="8984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 strong authentication and access controls</a:t>
          </a:r>
        </a:p>
      </dsp:txBody>
      <dsp:txXfrm>
        <a:off x="1630" y="1773186"/>
        <a:ext cx="1746825" cy="1048095"/>
      </dsp:txXfrm>
    </dsp:sp>
    <dsp:sp modelId="{75D56453-A915-467E-B42A-9079CA5825AC}">
      <dsp:nvSpPr>
        <dsp:cNvPr id="0" name=""/>
        <dsp:cNvSpPr/>
      </dsp:nvSpPr>
      <dsp:spPr>
        <a:xfrm>
          <a:off x="3895250" y="2251514"/>
          <a:ext cx="3711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169" y="45720"/>
              </a:lnTo>
            </a:path>
          </a:pathLst>
        </a:custGeom>
        <a:noFill/>
        <a:ln w="6350" cap="flat" cmpd="sng" algn="ctr">
          <a:solidFill>
            <a:schemeClr val="accent2">
              <a:hueOff val="-1212803"/>
              <a:satOff val="-69940"/>
              <a:lumOff val="71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70791" y="2295225"/>
        <a:ext cx="20088" cy="4017"/>
      </dsp:txXfrm>
    </dsp:sp>
    <dsp:sp modelId="{2F6867DB-D0C7-4F9D-A1F4-430261AE291D}">
      <dsp:nvSpPr>
        <dsp:cNvPr id="0" name=""/>
        <dsp:cNvSpPr/>
      </dsp:nvSpPr>
      <dsp:spPr>
        <a:xfrm>
          <a:off x="2150225" y="1773186"/>
          <a:ext cx="1746825" cy="1048095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6" tIns="89848" rIns="85596" bIns="8984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Encrypt sensitive data</a:t>
          </a:r>
        </a:p>
      </dsp:txBody>
      <dsp:txXfrm>
        <a:off x="2150225" y="1773186"/>
        <a:ext cx="1746825" cy="1048095"/>
      </dsp:txXfrm>
    </dsp:sp>
    <dsp:sp modelId="{EC64E1F5-F204-43C1-B4CE-0A5FA143013E}">
      <dsp:nvSpPr>
        <dsp:cNvPr id="0" name=""/>
        <dsp:cNvSpPr/>
      </dsp:nvSpPr>
      <dsp:spPr>
        <a:xfrm>
          <a:off x="6043845" y="2251514"/>
          <a:ext cx="3711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169" y="45720"/>
              </a:lnTo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19386" y="2295225"/>
        <a:ext cx="20088" cy="4017"/>
      </dsp:txXfrm>
    </dsp:sp>
    <dsp:sp modelId="{86997415-1885-4176-A939-7A2085A037FE}">
      <dsp:nvSpPr>
        <dsp:cNvPr id="0" name=""/>
        <dsp:cNvSpPr/>
      </dsp:nvSpPr>
      <dsp:spPr>
        <a:xfrm>
          <a:off x="4298820" y="1773186"/>
          <a:ext cx="1746825" cy="1048095"/>
        </a:xfrm>
        <a:prstGeom prst="rect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6" tIns="89848" rIns="85596" bIns="8984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Monitor and log all activities</a:t>
          </a:r>
        </a:p>
      </dsp:txBody>
      <dsp:txXfrm>
        <a:off x="4298820" y="1773186"/>
        <a:ext cx="1746825" cy="1048095"/>
      </dsp:txXfrm>
    </dsp:sp>
    <dsp:sp modelId="{3A7C1EF6-0729-4F0E-B0D1-2EE40E73DBEF}">
      <dsp:nvSpPr>
        <dsp:cNvPr id="0" name=""/>
        <dsp:cNvSpPr/>
      </dsp:nvSpPr>
      <dsp:spPr>
        <a:xfrm>
          <a:off x="6447415" y="1773186"/>
          <a:ext cx="1746825" cy="1048095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96" tIns="89848" rIns="85596" bIns="8984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Have an incident response plan</a:t>
          </a:r>
        </a:p>
      </dsp:txBody>
      <dsp:txXfrm>
        <a:off x="6447415" y="1773186"/>
        <a:ext cx="1746825" cy="104809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6A5FE-6C1E-403D-BA58-6C8CE5DBF1D6}">
      <dsp:nvSpPr>
        <dsp:cNvPr id="0" name=""/>
        <dsp:cNvSpPr/>
      </dsp:nvSpPr>
      <dsp:spPr>
        <a:xfrm>
          <a:off x="0" y="29766"/>
          <a:ext cx="2464593" cy="14787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Zero Trust Security model</a:t>
          </a:r>
        </a:p>
      </dsp:txBody>
      <dsp:txXfrm>
        <a:off x="0" y="29766"/>
        <a:ext cx="2464593" cy="1478756"/>
      </dsp:txXfrm>
    </dsp:sp>
    <dsp:sp modelId="{AB8D8E3F-C381-4166-ABD9-79AA74BF1E47}">
      <dsp:nvSpPr>
        <dsp:cNvPr id="0" name=""/>
        <dsp:cNvSpPr/>
      </dsp:nvSpPr>
      <dsp:spPr>
        <a:xfrm>
          <a:off x="2711053" y="29766"/>
          <a:ext cx="2464593" cy="1478756"/>
        </a:xfrm>
        <a:prstGeom prst="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AI and Machine Learning for threat detection</a:t>
          </a:r>
        </a:p>
      </dsp:txBody>
      <dsp:txXfrm>
        <a:off x="2711053" y="29766"/>
        <a:ext cx="2464593" cy="1478756"/>
      </dsp:txXfrm>
    </dsp:sp>
    <dsp:sp modelId="{9E9D5018-37FE-423B-9964-0700C08F3E6F}">
      <dsp:nvSpPr>
        <dsp:cNvPr id="0" name=""/>
        <dsp:cNvSpPr/>
      </dsp:nvSpPr>
      <dsp:spPr>
        <a:xfrm>
          <a:off x="5422106" y="29766"/>
          <a:ext cx="2464593" cy="1478756"/>
        </a:xfrm>
        <a:prstGeom prst="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Serverless security</a:t>
          </a:r>
        </a:p>
      </dsp:txBody>
      <dsp:txXfrm>
        <a:off x="5422106" y="29766"/>
        <a:ext cx="2464593" cy="1478756"/>
      </dsp:txXfrm>
    </dsp:sp>
    <dsp:sp modelId="{C4D8C311-9304-48CA-AE05-FB2042AE582E}">
      <dsp:nvSpPr>
        <dsp:cNvPr id="0" name=""/>
        <dsp:cNvSpPr/>
      </dsp:nvSpPr>
      <dsp:spPr>
        <a:xfrm>
          <a:off x="0" y="1754981"/>
          <a:ext cx="2464593" cy="1478756"/>
        </a:xfrm>
        <a:prstGeom prst="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Quantum-resistant cryptography</a:t>
          </a:r>
        </a:p>
      </dsp:txBody>
      <dsp:txXfrm>
        <a:off x="0" y="1754981"/>
        <a:ext cx="2464593" cy="1478756"/>
      </dsp:txXfrm>
    </dsp:sp>
    <dsp:sp modelId="{81FE2259-5A13-401E-B3C6-AFA2DFC1C7B3}">
      <dsp:nvSpPr>
        <dsp:cNvPr id="0" name=""/>
        <dsp:cNvSpPr/>
      </dsp:nvSpPr>
      <dsp:spPr>
        <a:xfrm>
          <a:off x="2711053" y="1754981"/>
          <a:ext cx="2464593" cy="1478756"/>
        </a:xfrm>
        <a:prstGeom prst="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Blockchain for enhanced security and transparency</a:t>
          </a:r>
        </a:p>
      </dsp:txBody>
      <dsp:txXfrm>
        <a:off x="2711053" y="1754981"/>
        <a:ext cx="2464593" cy="1478756"/>
      </dsp:txXfrm>
    </dsp:sp>
    <dsp:sp modelId="{E72B708A-5FE5-469E-A6AB-391AD589A865}">
      <dsp:nvSpPr>
        <dsp:cNvPr id="0" name=""/>
        <dsp:cNvSpPr/>
      </dsp:nvSpPr>
      <dsp:spPr>
        <a:xfrm>
          <a:off x="5422106" y="1754981"/>
          <a:ext cx="2464593" cy="1478756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DevSecOps integration</a:t>
          </a:r>
        </a:p>
      </dsp:txBody>
      <dsp:txXfrm>
        <a:off x="5422106" y="1754981"/>
        <a:ext cx="2464593" cy="147875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94815D-6B03-4C44-A7B9-026016C50A0E}">
      <dsp:nvSpPr>
        <dsp:cNvPr id="0" name=""/>
        <dsp:cNvSpPr/>
      </dsp:nvSpPr>
      <dsp:spPr>
        <a:xfrm>
          <a:off x="0" y="1356"/>
          <a:ext cx="4683949" cy="577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E1296-AEFE-4198-8BDD-9DBACACF28D4}">
      <dsp:nvSpPr>
        <dsp:cNvPr id="0" name=""/>
        <dsp:cNvSpPr/>
      </dsp:nvSpPr>
      <dsp:spPr>
        <a:xfrm>
          <a:off x="174794" y="131368"/>
          <a:ext cx="317808" cy="3178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5C5E0-7C37-47B8-B623-860F78AC3392}">
      <dsp:nvSpPr>
        <dsp:cNvPr id="0" name=""/>
        <dsp:cNvSpPr/>
      </dsp:nvSpPr>
      <dsp:spPr>
        <a:xfrm>
          <a:off x="667398" y="1356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Cloud security is a shared responsibility between providers and users</a:t>
          </a:r>
        </a:p>
      </dsp:txBody>
      <dsp:txXfrm>
        <a:off x="667398" y="1356"/>
        <a:ext cx="4016550" cy="577834"/>
      </dsp:txXfrm>
    </dsp:sp>
    <dsp:sp modelId="{6DD5E066-3532-4603-931B-0D1B6EA53B5A}">
      <dsp:nvSpPr>
        <dsp:cNvPr id="0" name=""/>
        <dsp:cNvSpPr/>
      </dsp:nvSpPr>
      <dsp:spPr>
        <a:xfrm>
          <a:off x="0" y="723648"/>
          <a:ext cx="4683949" cy="577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E315D7-C6E6-47E6-A21B-E7F679024039}">
      <dsp:nvSpPr>
        <dsp:cNvPr id="0" name=""/>
        <dsp:cNvSpPr/>
      </dsp:nvSpPr>
      <dsp:spPr>
        <a:xfrm>
          <a:off x="174794" y="853661"/>
          <a:ext cx="317808" cy="3178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2E617-B3C8-46D1-AC0C-9DC3647BE312}">
      <dsp:nvSpPr>
        <dsp:cNvPr id="0" name=""/>
        <dsp:cNvSpPr/>
      </dsp:nvSpPr>
      <dsp:spPr>
        <a:xfrm>
          <a:off x="667398" y="723648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Addressing challenges requires a multi-layered approach</a:t>
          </a:r>
        </a:p>
      </dsp:txBody>
      <dsp:txXfrm>
        <a:off x="667398" y="723648"/>
        <a:ext cx="4016550" cy="577834"/>
      </dsp:txXfrm>
    </dsp:sp>
    <dsp:sp modelId="{8D502AA6-A6C5-4F3A-8B9F-51FC3E57DCE2}">
      <dsp:nvSpPr>
        <dsp:cNvPr id="0" name=""/>
        <dsp:cNvSpPr/>
      </dsp:nvSpPr>
      <dsp:spPr>
        <a:xfrm>
          <a:off x="0" y="1445941"/>
          <a:ext cx="4683949" cy="577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D9A3E-BAEC-4AE0-92AD-13AD7D5FF2D4}">
      <dsp:nvSpPr>
        <dsp:cNvPr id="0" name=""/>
        <dsp:cNvSpPr/>
      </dsp:nvSpPr>
      <dsp:spPr>
        <a:xfrm>
          <a:off x="174794" y="1575954"/>
          <a:ext cx="317808" cy="3178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E357F-7CEF-41C0-841B-69EB5182C37A}">
      <dsp:nvSpPr>
        <dsp:cNvPr id="0" name=""/>
        <dsp:cNvSpPr/>
      </dsp:nvSpPr>
      <dsp:spPr>
        <a:xfrm>
          <a:off x="667398" y="1445941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Continuous monitoring and improvement are essential</a:t>
          </a:r>
        </a:p>
      </dsp:txBody>
      <dsp:txXfrm>
        <a:off x="667398" y="1445941"/>
        <a:ext cx="4016550" cy="577834"/>
      </dsp:txXfrm>
    </dsp:sp>
    <dsp:sp modelId="{582F35C8-DDA5-470A-9763-6816B357B1B5}">
      <dsp:nvSpPr>
        <dsp:cNvPr id="0" name=""/>
        <dsp:cNvSpPr/>
      </dsp:nvSpPr>
      <dsp:spPr>
        <a:xfrm>
          <a:off x="0" y="2168234"/>
          <a:ext cx="4683949" cy="577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201D9-7405-4A7D-B5FF-F63C1D01C9D8}">
      <dsp:nvSpPr>
        <dsp:cNvPr id="0" name=""/>
        <dsp:cNvSpPr/>
      </dsp:nvSpPr>
      <dsp:spPr>
        <a:xfrm>
          <a:off x="174794" y="2298246"/>
          <a:ext cx="317808" cy="3178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4D6EF-5CAA-4F4C-B99C-C9B226DD3441}">
      <dsp:nvSpPr>
        <dsp:cNvPr id="0" name=""/>
        <dsp:cNvSpPr/>
      </dsp:nvSpPr>
      <dsp:spPr>
        <a:xfrm>
          <a:off x="667398" y="2168234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Stay informed about emerging threats and solutions</a:t>
          </a:r>
        </a:p>
      </dsp:txBody>
      <dsp:txXfrm>
        <a:off x="667398" y="2168234"/>
        <a:ext cx="4016550" cy="577834"/>
      </dsp:txXfrm>
    </dsp:sp>
    <dsp:sp modelId="{24A59A73-54E0-4326-AE6D-D3B2BD895A34}">
      <dsp:nvSpPr>
        <dsp:cNvPr id="0" name=""/>
        <dsp:cNvSpPr/>
      </dsp:nvSpPr>
      <dsp:spPr>
        <a:xfrm>
          <a:off x="0" y="2890527"/>
          <a:ext cx="4683949" cy="577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99752D-98FC-4195-A799-11C762EE23F2}">
      <dsp:nvSpPr>
        <dsp:cNvPr id="0" name=""/>
        <dsp:cNvSpPr/>
      </dsp:nvSpPr>
      <dsp:spPr>
        <a:xfrm>
          <a:off x="174794" y="3020539"/>
          <a:ext cx="317808" cy="3178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91225-9E93-4A65-BF33-8753824F13E2}">
      <dsp:nvSpPr>
        <dsp:cNvPr id="0" name=""/>
        <dsp:cNvSpPr/>
      </dsp:nvSpPr>
      <dsp:spPr>
        <a:xfrm>
          <a:off x="667398" y="2890527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Balancing security with usability and performance is key</a:t>
          </a:r>
        </a:p>
      </dsp:txBody>
      <dsp:txXfrm>
        <a:off x="667398" y="2890527"/>
        <a:ext cx="4016550" cy="577834"/>
      </dsp:txXfrm>
    </dsp:sp>
    <dsp:sp modelId="{4AB852E2-FD1D-4FAF-BFE0-E15A3DA9F9E1}">
      <dsp:nvSpPr>
        <dsp:cNvPr id="0" name=""/>
        <dsp:cNvSpPr/>
      </dsp:nvSpPr>
      <dsp:spPr>
        <a:xfrm>
          <a:off x="0" y="3612819"/>
          <a:ext cx="4683949" cy="577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92BEF-9440-467D-83E3-683D947AD454}">
      <dsp:nvSpPr>
        <dsp:cNvPr id="0" name=""/>
        <dsp:cNvSpPr/>
      </dsp:nvSpPr>
      <dsp:spPr>
        <a:xfrm>
          <a:off x="174794" y="3742832"/>
          <a:ext cx="317808" cy="31780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1388D-6A4E-407F-B531-00432DDC3EE9}">
      <dsp:nvSpPr>
        <dsp:cNvPr id="0" name=""/>
        <dsp:cNvSpPr/>
      </dsp:nvSpPr>
      <dsp:spPr>
        <a:xfrm>
          <a:off x="667398" y="3612819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future of cloud security lies in automation and advanced technologies</a:t>
          </a:r>
        </a:p>
      </dsp:txBody>
      <dsp:txXfrm>
        <a:off x="667398" y="3612819"/>
        <a:ext cx="4016550" cy="57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57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3681-1797-1E25-4DBC-435087025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DC9C1-BB76-8416-3E25-9EB89CA45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0F669-CAB8-4601-89D4-EFEB06913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52AF3-1A95-4FA5-B314-CAD6F47DA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630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3CED-9FE0-617A-E6E7-DB7ACF6E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52348C-F27D-503A-2369-C346C2462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B1460-6DEF-FB0F-FED0-A6A6D0C46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45C00-6F96-8114-6578-00E92E1FB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46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35050-A625-5E25-9F6F-FCC9D7AE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0E1288-6BEA-DD91-6AEB-B66E1FAD5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47D89-C822-2C23-E46E-17E3AE721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9507B-FE2A-5DB7-4CC7-C2905DCF0E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084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F306-2B55-DDDA-D833-B245A2E1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E6A19-3268-CA73-0D2A-46599CB6E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40440-88AF-53AE-CB8C-2A7173904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8CF77-64BC-316F-85C0-53A6F9831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1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0361-0C76-F6C8-F824-857E1C80A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BD9DE-C443-D35C-B8F8-07ED8E2F4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ABE8D-A208-F7BF-5981-F389FD000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B64CD-3224-9AB6-AFF6-BEDA26E5E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891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8DEF-75D7-802F-077E-7188A016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25948-CDE8-52A9-B353-02BA4E0DE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058C6-B219-9C08-44F9-A7BE242EE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35962-9610-CD14-DD10-577BBF1587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67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098FA-C107-51FA-0BB7-6F33CA06F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4908B-7DE3-5399-DABA-DDC6E15D7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7BB12-6FD4-A48F-9E02-FC03D1486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0F83F-1260-2CD4-B912-D71AD0EBD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806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6331-73CB-9385-762F-159017D4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221D-AC10-4460-E2FF-C38DA208E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90355-607E-7AFB-9C0A-B83119194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7191F-2856-98C1-AA24-FC7B6D512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266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3EC7-AAD7-C469-4DFA-CB304C797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52BE2C35-5CE2-3F20-2125-1812277248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8897C000-BD25-575F-683E-32AFC7A51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Chiles and McMakin (1996) define trust as increasing one’s vulnerability to the risk of opportunistic behavior of another whose behavior is not under one’s control in a situation in which the costs of violating the trust are greater than the benefits of upholding the trust.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Trust here means mostly lack of accountability and verifiability</a:t>
            </a:r>
          </a:p>
        </p:txBody>
      </p:sp>
    </p:spTree>
    <p:extLst>
      <p:ext uri="{BB962C8B-B14F-4D97-AF65-F5344CB8AC3E}">
        <p14:creationId xmlns:p14="http://schemas.microsoft.com/office/powerpoint/2010/main" val="2015051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EE5A-894B-0B09-06E3-7BE6EA6F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BC101473-BD02-2469-1A96-E7322A6035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66E1316-0B23-3027-D4CF-E0149845E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Who are my neighbors? What is their objective? They present another facet of risk and trust requirements</a:t>
            </a:r>
          </a:p>
        </p:txBody>
      </p:sp>
    </p:spTree>
    <p:extLst>
      <p:ext uri="{BB962C8B-B14F-4D97-AF65-F5344CB8AC3E}">
        <p14:creationId xmlns:p14="http://schemas.microsoft.com/office/powerpoint/2010/main" val="1593940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A53A-F03A-47ED-BE6B-CB0FAAE2F8DF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128755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4731-99E2-4842-B9BD-CCFCF1D3F5FF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357664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A4EA-FB15-4DAB-ADEB-93EDD48610FB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294037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64854-0C45-44B8-A02E-783BF09D0C54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3904578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73C1-9D61-4A59-B4ED-F72A3ACE7FB3}" type="datetime1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350404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4D52A-5B78-4D76-A1F5-E5FDA9C52916}" type="datetime1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65344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C23F1-9A0E-40B2-A4C0-08742091FE0D}" type="datetime1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95296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0920-7FC2-4097-8DAD-743FB80C9C9B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3598728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28D3-FBF9-4390-B9C4-4CD5B69BB047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3813185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BDB7-3FD3-472E-AD14-CC0513456045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3556788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E4D8-E698-4C12-9211-5A26689753E4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3888832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D90C4-091E-4FCD-AD9A-087308A16E08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5719"/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/>
              <a:t>‹#›</a:t>
            </a:fld>
            <a:endParaRPr spc="-38" dirty="0"/>
          </a:p>
        </p:txBody>
      </p:sp>
    </p:spTree>
    <p:extLst>
      <p:ext uri="{BB962C8B-B14F-4D97-AF65-F5344CB8AC3E}">
        <p14:creationId xmlns:p14="http://schemas.microsoft.com/office/powerpoint/2010/main" val="53785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55.jpe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3 Cloud Security Challenges In Cloud Computing">
            <a:extLst>
              <a:ext uri="{FF2B5EF4-FFF2-40B4-BE49-F238E27FC236}">
                <a16:creationId xmlns:a16="http://schemas.microsoft.com/office/drawing/2014/main" id="{10F86F41-FCEF-FED9-262C-1255ADD71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27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1162" y="872198"/>
            <a:ext cx="3486863" cy="233523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Security Challenges &amp; Solutions in Cloud Computing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D8743902-FDE5-C34B-B71A-98B55296DCD3}"/>
              </a:ext>
            </a:extLst>
          </p:cNvPr>
          <p:cNvSpPr txBox="1">
            <a:spLocks/>
          </p:cNvSpPr>
          <p:nvPr/>
        </p:nvSpPr>
        <p:spPr>
          <a:xfrm>
            <a:off x="261702" y="3207434"/>
            <a:ext cx="3065782" cy="42091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3600" kern="120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i="1" dirty="0">
                <a:solidFill>
                  <a:schemeClr val="bg1"/>
                </a:solidFill>
              </a:rPr>
              <a:t>Prof. Dr. Pardeep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109" name="Rectangle 310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17144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71352" y="262647"/>
            <a:ext cx="3485178" cy="1218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>
                <a:solidFill>
                  <a:schemeClr val="tx1"/>
                </a:solidFill>
              </a:rPr>
              <a:t>Introduction to Cloud Computing</a:t>
            </a:r>
          </a:p>
        </p:txBody>
      </p:sp>
      <p:pic>
        <p:nvPicPr>
          <p:cNvPr id="3074" name="Picture 2" descr="Premium Photo | Cloud computing technology concept transfer database to  cloud">
            <a:extLst>
              <a:ext uri="{FF2B5EF4-FFF2-40B4-BE49-F238E27FC236}">
                <a16:creationId xmlns:a16="http://schemas.microsoft.com/office/drawing/2014/main" id="{65B905AB-6404-8D01-4B0E-AD797E2B24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572000" y="10"/>
            <a:ext cx="4577118" cy="514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7661A5F6-1336-A998-BC48-53BC7945B8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0405965"/>
              </p:ext>
            </p:extLst>
          </p:nvPr>
        </p:nvGraphicFramePr>
        <p:xfrm>
          <a:off x="571351" y="2057400"/>
          <a:ext cx="3485179" cy="2709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66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653" name="Picture 27652" descr="Geometric white clouds on a blue sky">
            <a:extLst>
              <a:ext uri="{FF2B5EF4-FFF2-40B4-BE49-F238E27FC236}">
                <a16:creationId xmlns:a16="http://schemas.microsoft.com/office/drawing/2014/main" id="{FD3D91F6-7654-9F23-6C04-2A2BD5553B2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-1"/>
            <a:ext cx="4057627" cy="5143501"/>
          </a:xfrm>
          <a:prstGeom prst="rect">
            <a:avLst/>
          </a:prstGeom>
        </p:spPr>
      </p:pic>
      <p:sp useBgFill="1">
        <p:nvSpPr>
          <p:cNvPr id="27668" name="Rectangle 2766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0"/>
            <a:ext cx="5086352" cy="1714499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0" name="Title 1">
            <a:extLst>
              <a:ext uri="{FF2B5EF4-FFF2-40B4-BE49-F238E27FC236}">
                <a16:creationId xmlns:a16="http://schemas.microsoft.com/office/drawing/2014/main" id="{E02D2964-C15F-F6DB-4AE0-A7B970A8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304263"/>
            <a:ext cx="4098726" cy="1169476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If cloud computing is so great, why isn’t everyone doing it?</a:t>
            </a:r>
          </a:p>
        </p:txBody>
      </p:sp>
      <p:graphicFrame>
        <p:nvGraphicFramePr>
          <p:cNvPr id="27661" name="Content Placeholder 2">
            <a:extLst>
              <a:ext uri="{FF2B5EF4-FFF2-40B4-BE49-F238E27FC236}">
                <a16:creationId xmlns:a16="http://schemas.microsoft.com/office/drawing/2014/main" id="{719FB274-B65E-DAE8-B4D0-891B77B79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323920"/>
              </p:ext>
            </p:extLst>
          </p:nvPr>
        </p:nvGraphicFramePr>
        <p:xfrm>
          <a:off x="4586487" y="1859280"/>
          <a:ext cx="3935505" cy="2820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2550319"/>
          </a:xfrm>
          <a:prstGeom prst="flowChartDocument">
            <a:avLst/>
          </a:prstGeom>
          <a:solidFill>
            <a:srgbClr val="886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3755CC-9AE5-B1D6-5B92-B8769C8BB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8371"/>
            <a:ext cx="2130136" cy="17783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 Security Concerns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8CE4DC-D492-B5E6-F495-A24E138F7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9152" y="480060"/>
            <a:ext cx="5364246" cy="41841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E6E08-E432-EFEE-F001-9DA4A039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4767262"/>
            <a:ext cx="469082" cy="273844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800"/>
              <a:t>Page</a:t>
            </a:r>
            <a:r>
              <a:rPr lang="en-US" sz="800" spc="-15"/>
              <a:t> </a:t>
            </a:r>
            <a:fld id="{81D60167-4931-47E6-BA6A-407CBD079E47}" type="slidenum">
              <a:rPr lang="en-US" sz="800" spc="-38" smtClean="0"/>
              <a:pPr algn="l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800" spc="-38"/>
          </a:p>
        </p:txBody>
      </p:sp>
    </p:spTree>
    <p:extLst>
      <p:ext uri="{BB962C8B-B14F-4D97-AF65-F5344CB8AC3E}">
        <p14:creationId xmlns:p14="http://schemas.microsoft.com/office/powerpoint/2010/main" val="185017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BE8AE-00DC-9C9D-3F21-449CAF88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479394"/>
            <a:ext cx="2678858" cy="2680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alt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Companies are still afraid to use clouds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3306950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852D3666-3064-66BA-80A4-BFE263D750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490722" y="846402"/>
            <a:ext cx="5410962" cy="343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8395-2A68-8803-80B6-170D9032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0138E0-D814-32A5-7E11-1788D79891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417746"/>
            <a:ext cx="7886700" cy="850270"/>
          </a:xfrm>
        </p:spPr>
        <p:txBody>
          <a:bodyPr vert="horz" lIns="0" tIns="9525" rIns="0" bIns="0" rtlCol="0">
            <a:normAutofit/>
          </a:bodyPr>
          <a:lstStyle/>
          <a:p>
            <a:r>
              <a:rPr lang="en-US" sz="3900" dirty="0"/>
              <a:t>Cloud Security Background</a:t>
            </a:r>
          </a:p>
        </p:txBody>
      </p:sp>
      <p:graphicFrame>
        <p:nvGraphicFramePr>
          <p:cNvPr id="20" name="Content Placeholder 7">
            <a:extLst>
              <a:ext uri="{FF2B5EF4-FFF2-40B4-BE49-F238E27FC236}">
                <a16:creationId xmlns:a16="http://schemas.microsoft.com/office/drawing/2014/main" id="{95EA25E7-851A-B35C-3B78-A743C614D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561635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0671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487EB-0B6E-FBDA-F7A4-B46ADC920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2" name="Rectangle 21511">
            <a:extLst>
              <a:ext uri="{FF2B5EF4-FFF2-40B4-BE49-F238E27FC236}">
                <a16:creationId xmlns:a16="http://schemas.microsoft.com/office/drawing/2014/main" id="{1C516C17-A90F-3731-1D09-ADA9CF697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514" name="Rectangle 21513">
            <a:extLst>
              <a:ext uri="{FF2B5EF4-FFF2-40B4-BE49-F238E27FC236}">
                <a16:creationId xmlns:a16="http://schemas.microsoft.com/office/drawing/2014/main" id="{B2C1F75F-7564-0461-891A-AA6E24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16" name="Rectangle 21515">
            <a:extLst>
              <a:ext uri="{FF2B5EF4-FFF2-40B4-BE49-F238E27FC236}">
                <a16:creationId xmlns:a16="http://schemas.microsoft.com/office/drawing/2014/main" id="{6CF2BB12-0D73-34D0-8C7B-1D3B931E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18" name="Rectangle 21517">
            <a:extLst>
              <a:ext uri="{FF2B5EF4-FFF2-40B4-BE49-F238E27FC236}">
                <a16:creationId xmlns:a16="http://schemas.microsoft.com/office/drawing/2014/main" id="{D410087E-CBA3-BE6D-6527-5F64C782B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20" name="Rectangle 21519">
            <a:extLst>
              <a:ext uri="{FF2B5EF4-FFF2-40B4-BE49-F238E27FC236}">
                <a16:creationId xmlns:a16="http://schemas.microsoft.com/office/drawing/2014/main" id="{15255D10-0482-34A5-1C5C-F96BED09B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22" name="Freeform: Shape 21521">
            <a:extLst>
              <a:ext uri="{FF2B5EF4-FFF2-40B4-BE49-F238E27FC236}">
                <a16:creationId xmlns:a16="http://schemas.microsoft.com/office/drawing/2014/main" id="{D820344B-E976-1AD7-0DC9-9C889864C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24" name="Rectangle 21523">
            <a:extLst>
              <a:ext uri="{FF2B5EF4-FFF2-40B4-BE49-F238E27FC236}">
                <a16:creationId xmlns:a16="http://schemas.microsoft.com/office/drawing/2014/main" id="{581D9FA2-6F37-3EBD-18DA-44F36F56C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F61D3022-7C3F-EDCF-B61D-02118AD2F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rIns="26788"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Is cloud security better than yours?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94BA68E-C6E8-2028-4C9A-7015863E77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rIns="26788" anchor="ctr">
            <a:normAutofit/>
          </a:bodyPr>
          <a:lstStyle/>
          <a:p>
            <a:r>
              <a:rPr lang="en-US" altLang="en-US" sz="1500" dirty="0"/>
              <a:t>Cloud computing makes sense if your own security is weak, having missing features, or is below average.</a:t>
            </a:r>
          </a:p>
          <a:p>
            <a:r>
              <a:rPr lang="en-US" altLang="en-US" sz="1500" dirty="0"/>
              <a:t>Ultimately, if</a:t>
            </a:r>
          </a:p>
          <a:p>
            <a:pPr lvl="1"/>
            <a:r>
              <a:rPr lang="en-US" altLang="en-US" sz="1500" dirty="0"/>
              <a:t>the cloud provider’s security people are “better” than yours,</a:t>
            </a:r>
          </a:p>
          <a:p>
            <a:pPr lvl="1"/>
            <a:r>
              <a:rPr lang="en-US" altLang="en-US" sz="1500" dirty="0"/>
              <a:t>the web-services interfaces don’t introduce too many new vulnerabilities, and</a:t>
            </a:r>
          </a:p>
          <a:p>
            <a:pPr lvl="1"/>
            <a:r>
              <a:rPr lang="en-US" altLang="en-US" sz="1500" dirty="0"/>
              <a:t>the cloud provider aims at least as high as you do, at security goals, </a:t>
            </a:r>
          </a:p>
          <a:p>
            <a:r>
              <a:rPr lang="en-US" altLang="en-US" sz="1500" dirty="0"/>
              <a:t>then cloud computing has better security.</a:t>
            </a:r>
          </a:p>
        </p:txBody>
      </p:sp>
    </p:spTree>
    <p:extLst>
      <p:ext uri="{BB962C8B-B14F-4D97-AF65-F5344CB8AC3E}">
        <p14:creationId xmlns:p14="http://schemas.microsoft.com/office/powerpoint/2010/main" val="316570966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1BB33-227F-D233-CA77-7E3895F9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lowchart: Document 26">
            <a:extLst>
              <a:ext uri="{FF2B5EF4-FFF2-40B4-BE49-F238E27FC236}">
                <a16:creationId xmlns:a16="http://schemas.microsoft.com/office/drawing/2014/main" id="{6B6B12AE-948C-DC35-8412-C92057F8A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2550319"/>
          </a:xfrm>
          <a:prstGeom prst="flowChartDocument">
            <a:avLst/>
          </a:prstGeom>
          <a:solidFill>
            <a:srgbClr val="8A7A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5517DA-C340-5094-70F8-9E7DF90E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8371"/>
            <a:ext cx="2130136" cy="17783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Cloud Security Risks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BEE3476-FF02-696B-49D9-704A0FBCD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122" y="624591"/>
            <a:ext cx="4801855" cy="385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6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72298-6F0D-7040-1CAB-F269838C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Latest Statistics – 2024-25</a:t>
            </a: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28FA3-4483-ECDD-D74C-C7C69B989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454" y="443508"/>
            <a:ext cx="5599921" cy="4189214"/>
          </a:xfrm>
        </p:spPr>
        <p:txBody>
          <a:bodyPr anchor="ctr">
            <a:noAutofit/>
          </a:bodyPr>
          <a:lstStyle/>
          <a:p>
            <a:r>
              <a:rPr lang="en-US" sz="1300" dirty="0"/>
              <a:t>Cybercrime costs an organization about $13.0 million on average (Source: Accenture)</a:t>
            </a:r>
          </a:p>
          <a:p>
            <a:r>
              <a:rPr lang="en-US" sz="1300" dirty="0"/>
              <a:t>The average cost of a data breach rose to $4.88 million in 2024 (Source: IBM)</a:t>
            </a:r>
          </a:p>
          <a:p>
            <a:r>
              <a:rPr lang="en-US" sz="1300" dirty="0"/>
              <a:t>Ransomware accounts for 24% of all cyberattacks in 2025 (Source: Integrity360)</a:t>
            </a:r>
          </a:p>
          <a:p>
            <a:r>
              <a:rPr lang="en-US" sz="1300" dirty="0"/>
              <a:t>Data breaches exposed over 16.8 billion records in 2024 (Source: Flashpoint)</a:t>
            </a:r>
          </a:p>
          <a:p>
            <a:r>
              <a:rPr lang="en-US" sz="1300" dirty="0"/>
              <a:t>73% believe cloud technology has increased complexity (Source: Fujitsu)</a:t>
            </a:r>
          </a:p>
          <a:p>
            <a:r>
              <a:rPr lang="en-US" sz="1300" dirty="0"/>
              <a:t>IT downtime costs an average of $14,056 per minute in 2024 (Source: </a:t>
            </a:r>
            <a:r>
              <a:rPr lang="en-US" sz="1300" dirty="0" err="1"/>
              <a:t>BigPanda</a:t>
            </a:r>
            <a:r>
              <a:rPr lang="en-US" sz="1300" dirty="0"/>
              <a:t>)</a:t>
            </a:r>
          </a:p>
          <a:p>
            <a:r>
              <a:rPr lang="en-US" sz="1300" dirty="0"/>
              <a:t>It takes almost two hours to resolve server downtime (Source: Veeam)</a:t>
            </a:r>
          </a:p>
          <a:p>
            <a:r>
              <a:rPr lang="en-US" sz="1300" dirty="0"/>
              <a:t>An hour of downtime costs $60K to $100K (Source: Accenture)</a:t>
            </a:r>
          </a:p>
          <a:p>
            <a:r>
              <a:rPr lang="en-US" sz="1300" dirty="0"/>
              <a:t>Misconfiguration is responsible for 68% of issues (Source: Fortinet)</a:t>
            </a:r>
          </a:p>
          <a:p>
            <a:pPr lvl="1"/>
            <a:r>
              <a:rPr lang="en-US" sz="1300" dirty="0"/>
              <a:t>Misconfiguration (68%)</a:t>
            </a:r>
          </a:p>
          <a:p>
            <a:pPr lvl="1"/>
            <a:r>
              <a:rPr lang="en-US" sz="1300" dirty="0"/>
              <a:t>Unauthorized access (58%)</a:t>
            </a:r>
          </a:p>
          <a:p>
            <a:pPr lvl="1"/>
            <a:r>
              <a:rPr lang="en-US" sz="1300" dirty="0"/>
              <a:t>Insecure interfaces (52%)</a:t>
            </a:r>
          </a:p>
          <a:p>
            <a:pPr lvl="1"/>
            <a:r>
              <a:rPr lang="en-US" sz="1300" dirty="0"/>
              <a:t>Hijacking of accounts (50%)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04CC2-58E1-4B97-7E2D-4A2D102C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4767262"/>
            <a:ext cx="1359176" cy="273844"/>
          </a:xfrm>
        </p:spPr>
        <p:txBody>
          <a:bodyPr>
            <a:normAutofit/>
          </a:bodyPr>
          <a:lstStyle/>
          <a:p>
            <a:pPr marL="35719">
              <a:spcAft>
                <a:spcPts val="600"/>
              </a:spcAft>
            </a:pPr>
            <a:r>
              <a:rPr lang="en-US"/>
              <a:t>Page</a:t>
            </a:r>
            <a:r>
              <a:rPr lang="en-US" spc="-15"/>
              <a:t> </a:t>
            </a:r>
            <a:fld id="{81D60167-4931-47E6-BA6A-407CBD079E47}" type="slidenum">
              <a:rPr spc="-38" smtClean="0"/>
              <a:pPr marL="35719">
                <a:spcAft>
                  <a:spcPts val="600"/>
                </a:spcAft>
              </a:pPr>
              <a:t>9</a:t>
            </a:fld>
            <a:endParaRPr lang="en-US" spc="-38"/>
          </a:p>
        </p:txBody>
      </p:sp>
    </p:spTree>
    <p:extLst>
      <p:ext uri="{BB962C8B-B14F-4D97-AF65-F5344CB8AC3E}">
        <p14:creationId xmlns:p14="http://schemas.microsoft.com/office/powerpoint/2010/main" val="870391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01BC5-DBAD-D945-C1AD-2964F224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7AD67658-1C02-0778-39DB-ADAC381F0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3780F9A-BF0A-998F-28F9-27C6420B251B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 Challenges in Cloud Computing</a:t>
            </a: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E5E51FF2-D9DC-73FB-4746-7F41FAD3A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398984"/>
            <a:ext cx="7818120" cy="13716"/>
          </a:xfrm>
          <a:custGeom>
            <a:avLst/>
            <a:gdLst>
              <a:gd name="csX0" fmla="*/ 0 w 7818120"/>
              <a:gd name="csY0" fmla="*/ 0 h 13716"/>
              <a:gd name="csX1" fmla="*/ 416966 w 7818120"/>
              <a:gd name="csY1" fmla="*/ 0 h 13716"/>
              <a:gd name="csX2" fmla="*/ 1146658 w 7818120"/>
              <a:gd name="csY2" fmla="*/ 0 h 13716"/>
              <a:gd name="csX3" fmla="*/ 1563624 w 7818120"/>
              <a:gd name="csY3" fmla="*/ 0 h 13716"/>
              <a:gd name="csX4" fmla="*/ 2136953 w 7818120"/>
              <a:gd name="csY4" fmla="*/ 0 h 13716"/>
              <a:gd name="csX5" fmla="*/ 2944825 w 7818120"/>
              <a:gd name="csY5" fmla="*/ 0 h 13716"/>
              <a:gd name="csX6" fmla="*/ 3596335 w 7818120"/>
              <a:gd name="csY6" fmla="*/ 0 h 13716"/>
              <a:gd name="csX7" fmla="*/ 4326026 w 7818120"/>
              <a:gd name="csY7" fmla="*/ 0 h 13716"/>
              <a:gd name="csX8" fmla="*/ 4899355 w 7818120"/>
              <a:gd name="csY8" fmla="*/ 0 h 13716"/>
              <a:gd name="csX9" fmla="*/ 5550865 w 7818120"/>
              <a:gd name="csY9" fmla="*/ 0 h 13716"/>
              <a:gd name="csX10" fmla="*/ 6358738 w 7818120"/>
              <a:gd name="csY10" fmla="*/ 0 h 13716"/>
              <a:gd name="csX11" fmla="*/ 6853885 w 7818120"/>
              <a:gd name="csY11" fmla="*/ 0 h 13716"/>
              <a:gd name="csX12" fmla="*/ 7818120 w 7818120"/>
              <a:gd name="csY12" fmla="*/ 0 h 13716"/>
              <a:gd name="csX13" fmla="*/ 7818120 w 7818120"/>
              <a:gd name="csY13" fmla="*/ 13716 h 13716"/>
              <a:gd name="csX14" fmla="*/ 7244791 w 7818120"/>
              <a:gd name="csY14" fmla="*/ 13716 h 13716"/>
              <a:gd name="csX15" fmla="*/ 6827825 w 7818120"/>
              <a:gd name="csY15" fmla="*/ 13716 h 13716"/>
              <a:gd name="csX16" fmla="*/ 6176315 w 7818120"/>
              <a:gd name="csY16" fmla="*/ 13716 h 13716"/>
              <a:gd name="csX17" fmla="*/ 5681167 w 7818120"/>
              <a:gd name="csY17" fmla="*/ 13716 h 13716"/>
              <a:gd name="csX18" fmla="*/ 5029657 w 7818120"/>
              <a:gd name="csY18" fmla="*/ 13716 h 13716"/>
              <a:gd name="csX19" fmla="*/ 4378147 w 7818120"/>
              <a:gd name="csY19" fmla="*/ 13716 h 13716"/>
              <a:gd name="csX20" fmla="*/ 3726637 w 7818120"/>
              <a:gd name="csY20" fmla="*/ 13716 h 13716"/>
              <a:gd name="csX21" fmla="*/ 3075127 w 7818120"/>
              <a:gd name="csY21" fmla="*/ 13716 h 13716"/>
              <a:gd name="csX22" fmla="*/ 2501798 w 7818120"/>
              <a:gd name="csY22" fmla="*/ 13716 h 13716"/>
              <a:gd name="csX23" fmla="*/ 1772107 w 7818120"/>
              <a:gd name="csY23" fmla="*/ 13716 h 13716"/>
              <a:gd name="csX24" fmla="*/ 1120597 w 7818120"/>
              <a:gd name="csY24" fmla="*/ 13716 h 13716"/>
              <a:gd name="csX25" fmla="*/ 0 w 7818120"/>
              <a:gd name="csY25" fmla="*/ 13716 h 13716"/>
              <a:gd name="csX26" fmla="*/ 0 w 7818120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3716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8217" y="2784"/>
                  <a:pt x="7818136" y="9558"/>
                  <a:pt x="7818120" y="13716"/>
                </a:cubicBezTo>
                <a:cubicBezTo>
                  <a:pt x="7698847" y="-7839"/>
                  <a:pt x="7390924" y="18407"/>
                  <a:pt x="7244791" y="13716"/>
                </a:cubicBezTo>
                <a:cubicBezTo>
                  <a:pt x="7098658" y="9025"/>
                  <a:pt x="6952735" y="24785"/>
                  <a:pt x="6827825" y="13716"/>
                </a:cubicBezTo>
                <a:cubicBezTo>
                  <a:pt x="6702915" y="2647"/>
                  <a:pt x="6338661" y="29958"/>
                  <a:pt x="6176315" y="13716"/>
                </a:cubicBezTo>
                <a:cubicBezTo>
                  <a:pt x="6013969" y="-2526"/>
                  <a:pt x="5850602" y="1790"/>
                  <a:pt x="5681167" y="13716"/>
                </a:cubicBezTo>
                <a:cubicBezTo>
                  <a:pt x="5511732" y="25642"/>
                  <a:pt x="5312143" y="-4154"/>
                  <a:pt x="5029657" y="13716"/>
                </a:cubicBezTo>
                <a:cubicBezTo>
                  <a:pt x="4747171" y="31586"/>
                  <a:pt x="4655062" y="26168"/>
                  <a:pt x="4378147" y="13716"/>
                </a:cubicBezTo>
                <a:cubicBezTo>
                  <a:pt x="4101232" y="1265"/>
                  <a:pt x="4037646" y="40134"/>
                  <a:pt x="3726637" y="13716"/>
                </a:cubicBezTo>
                <a:cubicBezTo>
                  <a:pt x="3415628" y="-12702"/>
                  <a:pt x="3321756" y="40935"/>
                  <a:pt x="3075127" y="13716"/>
                </a:cubicBezTo>
                <a:cubicBezTo>
                  <a:pt x="2828498" y="-13503"/>
                  <a:pt x="2684733" y="10281"/>
                  <a:pt x="2501798" y="13716"/>
                </a:cubicBezTo>
                <a:cubicBezTo>
                  <a:pt x="2318863" y="17151"/>
                  <a:pt x="2121844" y="-17585"/>
                  <a:pt x="1772107" y="13716"/>
                </a:cubicBezTo>
                <a:cubicBezTo>
                  <a:pt x="1422370" y="45017"/>
                  <a:pt x="1431548" y="27094"/>
                  <a:pt x="1120597" y="13716"/>
                </a:cubicBezTo>
                <a:cubicBezTo>
                  <a:pt x="809646" y="339"/>
                  <a:pt x="246393" y="5166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7818120" h="13716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7446" y="5682"/>
                  <a:pt x="7817517" y="9439"/>
                  <a:pt x="7818120" y="13716"/>
                </a:cubicBezTo>
                <a:cubicBezTo>
                  <a:pt x="7610240" y="34"/>
                  <a:pt x="7521789" y="3149"/>
                  <a:pt x="7401154" y="13716"/>
                </a:cubicBezTo>
                <a:cubicBezTo>
                  <a:pt x="7280519" y="24283"/>
                  <a:pt x="6930719" y="-347"/>
                  <a:pt x="6593281" y="13716"/>
                </a:cubicBezTo>
                <a:cubicBezTo>
                  <a:pt x="6255843" y="27779"/>
                  <a:pt x="6286682" y="-3410"/>
                  <a:pt x="6098134" y="13716"/>
                </a:cubicBezTo>
                <a:cubicBezTo>
                  <a:pt x="5909586" y="30842"/>
                  <a:pt x="5602789" y="44024"/>
                  <a:pt x="5446624" y="13716"/>
                </a:cubicBezTo>
                <a:cubicBezTo>
                  <a:pt x="5290459" y="-16592"/>
                  <a:pt x="4917039" y="17388"/>
                  <a:pt x="4638751" y="13716"/>
                </a:cubicBezTo>
                <a:cubicBezTo>
                  <a:pt x="4360463" y="10044"/>
                  <a:pt x="4304690" y="878"/>
                  <a:pt x="3987241" y="13716"/>
                </a:cubicBezTo>
                <a:cubicBezTo>
                  <a:pt x="3669792" y="26555"/>
                  <a:pt x="3758742" y="27979"/>
                  <a:pt x="3570275" y="13716"/>
                </a:cubicBezTo>
                <a:cubicBezTo>
                  <a:pt x="3381808" y="-547"/>
                  <a:pt x="3267153" y="31628"/>
                  <a:pt x="3075127" y="13716"/>
                </a:cubicBezTo>
                <a:cubicBezTo>
                  <a:pt x="2883101" y="-4196"/>
                  <a:pt x="2665825" y="6401"/>
                  <a:pt x="2267255" y="13716"/>
                </a:cubicBezTo>
                <a:cubicBezTo>
                  <a:pt x="1868685" y="21031"/>
                  <a:pt x="1884698" y="23838"/>
                  <a:pt x="1615745" y="13716"/>
                </a:cubicBezTo>
                <a:cubicBezTo>
                  <a:pt x="1346792" y="3595"/>
                  <a:pt x="1320952" y="5858"/>
                  <a:pt x="1120597" y="13716"/>
                </a:cubicBezTo>
                <a:cubicBezTo>
                  <a:pt x="920242" y="21574"/>
                  <a:pt x="556507" y="46218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9929D2CE-A2F3-F1E4-37C5-AB0A7A3D2367}"/>
              </a:ext>
            </a:extLst>
          </p:cNvPr>
          <p:cNvGraphicFramePr/>
          <p:nvPr/>
        </p:nvGraphicFramePr>
        <p:xfrm>
          <a:off x="628650" y="1671065"/>
          <a:ext cx="7886700" cy="2961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205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3806D-D2C3-50D3-8FAA-F8DEE69C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CF607E15-3FD5-89BF-2041-AEAEBF2B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14F10E6-B9BB-217F-6041-26FEAA48F3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7270" y="10"/>
            <a:ext cx="4566728" cy="5143490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66CBC43-EE7A-FDEE-65EE-895BEDC12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51435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37E50B1-3794-0F29-0E6E-CAB20F4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1714496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C5BEC86-E5AF-48EC-F390-A7A3D5C82E3B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71350" y="246384"/>
            <a:ext cx="3583791" cy="12217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>
                <a:solidFill>
                  <a:schemeClr val="tx1"/>
                </a:solidFill>
              </a:rPr>
              <a:t>Data Breaches</a:t>
            </a:r>
          </a:p>
        </p:txBody>
      </p:sp>
      <p:graphicFrame>
        <p:nvGraphicFramePr>
          <p:cNvPr id="11" name="Text 0">
            <a:extLst>
              <a:ext uri="{FF2B5EF4-FFF2-40B4-BE49-F238E27FC236}">
                <a16:creationId xmlns:a16="http://schemas.microsoft.com/office/drawing/2014/main" id="{584B0F34-88B3-CF22-915C-49FEBA1535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0419617"/>
              </p:ext>
            </p:extLst>
          </p:nvPr>
        </p:nvGraphicFramePr>
        <p:xfrm>
          <a:off x="571350" y="2163696"/>
          <a:ext cx="3494817" cy="2530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71135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71252-21F4-83DB-1D66-2A13A703E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ACE4C9-BF36-BD48-34A8-BAFE3E5E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01D512-57B0-323E-D328-D66815DCF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BED6FF-046A-5D88-CF9B-85B2DF49E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C70CA3-8AB2-A4D7-DAEE-8409155E7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0A12C8F-92F7-1E7A-9FA9-C0BED026A1B3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1028697" y="261648"/>
            <a:ext cx="7533018" cy="658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Insecure APIs</a:t>
            </a:r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1121BE14-14FA-705A-2985-1E089BA48C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176943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3942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B14BC-198A-4386-E538-873AF717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AC3009-6D94-2FDB-A27D-B4BDE0E77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A0064-3EC5-52B7-F6FA-98B0CA6B9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76AABB-55A0-CEC7-6458-CC158A01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902702-406D-A740-DED5-CF185FD6B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F53496C-8871-2B88-2646-693D2B9A8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D505AE-8967-10DC-BB58-238B31CEF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29042A0-1B6F-8B2A-48E2-B558CB5E2DF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39858" y="1262817"/>
            <a:ext cx="2336449" cy="17972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Account Hijacking</a:t>
            </a:r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FBA1951D-61A8-4759-DA3F-30EECE5BD6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3993380"/>
              </p:ext>
            </p:extLst>
          </p:nvPr>
        </p:nvGraphicFramePr>
        <p:xfrm>
          <a:off x="3678789" y="562830"/>
          <a:ext cx="5000124" cy="409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5239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662A4-BFDC-B8AF-5E7C-52A44259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4BF00-4B86-6E77-E8B8-EB38AE6A2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36ABE0-4420-5D19-0C56-5BFA0BD43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9E83F2-A13A-A2A7-4982-18A849BB1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2308D6-E501-50C2-A7E7-BF794AE16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CFDD6E2-F14E-24FA-BF6B-E91AD33CE8F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1028697" y="261648"/>
            <a:ext cx="7533018" cy="658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Shared Technology Vulnerabilities</a:t>
            </a:r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B1E6033C-00ED-FE46-0EDB-47A4C81E3D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504058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3968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7BB69-C55B-CE42-0B47-08807C11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1E877B-C61C-211B-5F9C-55D947D1F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2B4CC9-2268-FE90-77CD-FB2586A7A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81FF4A-CB4D-70DB-D143-8D92B395E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418587-E4D8-601A-0BDD-8C90E03FE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453DDE0-0C36-EEF1-F9CC-759B69239E1D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1028697" y="261648"/>
            <a:ext cx="7533018" cy="658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Loss</a:t>
            </a:r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9D47B367-31F7-0DCF-98FD-ECF2833F48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6149618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82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E1C9A-BDEF-A3D9-BC67-207E1CF6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3C0D9C-C5F1-1CE0-216A-4C7646E3EE09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401417" y="853527"/>
            <a:ext cx="4083287" cy="10518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 dirty="0">
                <a:solidFill>
                  <a:schemeClr val="tx1"/>
                </a:solidFill>
              </a:rPr>
              <a:t>Insider Threats</a:t>
            </a:r>
          </a:p>
        </p:txBody>
      </p:sp>
      <p:pic>
        <p:nvPicPr>
          <p:cNvPr id="5" name="Picture 4" descr="Digital numbers art">
            <a:extLst>
              <a:ext uri="{FF2B5EF4-FFF2-40B4-BE49-F238E27FC236}">
                <a16:creationId xmlns:a16="http://schemas.microsoft.com/office/drawing/2014/main" id="{C4548CE3-9B18-81BE-4DE1-C20CD1B69C8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3863363" cy="51434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0BECC2-A96D-ED0C-3214-43BFDEADC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653359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0">
            <a:extLst>
              <a:ext uri="{FF2B5EF4-FFF2-40B4-BE49-F238E27FC236}">
                <a16:creationId xmlns:a16="http://schemas.microsoft.com/office/drawing/2014/main" id="{AD2BC1E4-5C91-987B-FF6D-082B422C919F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4401417" y="1913382"/>
            <a:ext cx="4083287" cy="2693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Security risks from within the organization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Malicious insiders, negligent employees, compromised accounts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 theft, sabotage, unauthorized access risks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Mitigation: Access controls, employee training, monitoring</a:t>
            </a:r>
          </a:p>
        </p:txBody>
      </p:sp>
    </p:spTree>
    <p:extLst>
      <p:ext uri="{BB962C8B-B14F-4D97-AF65-F5344CB8AC3E}">
        <p14:creationId xmlns:p14="http://schemas.microsoft.com/office/powerpoint/2010/main" val="2957211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49A71-E8DA-DF89-5A95-4175F288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4C490F90-8A0E-62DF-CC21-28F942C33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5CF8003-C9C9-CB00-6630-5511D06B801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71350" y="571500"/>
            <a:ext cx="4000647" cy="1281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>
                <a:solidFill>
                  <a:schemeClr val="tx1"/>
                </a:solidFill>
              </a:rPr>
              <a:t>Compliance and Legal Issues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84453C7-5571-AAB0-947F-A69B34955ED3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71350" y="1852683"/>
            <a:ext cx="4000647" cy="2827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Regulatory requirements</a:t>
            </a:r>
          </a:p>
          <a:p>
            <a:pPr marL="630238" lvl="1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GDPR (General Data Protection Regulation) </a:t>
            </a:r>
          </a:p>
          <a:p>
            <a:pPr marL="630238" lvl="1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HIPAA (Health Insurance Portability and Accountability Act) </a:t>
            </a:r>
          </a:p>
          <a:p>
            <a:pPr marL="630238" lvl="1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PCI DSS (Payment Card Industry Data Security Standard) 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Challenges: Data sovereignty, privacy laws, audit requirements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Risks: Legal penalties, reputation damage, loss of business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Solutions: Compliance frameworks, regular audits, data governance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4A1824F6-F405-D4C2-9EDB-03AFF4A938D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43347" y="-8164"/>
            <a:ext cx="4000653" cy="5151664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2320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052204-9223-0BBA-3421-C5BC252F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773" name="Rectangle 32772">
            <a:extLst>
              <a:ext uri="{FF2B5EF4-FFF2-40B4-BE49-F238E27FC236}">
                <a16:creationId xmlns:a16="http://schemas.microsoft.com/office/drawing/2014/main" id="{AA3CCB6E-D778-1B6D-7F19-321F0B6B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774" name="Freeform: Shape 32773">
            <a:extLst>
              <a:ext uri="{FF2B5EF4-FFF2-40B4-BE49-F238E27FC236}">
                <a16:creationId xmlns:a16="http://schemas.microsoft.com/office/drawing/2014/main" id="{F487B5DE-BF94-90C2-AEB3-F5AB44473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9A443875-E3A7-C92E-1DE5-D1170D5D3B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Lack of Trust in the Cloud</a:t>
            </a:r>
          </a:p>
        </p:txBody>
      </p:sp>
      <p:sp>
        <p:nvSpPr>
          <p:cNvPr id="32775" name="Arc 32774">
            <a:extLst>
              <a:ext uri="{FF2B5EF4-FFF2-40B4-BE49-F238E27FC236}">
                <a16:creationId xmlns:a16="http://schemas.microsoft.com/office/drawing/2014/main" id="{6F20BFF8-F0DC-EBD0-ED5C-62A4BDAE0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19130ECB-6844-C253-1D02-6143BB8228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r>
              <a:rPr lang="en-US" altLang="en-US" dirty="0"/>
              <a:t>Trusting a third party requires taking risks</a:t>
            </a:r>
          </a:p>
          <a:p>
            <a:endParaRPr lang="en-US" altLang="en-US" dirty="0"/>
          </a:p>
          <a:p>
            <a:r>
              <a:rPr lang="en-US" altLang="en-US" dirty="0"/>
              <a:t>Defining trust and risk</a:t>
            </a:r>
          </a:p>
          <a:p>
            <a:pPr lvl="1"/>
            <a:r>
              <a:rPr lang="en-US" altLang="en-US" dirty="0"/>
              <a:t>Opposite sides of the same coin (J. Camp)</a:t>
            </a:r>
          </a:p>
          <a:p>
            <a:pPr lvl="1"/>
            <a:r>
              <a:rPr lang="en-US" altLang="en-US" dirty="0"/>
              <a:t>People only trust when it pays (Economist’s view)</a:t>
            </a:r>
          </a:p>
          <a:p>
            <a:pPr lvl="1"/>
            <a:r>
              <a:rPr lang="en-US" altLang="en-US" dirty="0"/>
              <a:t>Need for trust arises only in risky situations </a:t>
            </a:r>
          </a:p>
          <a:p>
            <a:endParaRPr lang="en-US" altLang="en-US" dirty="0"/>
          </a:p>
          <a:p>
            <a:r>
              <a:rPr lang="en-US" altLang="en-US" dirty="0"/>
              <a:t>Hard to balance trust and risk</a:t>
            </a:r>
          </a:p>
        </p:txBody>
      </p:sp>
    </p:spTree>
    <p:extLst>
      <p:ext uri="{BB962C8B-B14F-4D97-AF65-F5344CB8AC3E}">
        <p14:creationId xmlns:p14="http://schemas.microsoft.com/office/powerpoint/2010/main" val="2382632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02EF5-0225-7E2E-2071-0CC000CB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854" name="Rectangle 3485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A48258E7-F49B-DD48-2506-33805564E2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417746"/>
            <a:ext cx="7886700" cy="850270"/>
          </a:xfrm>
        </p:spPr>
        <p:txBody>
          <a:bodyPr>
            <a:normAutofit/>
          </a:bodyPr>
          <a:lstStyle/>
          <a:p>
            <a:r>
              <a:rPr lang="en-US" sz="3900"/>
              <a:t>Multi-tenancy Issues</a:t>
            </a:r>
          </a:p>
        </p:txBody>
      </p:sp>
      <p:graphicFrame>
        <p:nvGraphicFramePr>
          <p:cNvPr id="34842" name="Rectangle 3">
            <a:extLst>
              <a:ext uri="{FF2B5EF4-FFF2-40B4-BE49-F238E27FC236}">
                <a16:creationId xmlns:a16="http://schemas.microsoft.com/office/drawing/2014/main" id="{578638AA-3E52-09A6-4339-7BC4D546E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384480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7703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9E4070-98FD-0FE3-6C86-F11198CF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475449"/>
            <a:ext cx="1971675" cy="1910443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Volume of Cloud Security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7024EF-8135-1EA4-192C-73543C16C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1341" y="1031296"/>
            <a:ext cx="5477171" cy="30809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9CA02-BF76-BB89-766F-01A5A688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5638" y="4767262"/>
            <a:ext cx="385761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">
                <a:solidFill>
                  <a:schemeClr val="tx1">
                    <a:alpha val="80000"/>
                  </a:schemeClr>
                </a:solidFill>
              </a:rPr>
              <a:t>Page</a:t>
            </a:r>
            <a:r>
              <a:rPr lang="en-US" sz="600" spc="-15">
                <a:solidFill>
                  <a:schemeClr val="tx1">
                    <a:alpha val="80000"/>
                  </a:schemeClr>
                </a:solidFill>
              </a:rPr>
              <a:t> </a:t>
            </a:r>
            <a:fld id="{81D60167-4931-47E6-BA6A-407CBD079E47}" type="slidenum">
              <a:rPr lang="en-US" sz="600" spc="-38">
                <a:solidFill>
                  <a:schemeClr val="tx1">
                    <a:alpha val="80000"/>
                  </a:schemeClr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en-US" sz="600" spc="-38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764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ECADC-FC86-309F-0AC4-60E064B8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0122" y="464010"/>
            <a:ext cx="1960404" cy="35959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500">
                <a:solidFill>
                  <a:srgbClr val="FFFFFF"/>
                </a:solidFill>
              </a:rPr>
              <a:t>Cyberthreats Barriers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0015" y="363474"/>
            <a:ext cx="6096762" cy="42931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of information about barriers&#10;&#10;Description automatically generated with medium confidence">
            <a:extLst>
              <a:ext uri="{FF2B5EF4-FFF2-40B4-BE49-F238E27FC236}">
                <a16:creationId xmlns:a16="http://schemas.microsoft.com/office/drawing/2014/main" id="{5B7B51B7-7D3A-46EB-EADE-D724466BDB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2188" y="706903"/>
            <a:ext cx="5372416" cy="3606249"/>
          </a:xfrm>
          <a:prstGeom prst="rect">
            <a:avLst/>
          </a:prstGeom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3A377-2915-5D8B-559F-93A61FB8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solidFill>
                  <a:srgbClr val="FFFFFF"/>
                </a:solidFill>
              </a:rPr>
              <a:t>Page</a:t>
            </a:r>
            <a:r>
              <a:rPr lang="en-US" sz="1200" spc="-15">
                <a:solidFill>
                  <a:srgbClr val="FFFFFF"/>
                </a:solidFill>
              </a:rPr>
              <a:t> </a:t>
            </a:r>
            <a:fld id="{81D60167-4931-47E6-BA6A-407CBD079E47}" type="slidenum">
              <a:rPr lang="en-US" sz="1200" spc="-38">
                <a:solidFill>
                  <a:srgbClr val="FFFFFF"/>
                </a:solidFill>
              </a:rPr>
              <a:pPr defTabSz="457200">
                <a:lnSpc>
                  <a:spcPct val="90000"/>
                </a:lnSpc>
                <a:spcAft>
                  <a:spcPts val="600"/>
                </a:spcAft>
              </a:pPr>
              <a:t>21</a:t>
            </a:fld>
            <a:endParaRPr lang="en-US" sz="1200" spc="-38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860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17229-5FA5-7D56-062C-5F1CBCAA1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482600"/>
            <a:ext cx="8408193" cy="5586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Cybersecurity Experts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CF3909-9A9C-F06B-98E5-2BEF3E129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" y="1258261"/>
            <a:ext cx="8178799" cy="32919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51447-2979-EF7A-6B2A-F078BCA6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Page</a:t>
            </a:r>
            <a:r>
              <a:rPr lang="en-US" sz="1200" spc="-15"/>
              <a:t> </a:t>
            </a:r>
            <a:fld id="{81D60167-4931-47E6-BA6A-407CBD079E47}" type="slidenum">
              <a:rPr lang="en-US" sz="1200" spc="-38" smtClean="0"/>
              <a:pPr>
                <a:lnSpc>
                  <a:spcPct val="90000"/>
                </a:lnSpc>
                <a:spcAft>
                  <a:spcPts val="600"/>
                </a:spcAft>
              </a:pPr>
              <a:t>22</a:t>
            </a:fld>
            <a:endParaRPr lang="en-US" sz="1200" spc="-38"/>
          </a:p>
        </p:txBody>
      </p:sp>
    </p:spTree>
    <p:extLst>
      <p:ext uri="{BB962C8B-B14F-4D97-AF65-F5344CB8AC3E}">
        <p14:creationId xmlns:p14="http://schemas.microsoft.com/office/powerpoint/2010/main" val="3741696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2550319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814FB1-D9A7-EF78-255F-A05B6F916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8371"/>
            <a:ext cx="2130136" cy="17783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Time to Security Issues</a:t>
            </a:r>
          </a:p>
        </p:txBody>
      </p:sp>
      <p:pic>
        <p:nvPicPr>
          <p:cNvPr id="6" name="Content Placeholder 5" descr="A pink and blue circle with a clock and numbers&#10;&#10;Description automatically generated">
            <a:extLst>
              <a:ext uri="{FF2B5EF4-FFF2-40B4-BE49-F238E27FC236}">
                <a16:creationId xmlns:a16="http://schemas.microsoft.com/office/drawing/2014/main" id="{692821A4-0442-93DE-664D-9FA41559E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5949" y="884478"/>
            <a:ext cx="5510653" cy="33752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E1D07-CD3A-BCA6-AA0F-7BBE9B17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4767262"/>
            <a:ext cx="469082" cy="273844"/>
          </a:xfrm>
          <a:noFill/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800"/>
              <a:t>Page</a:t>
            </a:r>
            <a:r>
              <a:rPr lang="en-US" sz="800" spc="-15"/>
              <a:t> </a:t>
            </a:r>
            <a:fld id="{81D60167-4931-47E6-BA6A-407CBD079E47}" type="slidenum">
              <a:rPr lang="en-US" sz="800" spc="-38" smtClean="0"/>
              <a:pPr algn="l">
                <a:lnSpc>
                  <a:spcPct val="90000"/>
                </a:lnSpc>
                <a:spcAft>
                  <a:spcPts val="600"/>
                </a:spcAft>
              </a:pPr>
              <a:t>23</a:t>
            </a:fld>
            <a:endParaRPr lang="en-US" sz="800" spc="-38"/>
          </a:p>
        </p:txBody>
      </p:sp>
    </p:spTree>
    <p:extLst>
      <p:ext uri="{BB962C8B-B14F-4D97-AF65-F5344CB8AC3E}">
        <p14:creationId xmlns:p14="http://schemas.microsoft.com/office/powerpoint/2010/main" val="3519387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28697" y="261648"/>
            <a:ext cx="7533018" cy="658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 Security Solutions</a:t>
            </a:r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CFA69D40-ADCB-B11D-D855-BDDA3BDEC4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599780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46BFD-2FB9-2866-AFD3-8E0C87BE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51D09A-B2C5-68D4-6030-2BDE16BA1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3FA3E9-95C2-A168-4AAE-7944D308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83D3B-3FE3-409D-22BC-7DF0EADB4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72B5AA-66C2-660F-F003-8C2072E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3B7E80-5E8C-1087-DF40-09F5C91B8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E8E0B-4FB5-1609-0777-30DE95B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Cloud Security Objectives in 2024-25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40A3DD72-B1E1-1D44-CA3C-FE384DF23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0584" y="350406"/>
            <a:ext cx="4991784" cy="44426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AB22A-0302-77CD-EC1B-2708D1F5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39" y="4841748"/>
            <a:ext cx="336042" cy="273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en-US" sz="600" b="0" i="0" u="none" strike="noStrike" kern="1200" cap="none" spc="-15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fld id="{81D60167-4931-47E6-BA6A-407CBD079E47}" type="slidenum">
              <a:rPr kumimoji="0" lang="en-US" sz="600" b="0" i="0" u="none" strike="noStrike" kern="1200" cap="none" spc="-38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600" b="0" i="0" u="none" strike="noStrike" kern="1200" cap="none" spc="-38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6815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746A2-4CA6-6A2F-96ED-4D9AB14F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2E73C1-7A89-E47E-C913-95783252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8F4A8F-09AA-A66D-D3FE-9F1BEB8EF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5F47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E201AB-9444-5D70-8122-232A1DF91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1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to Improve Cloud Security Posture?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B507B0-1488-224F-C925-B248BD9F0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7376" y="721359"/>
            <a:ext cx="3934297" cy="36982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6A98D-D3F1-42A7-E4A2-D1282D59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2692" y="4767262"/>
            <a:ext cx="420007" cy="273844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en-US" sz="700" b="0" i="0" u="none" strike="noStrike" kern="1200" cap="none" spc="-15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fld id="{81D60167-4931-47E6-BA6A-407CBD079E47}" type="slidenum">
              <a:rPr kumimoji="0" lang="en-US" sz="700" b="0" i="0" u="none" strike="noStrike" kern="1200" cap="none" spc="-38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700" b="0" i="0" u="none" strike="noStrike" kern="1200" cap="none" spc="-38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437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14575-5FDE-CD72-8366-853440A57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B83C009-1DCD-6DBB-B792-33BA12F55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01410-ECAE-41EE-BB11-0599471FF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482600"/>
            <a:ext cx="8408193" cy="5586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AI in Cloud Security</a:t>
            </a:r>
          </a:p>
        </p:txBody>
      </p:sp>
      <p:pic>
        <p:nvPicPr>
          <p:cNvPr id="6" name="Content Placeholder 5" descr="A pyramid of different colored triangles&#10;&#10;Description automatically generated with medium confidence">
            <a:extLst>
              <a:ext uri="{FF2B5EF4-FFF2-40B4-BE49-F238E27FC236}">
                <a16:creationId xmlns:a16="http://schemas.microsoft.com/office/drawing/2014/main" id="{BA710993-7FE4-6D2F-95BD-2149182FD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4892" y="1256420"/>
            <a:ext cx="5294215" cy="32956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F7558-02D2-5C02-D661-9B7F3BBA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en-US" sz="1200" b="0" i="0" u="none" strike="noStrike" kern="1200" cap="none" spc="-15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fld id="{81D60167-4931-47E6-BA6A-407CBD079E47}" type="slidenum">
              <a:rPr kumimoji="0" lang="en-US" sz="1200" b="0" i="0" u="none" strike="noStrike" kern="1200" cap="none" spc="-38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-38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0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9B0B6-9B31-33A0-7DFB-E7354C33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F6CD719E-118F-DA8F-1811-1568B46DC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FE013-9BA7-2615-E831-390D78FD2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475449"/>
            <a:ext cx="1971675" cy="1910443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Security Priorities</a:t>
            </a:r>
          </a:p>
        </p:txBody>
      </p:sp>
      <p:pic>
        <p:nvPicPr>
          <p:cNvPr id="6" name="Content Placeholder 5" descr="A graph of data on a white background&#10;&#10;Description automatically generated">
            <a:extLst>
              <a:ext uri="{FF2B5EF4-FFF2-40B4-BE49-F238E27FC236}">
                <a16:creationId xmlns:a16="http://schemas.microsoft.com/office/drawing/2014/main" id="{987EACBE-8846-8ABF-0E40-95B0DC4C19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2987" y="810013"/>
            <a:ext cx="5085525" cy="3521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80EF6-ECA3-331F-38E5-9C291737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5638" y="4767262"/>
            <a:ext cx="385761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en-US" sz="600" b="0" i="0" u="none" strike="noStrike" kern="1200" cap="none" spc="-15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fld id="{81D60167-4931-47E6-BA6A-407CBD079E47}" type="slidenum">
              <a:rPr kumimoji="0" lang="en-US" sz="600" b="0" i="0" u="none" strike="noStrike" kern="1200" cap="none" spc="-38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600" b="0" i="0" u="none" strike="noStrike" kern="1200" cap="none" spc="-38" normalizeH="0" baseline="0" noProof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4227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EBEEA-1268-9CB1-4D63-4DF74EA9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CCFCC5-B3FE-F877-9FD8-94FEE39E8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BBFB32-7338-0A5A-C37A-B2F6E1CB9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DC65A-7AF7-07AC-C4C4-33131311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1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Managing Cloud Infrastructure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0557C3-D50D-C393-C4B2-935691143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8950" y="946396"/>
            <a:ext cx="5391149" cy="32481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3D908-B2EF-E4E9-0398-AC094E20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2692" y="4767262"/>
            <a:ext cx="420007" cy="273844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en-US" sz="700" b="0" i="0" u="none" strike="noStrike" kern="1200" cap="none" spc="-15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fld id="{81D60167-4931-47E6-BA6A-407CBD079E47}" type="slidenum">
              <a:rPr kumimoji="0" lang="en-US" sz="700" b="0" i="0" u="none" strike="noStrike" kern="1200" cap="none" spc="-38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700" b="0" i="0" u="none" strike="noStrike" kern="1200" cap="none" spc="-38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9561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3B2F4-9597-D673-B060-088CC01F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Effective Technologies</a:t>
            </a:r>
          </a:p>
        </p:txBody>
      </p:sp>
      <p:pic>
        <p:nvPicPr>
          <p:cNvPr id="4" name="object 4"/>
          <p:cNvPicPr>
            <a:picLocks noGrp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821" y="1068717"/>
            <a:ext cx="5419311" cy="300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79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9674A-14DA-2CB6-2064-389ADBD0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186028"/>
            <a:ext cx="5297791" cy="86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 Confidence Booster</a:t>
            </a:r>
          </a:p>
        </p:txBody>
      </p:sp>
      <p:pic>
        <p:nvPicPr>
          <p:cNvPr id="4" name="object 4"/>
          <p:cNvPicPr>
            <a:picLocks noGrp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8607" y="1474719"/>
            <a:ext cx="6346783" cy="333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3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51435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102556" y="571500"/>
            <a:ext cx="3117384" cy="128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>
                <a:solidFill>
                  <a:schemeClr val="tx1"/>
                </a:solidFill>
              </a:rPr>
              <a:t>Encryption</a:t>
            </a:r>
          </a:p>
        </p:txBody>
      </p:sp>
      <p:pic>
        <p:nvPicPr>
          <p:cNvPr id="5" name="Picture 4" descr="Transparent padlock">
            <a:extLst>
              <a:ext uri="{FF2B5EF4-FFF2-40B4-BE49-F238E27FC236}">
                <a16:creationId xmlns:a16="http://schemas.microsoft.com/office/drawing/2014/main" id="{EAB2ED29-F142-E34D-DB76-D0BD6337BAE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-1"/>
            <a:ext cx="4041425" cy="5143501"/>
          </a:xfrm>
          <a:prstGeom prst="rect">
            <a:avLst/>
          </a:prstGeom>
        </p:spPr>
      </p:pic>
      <p:graphicFrame>
        <p:nvGraphicFramePr>
          <p:cNvPr id="13" name="Text 0">
            <a:extLst>
              <a:ext uri="{FF2B5EF4-FFF2-40B4-BE49-F238E27FC236}">
                <a16:creationId xmlns:a16="http://schemas.microsoft.com/office/drawing/2014/main" id="{68C54C3A-A092-8D42-E5A2-A7B5A4F31A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85608"/>
              </p:ext>
            </p:extLst>
          </p:nvPr>
        </p:nvGraphicFramePr>
        <p:xfrm>
          <a:off x="4419600" y="1852683"/>
          <a:ext cx="3800340" cy="2827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Access Management</a:t>
            </a:r>
            <a:endParaRPr lang="en-US" sz="2400" dirty="0"/>
          </a:p>
        </p:txBody>
      </p:sp>
      <p:graphicFrame>
        <p:nvGraphicFramePr>
          <p:cNvPr id="7" name="Text 0">
            <a:extLst>
              <a:ext uri="{FF2B5EF4-FFF2-40B4-BE49-F238E27FC236}">
                <a16:creationId xmlns:a16="http://schemas.microsoft.com/office/drawing/2014/main" id="{3795A03D-F6EA-756F-AF4A-A33CE85488EC}"/>
              </a:ext>
            </a:extLst>
          </p:cNvPr>
          <p:cNvGraphicFramePr/>
          <p:nvPr/>
        </p:nvGraphicFramePr>
        <p:xfrm>
          <a:off x="457200" y="914400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7D8B9282-1B8D-9EF5-12AB-6767BA44C7D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46"/>
          <a:stretch/>
        </p:blipFill>
        <p:spPr>
          <a:xfrm>
            <a:off x="20" y="-1"/>
            <a:ext cx="4057627" cy="5143501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0"/>
            <a:ext cx="5086352" cy="1714499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86487" y="304263"/>
            <a:ext cx="4098726" cy="116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>
                <a:solidFill>
                  <a:schemeClr val="tx1"/>
                </a:solidFill>
              </a:rPr>
              <a:t>Network Security</a:t>
            </a: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86487" y="2057400"/>
            <a:ext cx="3935505" cy="2622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Virtual Private Networks (VPNs)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Firewalls and Web Application Firewalls (WAF)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Intrusion Detection and Prevention Systems (IDS/IPS)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Microsegmentation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DDoS protection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28697" y="261648"/>
            <a:ext cx="7533018" cy="658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Loss Prevention (DLP)</a:t>
            </a:r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DCBEE851-34AE-EBAC-082C-4F0A40788B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654266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3DA152E5-C575-A068-A23C-4988D4CD784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"/>
          <a:stretch/>
        </p:blipFill>
        <p:spPr>
          <a:xfrm>
            <a:off x="20" y="-1"/>
            <a:ext cx="4057627" cy="5143501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0"/>
            <a:ext cx="5086352" cy="1714499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86487" y="304263"/>
            <a:ext cx="4098726" cy="116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2800">
                <a:solidFill>
                  <a:schemeClr val="tx1"/>
                </a:solidFill>
              </a:rPr>
              <a:t>Security Information and Event Management (SIEM)</a:t>
            </a: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86487" y="2057400"/>
            <a:ext cx="3935505" cy="2622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Purpose: Centralized logging and analysis of security events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Components: Log collection, correlation, alerting, dashboards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Benefits: Real-time threat detection, incident response, compliance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Challenges: Data volume, false positives, skilled personnel requirement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30936" y="192024"/>
            <a:ext cx="7879842" cy="7612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 Security Posture Management (CSPM)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225876"/>
            <a:ext cx="7838694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153632"/>
            <a:ext cx="1405092" cy="82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2BF3D469-2B24-C8E3-2B98-C339C0B856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9950419"/>
              </p:ext>
            </p:extLst>
          </p:nvPr>
        </p:nvGraphicFramePr>
        <p:xfrm>
          <a:off x="628650" y="1444699"/>
          <a:ext cx="7886700" cy="3268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28697" y="261648"/>
            <a:ext cx="7533018" cy="658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Best Practices for Cloud Security</a:t>
            </a:r>
          </a:p>
        </p:txBody>
      </p:sp>
      <p:graphicFrame>
        <p:nvGraphicFramePr>
          <p:cNvPr id="21" name="Text 0">
            <a:extLst>
              <a:ext uri="{FF2B5EF4-FFF2-40B4-BE49-F238E27FC236}">
                <a16:creationId xmlns:a16="http://schemas.microsoft.com/office/drawing/2014/main" id="{6765AB89-DF90-18D2-03E5-CA8AE88F4C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6100177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6131316" y="343463"/>
            <a:ext cx="2240924" cy="2240924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Emerging Trends in Cloud Security</a:t>
            </a:r>
          </a:p>
        </p:txBody>
      </p:sp>
      <p:graphicFrame>
        <p:nvGraphicFramePr>
          <p:cNvPr id="5" name="Text 0">
            <a:extLst>
              <a:ext uri="{FF2B5EF4-FFF2-40B4-BE49-F238E27FC236}">
                <a16:creationId xmlns:a16="http://schemas.microsoft.com/office/drawing/2014/main" id="{88BBFCE9-38FC-3EB4-1C68-81864E7A4F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5877397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59545" y="803100"/>
            <a:ext cx="2954766" cy="4187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ext 0">
            <a:extLst>
              <a:ext uri="{FF2B5EF4-FFF2-40B4-BE49-F238E27FC236}">
                <a16:creationId xmlns:a16="http://schemas.microsoft.com/office/drawing/2014/main" id="{A721C40A-58FD-38DF-D052-9AA22B2C83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204876"/>
              </p:ext>
            </p:extLst>
          </p:nvPr>
        </p:nvGraphicFramePr>
        <p:xfrm>
          <a:off x="3831401" y="803100"/>
          <a:ext cx="4683949" cy="419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80060" y="244026"/>
            <a:ext cx="3276451" cy="1467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l">
              <a:lnSpc>
                <a:spcPct val="90000"/>
              </a:lnSpc>
            </a:pPr>
            <a:r>
              <a:rPr lang="en-US" sz="4100">
                <a:solidFill>
                  <a:schemeClr val="tx1"/>
                </a:solidFill>
              </a:rPr>
              <a:t>Questions and Discussion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1940245"/>
            <a:ext cx="2606040" cy="13716"/>
          </a:xfrm>
          <a:custGeom>
            <a:avLst/>
            <a:gdLst>
              <a:gd name="csX0" fmla="*/ 0 w 2606040"/>
              <a:gd name="csY0" fmla="*/ 0 h 13716"/>
              <a:gd name="csX1" fmla="*/ 625450 w 2606040"/>
              <a:gd name="csY1" fmla="*/ 0 h 13716"/>
              <a:gd name="csX2" fmla="*/ 1224839 w 2606040"/>
              <a:gd name="csY2" fmla="*/ 0 h 13716"/>
              <a:gd name="csX3" fmla="*/ 1824228 w 2606040"/>
              <a:gd name="csY3" fmla="*/ 0 h 13716"/>
              <a:gd name="csX4" fmla="*/ 2606040 w 2606040"/>
              <a:gd name="csY4" fmla="*/ 0 h 13716"/>
              <a:gd name="csX5" fmla="*/ 2606040 w 2606040"/>
              <a:gd name="csY5" fmla="*/ 13716 h 13716"/>
              <a:gd name="csX6" fmla="*/ 1902409 w 2606040"/>
              <a:gd name="csY6" fmla="*/ 13716 h 13716"/>
              <a:gd name="csX7" fmla="*/ 1276960 w 2606040"/>
              <a:gd name="csY7" fmla="*/ 13716 h 13716"/>
              <a:gd name="csX8" fmla="*/ 677570 w 2606040"/>
              <a:gd name="csY8" fmla="*/ 13716 h 13716"/>
              <a:gd name="csX9" fmla="*/ 0 w 2606040"/>
              <a:gd name="csY9" fmla="*/ 13716 h 13716"/>
              <a:gd name="csX10" fmla="*/ 0 w 2606040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3716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690" y="5728"/>
                  <a:pt x="2605650" y="7624"/>
                  <a:pt x="2606040" y="13716"/>
                </a:cubicBezTo>
                <a:cubicBezTo>
                  <a:pt x="2256758" y="26838"/>
                  <a:pt x="2173673" y="-17450"/>
                  <a:pt x="1902409" y="13716"/>
                </a:cubicBezTo>
                <a:cubicBezTo>
                  <a:pt x="1631145" y="44882"/>
                  <a:pt x="1461378" y="894"/>
                  <a:pt x="1276960" y="13716"/>
                </a:cubicBezTo>
                <a:cubicBezTo>
                  <a:pt x="1092542" y="26538"/>
                  <a:pt x="890442" y="8641"/>
                  <a:pt x="677570" y="13716"/>
                </a:cubicBezTo>
                <a:cubicBezTo>
                  <a:pt x="464698" y="18792"/>
                  <a:pt x="187648" y="31265"/>
                  <a:pt x="0" y="13716"/>
                </a:cubicBezTo>
                <a:cubicBezTo>
                  <a:pt x="-302" y="10335"/>
                  <a:pt x="417" y="4724"/>
                  <a:pt x="0" y="0"/>
                </a:cubicBezTo>
                <a:close/>
              </a:path>
              <a:path w="2606040" h="13716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6569" y="5071"/>
                  <a:pt x="2606315" y="7437"/>
                  <a:pt x="2606040" y="13716"/>
                </a:cubicBezTo>
                <a:cubicBezTo>
                  <a:pt x="2393024" y="-2332"/>
                  <a:pt x="2191161" y="34687"/>
                  <a:pt x="1980590" y="13716"/>
                </a:cubicBezTo>
                <a:cubicBezTo>
                  <a:pt x="1770019" y="-7255"/>
                  <a:pt x="1476440" y="31542"/>
                  <a:pt x="1276960" y="13716"/>
                </a:cubicBezTo>
                <a:cubicBezTo>
                  <a:pt x="1077480" y="-4110"/>
                  <a:pt x="880988" y="37553"/>
                  <a:pt x="651510" y="13716"/>
                </a:cubicBezTo>
                <a:cubicBezTo>
                  <a:pt x="422032" y="-10121"/>
                  <a:pt x="130744" y="-6519"/>
                  <a:pt x="0" y="13716"/>
                </a:cubicBezTo>
                <a:cubicBezTo>
                  <a:pt x="198" y="8947"/>
                  <a:pt x="304" y="52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80060" y="2154674"/>
            <a:ext cx="3460569" cy="274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security challenges have you encountered in cloud computing?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do you balance security requirements with cloud benefits?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additional security measures does your organization implement?</a:t>
            </a:r>
          </a:p>
          <a:p>
            <a:pPr marL="342900" indent="-2286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Are there any specific areas of cloud security you'd like to explore further?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C78C2-65B7-B8AB-2F0C-028AEC2D4C2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10"/>
            <a:ext cx="4570857" cy="51434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0493B6-0794-4881-B548-EEADE414FE47}">
  <we:reference id="wa200006524" version="1.0.9.0" store="en-US" storeType="OMEX"/>
  <we:alternateReferences>
    <we:reference id="wa200006524" version="1.0.9.0" store="WA20000652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1478</Words>
  <Application>Microsoft Office PowerPoint</Application>
  <PresentationFormat>On-screen Show (16:9)</PresentationFormat>
  <Paragraphs>218</Paragraphs>
  <Slides>41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MS PGothic</vt:lpstr>
      <vt:lpstr>Aptos</vt:lpstr>
      <vt:lpstr>Arial</vt:lpstr>
      <vt:lpstr>Calibri</vt:lpstr>
      <vt:lpstr>Calibri Light</vt:lpstr>
      <vt:lpstr>Office Theme</vt:lpstr>
      <vt:lpstr>Office 2013 - 2022 Theme</vt:lpstr>
      <vt:lpstr>Security Challenges &amp; Solutions in Cloud Computing</vt:lpstr>
      <vt:lpstr>Introduction to Cloud Computing</vt:lpstr>
      <vt:lpstr>If cloud computing is so great, why isn’t everyone doing it?</vt:lpstr>
      <vt:lpstr>Cloud Security Concerns</vt:lpstr>
      <vt:lpstr>Companies are still afraid to use clouds</vt:lpstr>
      <vt:lpstr>Cloud Security Background</vt:lpstr>
      <vt:lpstr>Is cloud security better than yours?</vt:lpstr>
      <vt:lpstr>Top Cloud Security Risks</vt:lpstr>
      <vt:lpstr>Latest Statistics – 2024-25</vt:lpstr>
      <vt:lpstr>Security Challenges in Cloud Computing</vt:lpstr>
      <vt:lpstr>Data Breaches</vt:lpstr>
      <vt:lpstr>Insecure APIs</vt:lpstr>
      <vt:lpstr>Account Hijacking</vt:lpstr>
      <vt:lpstr>Shared Technology Vulnerabilities</vt:lpstr>
      <vt:lpstr>Data Loss</vt:lpstr>
      <vt:lpstr>Insider Threats</vt:lpstr>
      <vt:lpstr>Compliance and Legal Issues</vt:lpstr>
      <vt:lpstr>Lack of Trust in the Cloud</vt:lpstr>
      <vt:lpstr>Multi-tenancy Issues</vt:lpstr>
      <vt:lpstr>Volume of Cloud Security</vt:lpstr>
      <vt:lpstr>Cyberthreats Barriers</vt:lpstr>
      <vt:lpstr>Cybersecurity Experts</vt:lpstr>
      <vt:lpstr>Time to Security Issues</vt:lpstr>
      <vt:lpstr>Cloud Security Solutions</vt:lpstr>
      <vt:lpstr>Top Cloud Security Objectives in 2024-25</vt:lpstr>
      <vt:lpstr>How to Improve Cloud Security Posture?</vt:lpstr>
      <vt:lpstr>AI in Cloud Security</vt:lpstr>
      <vt:lpstr>Security Priorities</vt:lpstr>
      <vt:lpstr>Managing Cloud Infrastructure </vt:lpstr>
      <vt:lpstr>Effective Technologies</vt:lpstr>
      <vt:lpstr>Cloud Confidence Booster</vt:lpstr>
      <vt:lpstr>Encryption</vt:lpstr>
      <vt:lpstr>Access Management</vt:lpstr>
      <vt:lpstr>Network Security</vt:lpstr>
      <vt:lpstr>Data Loss Prevention (DLP)</vt:lpstr>
      <vt:lpstr>Security Information and Event Management (SIEM)</vt:lpstr>
      <vt:lpstr>Cloud Security Posture Management (CSPM)</vt:lpstr>
      <vt:lpstr>Best Practices for Cloud Security</vt:lpstr>
      <vt:lpstr>Emerging Trends in Cloud Security</vt:lpstr>
      <vt:lpstr>Conclusion</vt:lpstr>
      <vt:lpstr>Questions and Discussion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Challenges and Solutions in Cloud Computing</dc:title>
  <dc:subject>PptxGenJS Presentation</dc:subject>
  <dc:creator>PptxGenJS</dc:creator>
  <cp:lastModifiedBy>Pardeep Kumar</cp:lastModifiedBy>
  <cp:revision>30</cp:revision>
  <dcterms:created xsi:type="dcterms:W3CDTF">2024-12-09T17:46:43Z</dcterms:created>
  <dcterms:modified xsi:type="dcterms:W3CDTF">2026-01-04T19:06:50Z</dcterms:modified>
</cp:coreProperties>
</file>