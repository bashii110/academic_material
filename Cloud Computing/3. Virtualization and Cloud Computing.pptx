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xml" ContentType="application/vnd.openxmlformats-officedocument.presentationml.tags+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2.xml" ContentType="application/vnd.openxmlformats-officedocument.presentationml.tags+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ags/tag3.xml" ContentType="application/vnd.openxmlformats-officedocument.presentationml.tags+xml"/>
  <Override PartName="/ppt/notesSlides/notesSlide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tags/tag4.xml" ContentType="application/vnd.openxmlformats-officedocument.presentationml.tags+xml"/>
  <Override PartName="/ppt/notesSlides/notesSlide4.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4"/>
  </p:notesMasterIdLst>
  <p:sldIdLst>
    <p:sldId id="256" r:id="rId2"/>
    <p:sldId id="1460" r:id="rId3"/>
    <p:sldId id="790" r:id="rId4"/>
    <p:sldId id="1478" r:id="rId5"/>
    <p:sldId id="1501" r:id="rId6"/>
    <p:sldId id="1479" r:id="rId7"/>
    <p:sldId id="1480" r:id="rId8"/>
    <p:sldId id="1491" r:id="rId9"/>
    <p:sldId id="1461" r:id="rId10"/>
    <p:sldId id="792" r:id="rId11"/>
    <p:sldId id="1467" r:id="rId12"/>
    <p:sldId id="1457" r:id="rId13"/>
    <p:sldId id="1458" r:id="rId14"/>
    <p:sldId id="1459" r:id="rId15"/>
    <p:sldId id="260" r:id="rId16"/>
    <p:sldId id="881" r:id="rId17"/>
    <p:sldId id="1463" r:id="rId18"/>
    <p:sldId id="259" r:id="rId19"/>
    <p:sldId id="1464" r:id="rId20"/>
    <p:sldId id="1465" r:id="rId21"/>
    <p:sldId id="1466" r:id="rId22"/>
    <p:sldId id="795" r:id="rId23"/>
    <p:sldId id="1502" r:id="rId24"/>
    <p:sldId id="1462" r:id="rId25"/>
    <p:sldId id="1468" r:id="rId26"/>
    <p:sldId id="1470" r:id="rId27"/>
    <p:sldId id="1471" r:id="rId28"/>
    <p:sldId id="1490" r:id="rId29"/>
    <p:sldId id="1492" r:id="rId30"/>
    <p:sldId id="1493" r:id="rId31"/>
    <p:sldId id="1486" r:id="rId32"/>
    <p:sldId id="1472" r:id="rId33"/>
    <p:sldId id="1494" r:id="rId34"/>
    <p:sldId id="1473" r:id="rId35"/>
    <p:sldId id="1481" r:id="rId36"/>
    <p:sldId id="1485" r:id="rId37"/>
    <p:sldId id="1496" r:id="rId38"/>
    <p:sldId id="1495" r:id="rId39"/>
    <p:sldId id="1487" r:id="rId40"/>
    <p:sldId id="1482" r:id="rId41"/>
    <p:sldId id="1474" r:id="rId42"/>
    <p:sldId id="1475" r:id="rId43"/>
    <p:sldId id="1488" r:id="rId44"/>
    <p:sldId id="1476" r:id="rId45"/>
    <p:sldId id="1477" r:id="rId46"/>
    <p:sldId id="1497" r:id="rId47"/>
    <p:sldId id="1498" r:id="rId48"/>
    <p:sldId id="261" r:id="rId49"/>
    <p:sldId id="1483" r:id="rId50"/>
    <p:sldId id="1484" r:id="rId51"/>
    <p:sldId id="1499" r:id="rId52"/>
    <p:sldId id="1500" r:id="rId5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26" autoAdjust="0"/>
    <p:restoredTop sz="95033" autoAdjust="0"/>
  </p:normalViewPr>
  <p:slideViewPr>
    <p:cSldViewPr snapToGrid="0" snapToObjects="1">
      <p:cViewPr>
        <p:scale>
          <a:sx n="77" d="100"/>
          <a:sy n="77" d="100"/>
        </p:scale>
        <p:origin x="1608" y="6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ata2.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7.svg"/><Relationship Id="rId4" Type="http://schemas.openxmlformats.org/officeDocument/2006/relationships/image" Target="../media/image8.svg"/><Relationship Id="rId9" Type="http://schemas.openxmlformats.org/officeDocument/2006/relationships/image" Target="../media/image16.png"/></Relationships>
</file>

<file path=ppt/diagrams/_rels/data4.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16.png"/><Relationship Id="rId7" Type="http://schemas.openxmlformats.org/officeDocument/2006/relationships/image" Target="../media/image26.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5.svg"/><Relationship Id="rId5" Type="http://schemas.openxmlformats.org/officeDocument/2006/relationships/image" Target="../media/image24.png"/><Relationship Id="rId10" Type="http://schemas.openxmlformats.org/officeDocument/2006/relationships/image" Target="../media/image28.svg"/><Relationship Id="rId4" Type="http://schemas.openxmlformats.org/officeDocument/2006/relationships/image" Target="../media/image17.svg"/><Relationship Id="rId9" Type="http://schemas.openxmlformats.org/officeDocument/2006/relationships/image" Target="../media/image1.png"/></Relationships>
</file>

<file path=ppt/diagrams/_rels/data5.xml.rels><?xml version="1.0" encoding="UTF-8" standalone="yes"?>
<Relationships xmlns="http://schemas.openxmlformats.org/package/2006/relationships"><Relationship Id="rId8" Type="http://schemas.openxmlformats.org/officeDocument/2006/relationships/image" Target="../media/image36.svg"/><Relationship Id="rId13" Type="http://schemas.openxmlformats.org/officeDocument/2006/relationships/image" Target="../media/image41.png"/><Relationship Id="rId3" Type="http://schemas.openxmlformats.org/officeDocument/2006/relationships/image" Target="../media/image31.png"/><Relationship Id="rId7" Type="http://schemas.openxmlformats.org/officeDocument/2006/relationships/image" Target="../media/image35.png"/><Relationship Id="rId12" Type="http://schemas.openxmlformats.org/officeDocument/2006/relationships/image" Target="../media/image40.sv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svg"/><Relationship Id="rId4" Type="http://schemas.openxmlformats.org/officeDocument/2006/relationships/image" Target="../media/image32.svg"/><Relationship Id="rId9" Type="http://schemas.openxmlformats.org/officeDocument/2006/relationships/image" Target="../media/image37.png"/><Relationship Id="rId14" Type="http://schemas.openxmlformats.org/officeDocument/2006/relationships/image" Target="../media/image42.svg"/></Relationships>
</file>

<file path=ppt/diagrams/_rels/data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8.svg"/><Relationship Id="rId1" Type="http://schemas.openxmlformats.org/officeDocument/2006/relationships/image" Target="../media/image1.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8.svg"/></Relationships>
</file>

<file path=ppt/diagrams/_rels/data8.xml.rels><?xml version="1.0" encoding="UTF-8" standalone="yes"?>
<Relationships xmlns="http://schemas.openxmlformats.org/package/2006/relationships"><Relationship Id="rId8" Type="http://schemas.openxmlformats.org/officeDocument/2006/relationships/image" Target="../media/image57.sv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svg"/><Relationship Id="rId1" Type="http://schemas.openxmlformats.org/officeDocument/2006/relationships/image" Target="../media/image50.png"/><Relationship Id="rId6" Type="http://schemas.openxmlformats.org/officeDocument/2006/relationships/image" Target="../media/image55.svg"/><Relationship Id="rId5" Type="http://schemas.openxmlformats.org/officeDocument/2006/relationships/image" Target="../media/image54.png"/><Relationship Id="rId4" Type="http://schemas.openxmlformats.org/officeDocument/2006/relationships/image" Target="../media/image53.svg"/></Relationships>
</file>

<file path=ppt/diagrams/_rels/data9.xml.rels><?xml version="1.0" encoding="UTF-8" standalone="yes"?>
<Relationships xmlns="http://schemas.openxmlformats.org/package/2006/relationships"><Relationship Id="rId8" Type="http://schemas.openxmlformats.org/officeDocument/2006/relationships/image" Target="../media/image65.sv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image" Target="../media/image59.svg"/><Relationship Id="rId1" Type="http://schemas.openxmlformats.org/officeDocument/2006/relationships/image" Target="../media/image58.png"/><Relationship Id="rId6" Type="http://schemas.openxmlformats.org/officeDocument/2006/relationships/image" Target="../media/image63.svg"/><Relationship Id="rId5" Type="http://schemas.openxmlformats.org/officeDocument/2006/relationships/image" Target="../media/image62.png"/><Relationship Id="rId4" Type="http://schemas.openxmlformats.org/officeDocument/2006/relationships/image" Target="../media/image61.svg"/></Relationships>
</file>

<file path=ppt/diagrams/_rels/data1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svg"/><Relationship Id="rId1" Type="http://schemas.openxmlformats.org/officeDocument/2006/relationships/image" Target="../media/image66.png"/><Relationship Id="rId6" Type="http://schemas.openxmlformats.org/officeDocument/2006/relationships/image" Target="../media/image71.svg"/><Relationship Id="rId5" Type="http://schemas.openxmlformats.org/officeDocument/2006/relationships/image" Target="../media/image70.png"/><Relationship Id="rId4" Type="http://schemas.openxmlformats.org/officeDocument/2006/relationships/image" Target="../media/image69.svg"/></Relationships>
</file>

<file path=ppt/diagrams/_rels/data1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13.png"/><Relationship Id="rId7" Type="http://schemas.openxmlformats.org/officeDocument/2006/relationships/image" Target="../media/image7.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73.svg"/><Relationship Id="rId5" Type="http://schemas.openxmlformats.org/officeDocument/2006/relationships/image" Target="../media/image72.png"/><Relationship Id="rId4" Type="http://schemas.openxmlformats.org/officeDocument/2006/relationships/image" Target="../media/image14.svg"/></Relationships>
</file>

<file path=ppt/diagrams/_rels/data12.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74.png"/><Relationship Id="rId7" Type="http://schemas.openxmlformats.org/officeDocument/2006/relationships/image" Target="../media/image11.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77.svg"/><Relationship Id="rId5" Type="http://schemas.openxmlformats.org/officeDocument/2006/relationships/image" Target="../media/image76.png"/><Relationship Id="rId4" Type="http://schemas.openxmlformats.org/officeDocument/2006/relationships/image" Target="../media/image75.svg"/></Relationships>
</file>

<file path=ppt/diagrams/_rels/data1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svg"/><Relationship Id="rId1" Type="http://schemas.openxmlformats.org/officeDocument/2006/relationships/image" Target="../media/image78.png"/><Relationship Id="rId4" Type="http://schemas.openxmlformats.org/officeDocument/2006/relationships/image" Target="../media/image81.svg"/></Relationships>
</file>

<file path=ppt/diagrams/_rels/data15.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84.png"/><Relationship Id="rId7" Type="http://schemas.openxmlformats.org/officeDocument/2006/relationships/image" Target="../media/image35.png"/><Relationship Id="rId2" Type="http://schemas.openxmlformats.org/officeDocument/2006/relationships/image" Target="../media/image83.svg"/><Relationship Id="rId1" Type="http://schemas.openxmlformats.org/officeDocument/2006/relationships/image" Target="../media/image82.png"/><Relationship Id="rId6" Type="http://schemas.openxmlformats.org/officeDocument/2006/relationships/image" Target="../media/image87.svg"/><Relationship Id="rId5" Type="http://schemas.openxmlformats.org/officeDocument/2006/relationships/image" Target="../media/image86.png"/><Relationship Id="rId4" Type="http://schemas.openxmlformats.org/officeDocument/2006/relationships/image" Target="../media/image85.svg"/></Relationships>
</file>

<file path=ppt/diagrams/_rels/data16.xml.rels><?xml version="1.0" encoding="UTF-8" standalone="yes"?>
<Relationships xmlns="http://schemas.openxmlformats.org/package/2006/relationships"><Relationship Id="rId8" Type="http://schemas.openxmlformats.org/officeDocument/2006/relationships/image" Target="../media/image93.svg"/><Relationship Id="rId3" Type="http://schemas.openxmlformats.org/officeDocument/2006/relationships/image" Target="../media/image90.png"/><Relationship Id="rId7" Type="http://schemas.openxmlformats.org/officeDocument/2006/relationships/image" Target="../media/image92.png"/><Relationship Id="rId2" Type="http://schemas.openxmlformats.org/officeDocument/2006/relationships/image" Target="../media/image89.svg"/><Relationship Id="rId1" Type="http://schemas.openxmlformats.org/officeDocument/2006/relationships/image" Target="../media/image88.png"/><Relationship Id="rId6" Type="http://schemas.openxmlformats.org/officeDocument/2006/relationships/image" Target="../media/image69.svg"/><Relationship Id="rId5" Type="http://schemas.openxmlformats.org/officeDocument/2006/relationships/image" Target="../media/image68.png"/><Relationship Id="rId4" Type="http://schemas.openxmlformats.org/officeDocument/2006/relationships/image" Target="../media/image91.svg"/></Relationships>
</file>

<file path=ppt/diagrams/_rels/data17.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svg"/><Relationship Id="rId1" Type="http://schemas.openxmlformats.org/officeDocument/2006/relationships/image" Target="../media/image94.png"/><Relationship Id="rId6" Type="http://schemas.openxmlformats.org/officeDocument/2006/relationships/image" Target="../media/image89.svg"/><Relationship Id="rId5" Type="http://schemas.openxmlformats.org/officeDocument/2006/relationships/image" Target="../media/image88.png"/><Relationship Id="rId4" Type="http://schemas.openxmlformats.org/officeDocument/2006/relationships/image" Target="../media/image97.svg"/></Relationships>
</file>

<file path=ppt/diagrams/_rels/data18.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99.svg"/><Relationship Id="rId1" Type="http://schemas.openxmlformats.org/officeDocument/2006/relationships/image" Target="../media/image98.png"/><Relationship Id="rId6" Type="http://schemas.openxmlformats.org/officeDocument/2006/relationships/image" Target="../media/image69.svg"/><Relationship Id="rId5" Type="http://schemas.openxmlformats.org/officeDocument/2006/relationships/image" Target="../media/image68.png"/><Relationship Id="rId4" Type="http://schemas.openxmlformats.org/officeDocument/2006/relationships/image" Target="../media/image89.svg"/></Relationships>
</file>

<file path=ppt/diagrams/_rels/data19.xml.rels><?xml version="1.0" encoding="UTF-8" standalone="yes"?>
<Relationships xmlns="http://schemas.openxmlformats.org/package/2006/relationships"><Relationship Id="rId8" Type="http://schemas.openxmlformats.org/officeDocument/2006/relationships/image" Target="../media/image105.svg"/><Relationship Id="rId3" Type="http://schemas.openxmlformats.org/officeDocument/2006/relationships/image" Target="../media/image100.png"/><Relationship Id="rId7" Type="http://schemas.openxmlformats.org/officeDocument/2006/relationships/image" Target="../media/image104.png"/><Relationship Id="rId2" Type="http://schemas.openxmlformats.org/officeDocument/2006/relationships/image" Target="../media/image59.svg"/><Relationship Id="rId1" Type="http://schemas.openxmlformats.org/officeDocument/2006/relationships/image" Target="../media/image58.png"/><Relationship Id="rId6" Type="http://schemas.openxmlformats.org/officeDocument/2006/relationships/image" Target="../media/image103.svg"/><Relationship Id="rId5" Type="http://schemas.openxmlformats.org/officeDocument/2006/relationships/image" Target="../media/image102.png"/><Relationship Id="rId4" Type="http://schemas.openxmlformats.org/officeDocument/2006/relationships/image" Target="../media/image101.svg"/></Relationships>
</file>

<file path=ppt/diagrams/_rels/data21.xml.rels><?xml version="1.0" encoding="UTF-8" standalone="yes"?>
<Relationships xmlns="http://schemas.openxmlformats.org/package/2006/relationships"><Relationship Id="rId8" Type="http://schemas.openxmlformats.org/officeDocument/2006/relationships/image" Target="../media/image67.svg"/><Relationship Id="rId3" Type="http://schemas.openxmlformats.org/officeDocument/2006/relationships/image" Target="../media/image68.png"/><Relationship Id="rId7" Type="http://schemas.openxmlformats.org/officeDocument/2006/relationships/image" Target="../media/image66.png"/><Relationship Id="rId2" Type="http://schemas.openxmlformats.org/officeDocument/2006/relationships/image" Target="../media/image109.svg"/><Relationship Id="rId1" Type="http://schemas.openxmlformats.org/officeDocument/2006/relationships/image" Target="../media/image108.png"/><Relationship Id="rId6" Type="http://schemas.openxmlformats.org/officeDocument/2006/relationships/image" Target="../media/image79.svg"/><Relationship Id="rId5" Type="http://schemas.openxmlformats.org/officeDocument/2006/relationships/image" Target="../media/image78.png"/><Relationship Id="rId4" Type="http://schemas.openxmlformats.org/officeDocument/2006/relationships/image" Target="../media/image69.svg"/></Relationships>
</file>

<file path=ppt/diagrams/_rels/data22.xml.rels><?xml version="1.0" encoding="UTF-8" standalone="yes"?>
<Relationships xmlns="http://schemas.openxmlformats.org/package/2006/relationships"><Relationship Id="rId8" Type="http://schemas.openxmlformats.org/officeDocument/2006/relationships/image" Target="../media/image117.svg"/><Relationship Id="rId3" Type="http://schemas.openxmlformats.org/officeDocument/2006/relationships/image" Target="../media/image112.png"/><Relationship Id="rId7" Type="http://schemas.openxmlformats.org/officeDocument/2006/relationships/image" Target="../media/image116.png"/><Relationship Id="rId2" Type="http://schemas.openxmlformats.org/officeDocument/2006/relationships/image" Target="../media/image111.svg"/><Relationship Id="rId1" Type="http://schemas.openxmlformats.org/officeDocument/2006/relationships/image" Target="../media/image110.png"/><Relationship Id="rId6" Type="http://schemas.openxmlformats.org/officeDocument/2006/relationships/image" Target="../media/image115.svg"/><Relationship Id="rId5" Type="http://schemas.openxmlformats.org/officeDocument/2006/relationships/image" Target="../media/image114.png"/><Relationship Id="rId4" Type="http://schemas.openxmlformats.org/officeDocument/2006/relationships/image" Target="../media/image113.svg"/></Relationships>
</file>

<file path=ppt/diagrams/_rels/data2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119.svg"/><Relationship Id="rId1" Type="http://schemas.openxmlformats.org/officeDocument/2006/relationships/image" Target="../media/image118.png"/><Relationship Id="rId6" Type="http://schemas.openxmlformats.org/officeDocument/2006/relationships/image" Target="../media/image121.svg"/><Relationship Id="rId5" Type="http://schemas.openxmlformats.org/officeDocument/2006/relationships/image" Target="../media/image120.png"/><Relationship Id="rId4" Type="http://schemas.openxmlformats.org/officeDocument/2006/relationships/image" Target="../media/image67.svg"/></Relationships>
</file>

<file path=ppt/diagrams/_rels/data24.xml.rels><?xml version="1.0" encoding="UTF-8" standalone="yes"?>
<Relationships xmlns="http://schemas.openxmlformats.org/package/2006/relationships"><Relationship Id="rId8" Type="http://schemas.openxmlformats.org/officeDocument/2006/relationships/image" Target="../media/image127.svg"/><Relationship Id="rId3" Type="http://schemas.openxmlformats.org/officeDocument/2006/relationships/image" Target="../media/image124.png"/><Relationship Id="rId7" Type="http://schemas.openxmlformats.org/officeDocument/2006/relationships/image" Target="../media/image126.png"/><Relationship Id="rId2" Type="http://schemas.openxmlformats.org/officeDocument/2006/relationships/image" Target="../media/image123.svg"/><Relationship Id="rId1" Type="http://schemas.openxmlformats.org/officeDocument/2006/relationships/image" Target="../media/image122.png"/><Relationship Id="rId6" Type="http://schemas.openxmlformats.org/officeDocument/2006/relationships/image" Target="../media/image17.svg"/><Relationship Id="rId5" Type="http://schemas.openxmlformats.org/officeDocument/2006/relationships/image" Target="../media/image16.png"/><Relationship Id="rId10" Type="http://schemas.openxmlformats.org/officeDocument/2006/relationships/image" Target="../media/image129.svg"/><Relationship Id="rId4" Type="http://schemas.openxmlformats.org/officeDocument/2006/relationships/image" Target="../media/image125.svg"/><Relationship Id="rId9" Type="http://schemas.openxmlformats.org/officeDocument/2006/relationships/image" Target="../media/image128.pn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7.svg"/><Relationship Id="rId4" Type="http://schemas.openxmlformats.org/officeDocument/2006/relationships/image" Target="../media/image8.svg"/><Relationship Id="rId9" Type="http://schemas.openxmlformats.org/officeDocument/2006/relationships/image" Target="../media/image16.png"/></Relationships>
</file>

<file path=ppt/diagrams/_rels/drawing4.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16.png"/><Relationship Id="rId7" Type="http://schemas.openxmlformats.org/officeDocument/2006/relationships/image" Target="../media/image26.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5.svg"/><Relationship Id="rId5" Type="http://schemas.openxmlformats.org/officeDocument/2006/relationships/image" Target="../media/image24.png"/><Relationship Id="rId10" Type="http://schemas.openxmlformats.org/officeDocument/2006/relationships/image" Target="../media/image28.svg"/><Relationship Id="rId4" Type="http://schemas.openxmlformats.org/officeDocument/2006/relationships/image" Target="../media/image17.svg"/><Relationship Id="rId9" Type="http://schemas.openxmlformats.org/officeDocument/2006/relationships/image" Target="../media/image1.png"/></Relationships>
</file>

<file path=ppt/diagrams/_rels/drawing5.xml.rels><?xml version="1.0" encoding="UTF-8" standalone="yes"?>
<Relationships xmlns="http://schemas.openxmlformats.org/package/2006/relationships"><Relationship Id="rId8" Type="http://schemas.openxmlformats.org/officeDocument/2006/relationships/image" Target="../media/image36.svg"/><Relationship Id="rId13" Type="http://schemas.openxmlformats.org/officeDocument/2006/relationships/image" Target="../media/image41.png"/><Relationship Id="rId3" Type="http://schemas.openxmlformats.org/officeDocument/2006/relationships/image" Target="../media/image31.png"/><Relationship Id="rId7" Type="http://schemas.openxmlformats.org/officeDocument/2006/relationships/image" Target="../media/image35.png"/><Relationship Id="rId12" Type="http://schemas.openxmlformats.org/officeDocument/2006/relationships/image" Target="../media/image40.sv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svg"/><Relationship Id="rId4" Type="http://schemas.openxmlformats.org/officeDocument/2006/relationships/image" Target="../media/image32.svg"/><Relationship Id="rId9" Type="http://schemas.openxmlformats.org/officeDocument/2006/relationships/image" Target="../media/image37.png"/><Relationship Id="rId14" Type="http://schemas.openxmlformats.org/officeDocument/2006/relationships/image" Target="../media/image42.svg"/></Relationships>
</file>

<file path=ppt/diagrams/_rels/drawing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8.svg"/><Relationship Id="rId1" Type="http://schemas.openxmlformats.org/officeDocument/2006/relationships/image" Target="../media/image1.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8.svg"/></Relationships>
</file>

<file path=ppt/diagrams/_rels/drawing8.xml.rels><?xml version="1.0" encoding="UTF-8" standalone="yes"?>
<Relationships xmlns="http://schemas.openxmlformats.org/package/2006/relationships"><Relationship Id="rId8" Type="http://schemas.openxmlformats.org/officeDocument/2006/relationships/image" Target="../media/image57.sv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svg"/><Relationship Id="rId1" Type="http://schemas.openxmlformats.org/officeDocument/2006/relationships/image" Target="../media/image50.png"/><Relationship Id="rId6" Type="http://schemas.openxmlformats.org/officeDocument/2006/relationships/image" Target="../media/image55.svg"/><Relationship Id="rId5" Type="http://schemas.openxmlformats.org/officeDocument/2006/relationships/image" Target="../media/image54.png"/><Relationship Id="rId4" Type="http://schemas.openxmlformats.org/officeDocument/2006/relationships/image" Target="../media/image53.svg"/></Relationships>
</file>

<file path=ppt/diagrams/_rels/drawing9.xml.rels><?xml version="1.0" encoding="UTF-8" standalone="yes"?>
<Relationships xmlns="http://schemas.openxmlformats.org/package/2006/relationships"><Relationship Id="rId8" Type="http://schemas.openxmlformats.org/officeDocument/2006/relationships/image" Target="../media/image65.sv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image" Target="../media/image59.svg"/><Relationship Id="rId1" Type="http://schemas.openxmlformats.org/officeDocument/2006/relationships/image" Target="../media/image58.png"/><Relationship Id="rId6" Type="http://schemas.openxmlformats.org/officeDocument/2006/relationships/image" Target="../media/image63.svg"/><Relationship Id="rId5" Type="http://schemas.openxmlformats.org/officeDocument/2006/relationships/image" Target="../media/image62.png"/><Relationship Id="rId4" Type="http://schemas.openxmlformats.org/officeDocument/2006/relationships/image" Target="../media/image61.svg"/></Relationships>
</file>

<file path=ppt/diagrams/_rels/drawing1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svg"/><Relationship Id="rId1" Type="http://schemas.openxmlformats.org/officeDocument/2006/relationships/image" Target="../media/image66.png"/><Relationship Id="rId6" Type="http://schemas.openxmlformats.org/officeDocument/2006/relationships/image" Target="../media/image71.svg"/><Relationship Id="rId5" Type="http://schemas.openxmlformats.org/officeDocument/2006/relationships/image" Target="../media/image70.png"/><Relationship Id="rId4" Type="http://schemas.openxmlformats.org/officeDocument/2006/relationships/image" Target="../media/image69.svg"/></Relationships>
</file>

<file path=ppt/diagrams/_rels/drawing1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13.png"/><Relationship Id="rId7" Type="http://schemas.openxmlformats.org/officeDocument/2006/relationships/image" Target="../media/image7.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73.svg"/><Relationship Id="rId5" Type="http://schemas.openxmlformats.org/officeDocument/2006/relationships/image" Target="../media/image72.png"/><Relationship Id="rId4" Type="http://schemas.openxmlformats.org/officeDocument/2006/relationships/image" Target="../media/image14.svg"/></Relationships>
</file>

<file path=ppt/diagrams/_rels/drawing12.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74.png"/><Relationship Id="rId7" Type="http://schemas.openxmlformats.org/officeDocument/2006/relationships/image" Target="../media/image11.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77.svg"/><Relationship Id="rId5" Type="http://schemas.openxmlformats.org/officeDocument/2006/relationships/image" Target="../media/image76.png"/><Relationship Id="rId4" Type="http://schemas.openxmlformats.org/officeDocument/2006/relationships/image" Target="../media/image75.svg"/></Relationships>
</file>

<file path=ppt/diagrams/_rels/drawing1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svg"/><Relationship Id="rId1" Type="http://schemas.openxmlformats.org/officeDocument/2006/relationships/image" Target="../media/image78.png"/><Relationship Id="rId4" Type="http://schemas.openxmlformats.org/officeDocument/2006/relationships/image" Target="../media/image81.svg"/></Relationships>
</file>

<file path=ppt/diagrams/_rels/drawing15.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84.png"/><Relationship Id="rId7" Type="http://schemas.openxmlformats.org/officeDocument/2006/relationships/image" Target="../media/image35.png"/><Relationship Id="rId2" Type="http://schemas.openxmlformats.org/officeDocument/2006/relationships/image" Target="../media/image83.svg"/><Relationship Id="rId1" Type="http://schemas.openxmlformats.org/officeDocument/2006/relationships/image" Target="../media/image82.png"/><Relationship Id="rId6" Type="http://schemas.openxmlformats.org/officeDocument/2006/relationships/image" Target="../media/image87.svg"/><Relationship Id="rId5" Type="http://schemas.openxmlformats.org/officeDocument/2006/relationships/image" Target="../media/image86.png"/><Relationship Id="rId4" Type="http://schemas.openxmlformats.org/officeDocument/2006/relationships/image" Target="../media/image85.svg"/></Relationships>
</file>

<file path=ppt/diagrams/_rels/drawing16.xml.rels><?xml version="1.0" encoding="UTF-8" standalone="yes"?>
<Relationships xmlns="http://schemas.openxmlformats.org/package/2006/relationships"><Relationship Id="rId8" Type="http://schemas.openxmlformats.org/officeDocument/2006/relationships/image" Target="../media/image93.svg"/><Relationship Id="rId3" Type="http://schemas.openxmlformats.org/officeDocument/2006/relationships/image" Target="../media/image90.png"/><Relationship Id="rId7" Type="http://schemas.openxmlformats.org/officeDocument/2006/relationships/image" Target="../media/image92.png"/><Relationship Id="rId2" Type="http://schemas.openxmlformats.org/officeDocument/2006/relationships/image" Target="../media/image89.svg"/><Relationship Id="rId1" Type="http://schemas.openxmlformats.org/officeDocument/2006/relationships/image" Target="../media/image88.png"/><Relationship Id="rId6" Type="http://schemas.openxmlformats.org/officeDocument/2006/relationships/image" Target="../media/image69.svg"/><Relationship Id="rId5" Type="http://schemas.openxmlformats.org/officeDocument/2006/relationships/image" Target="../media/image68.png"/><Relationship Id="rId4" Type="http://schemas.openxmlformats.org/officeDocument/2006/relationships/image" Target="../media/image91.svg"/></Relationships>
</file>

<file path=ppt/diagrams/_rels/drawing17.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svg"/><Relationship Id="rId1" Type="http://schemas.openxmlformats.org/officeDocument/2006/relationships/image" Target="../media/image94.png"/><Relationship Id="rId6" Type="http://schemas.openxmlformats.org/officeDocument/2006/relationships/image" Target="../media/image89.svg"/><Relationship Id="rId5" Type="http://schemas.openxmlformats.org/officeDocument/2006/relationships/image" Target="../media/image88.png"/><Relationship Id="rId4" Type="http://schemas.openxmlformats.org/officeDocument/2006/relationships/image" Target="../media/image97.svg"/></Relationships>
</file>

<file path=ppt/diagrams/_rels/drawing18.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99.svg"/><Relationship Id="rId1" Type="http://schemas.openxmlformats.org/officeDocument/2006/relationships/image" Target="../media/image98.png"/><Relationship Id="rId6" Type="http://schemas.openxmlformats.org/officeDocument/2006/relationships/image" Target="../media/image69.svg"/><Relationship Id="rId5" Type="http://schemas.openxmlformats.org/officeDocument/2006/relationships/image" Target="../media/image68.png"/><Relationship Id="rId4" Type="http://schemas.openxmlformats.org/officeDocument/2006/relationships/image" Target="../media/image89.svg"/></Relationships>
</file>

<file path=ppt/diagrams/_rels/drawing19.xml.rels><?xml version="1.0" encoding="UTF-8" standalone="yes"?>
<Relationships xmlns="http://schemas.openxmlformats.org/package/2006/relationships"><Relationship Id="rId8" Type="http://schemas.openxmlformats.org/officeDocument/2006/relationships/image" Target="../media/image105.svg"/><Relationship Id="rId3" Type="http://schemas.openxmlformats.org/officeDocument/2006/relationships/image" Target="../media/image100.png"/><Relationship Id="rId7" Type="http://schemas.openxmlformats.org/officeDocument/2006/relationships/image" Target="../media/image104.png"/><Relationship Id="rId2" Type="http://schemas.openxmlformats.org/officeDocument/2006/relationships/image" Target="../media/image59.svg"/><Relationship Id="rId1" Type="http://schemas.openxmlformats.org/officeDocument/2006/relationships/image" Target="../media/image58.png"/><Relationship Id="rId6" Type="http://schemas.openxmlformats.org/officeDocument/2006/relationships/image" Target="../media/image103.svg"/><Relationship Id="rId5" Type="http://schemas.openxmlformats.org/officeDocument/2006/relationships/image" Target="../media/image102.png"/><Relationship Id="rId4" Type="http://schemas.openxmlformats.org/officeDocument/2006/relationships/image" Target="../media/image101.svg"/></Relationships>
</file>

<file path=ppt/diagrams/_rels/drawing21.xml.rels><?xml version="1.0" encoding="UTF-8" standalone="yes"?>
<Relationships xmlns="http://schemas.openxmlformats.org/package/2006/relationships"><Relationship Id="rId8" Type="http://schemas.openxmlformats.org/officeDocument/2006/relationships/image" Target="../media/image67.svg"/><Relationship Id="rId3" Type="http://schemas.openxmlformats.org/officeDocument/2006/relationships/image" Target="../media/image68.png"/><Relationship Id="rId7" Type="http://schemas.openxmlformats.org/officeDocument/2006/relationships/image" Target="../media/image66.png"/><Relationship Id="rId2" Type="http://schemas.openxmlformats.org/officeDocument/2006/relationships/image" Target="../media/image109.svg"/><Relationship Id="rId1" Type="http://schemas.openxmlformats.org/officeDocument/2006/relationships/image" Target="../media/image108.png"/><Relationship Id="rId6" Type="http://schemas.openxmlformats.org/officeDocument/2006/relationships/image" Target="../media/image79.svg"/><Relationship Id="rId5" Type="http://schemas.openxmlformats.org/officeDocument/2006/relationships/image" Target="../media/image78.png"/><Relationship Id="rId4" Type="http://schemas.openxmlformats.org/officeDocument/2006/relationships/image" Target="../media/image69.svg"/></Relationships>
</file>

<file path=ppt/diagrams/_rels/drawing22.xml.rels><?xml version="1.0" encoding="UTF-8" standalone="yes"?>
<Relationships xmlns="http://schemas.openxmlformats.org/package/2006/relationships"><Relationship Id="rId8" Type="http://schemas.openxmlformats.org/officeDocument/2006/relationships/image" Target="../media/image117.svg"/><Relationship Id="rId3" Type="http://schemas.openxmlformats.org/officeDocument/2006/relationships/image" Target="../media/image112.png"/><Relationship Id="rId7" Type="http://schemas.openxmlformats.org/officeDocument/2006/relationships/image" Target="../media/image116.png"/><Relationship Id="rId2" Type="http://schemas.openxmlformats.org/officeDocument/2006/relationships/image" Target="../media/image111.svg"/><Relationship Id="rId1" Type="http://schemas.openxmlformats.org/officeDocument/2006/relationships/image" Target="../media/image110.png"/><Relationship Id="rId6" Type="http://schemas.openxmlformats.org/officeDocument/2006/relationships/image" Target="../media/image115.svg"/><Relationship Id="rId5" Type="http://schemas.openxmlformats.org/officeDocument/2006/relationships/image" Target="../media/image114.png"/><Relationship Id="rId4" Type="http://schemas.openxmlformats.org/officeDocument/2006/relationships/image" Target="../media/image113.svg"/></Relationships>
</file>

<file path=ppt/diagrams/_rels/drawing2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119.svg"/><Relationship Id="rId1" Type="http://schemas.openxmlformats.org/officeDocument/2006/relationships/image" Target="../media/image118.png"/><Relationship Id="rId6" Type="http://schemas.openxmlformats.org/officeDocument/2006/relationships/image" Target="../media/image121.svg"/><Relationship Id="rId5" Type="http://schemas.openxmlformats.org/officeDocument/2006/relationships/image" Target="../media/image120.png"/><Relationship Id="rId4" Type="http://schemas.openxmlformats.org/officeDocument/2006/relationships/image" Target="../media/image67.svg"/></Relationships>
</file>

<file path=ppt/diagrams/_rels/drawing24.xml.rels><?xml version="1.0" encoding="UTF-8" standalone="yes"?>
<Relationships xmlns="http://schemas.openxmlformats.org/package/2006/relationships"><Relationship Id="rId8" Type="http://schemas.openxmlformats.org/officeDocument/2006/relationships/image" Target="../media/image127.svg"/><Relationship Id="rId3" Type="http://schemas.openxmlformats.org/officeDocument/2006/relationships/image" Target="../media/image124.png"/><Relationship Id="rId7" Type="http://schemas.openxmlformats.org/officeDocument/2006/relationships/image" Target="../media/image126.png"/><Relationship Id="rId2" Type="http://schemas.openxmlformats.org/officeDocument/2006/relationships/image" Target="../media/image123.svg"/><Relationship Id="rId1" Type="http://schemas.openxmlformats.org/officeDocument/2006/relationships/image" Target="../media/image122.png"/><Relationship Id="rId6" Type="http://schemas.openxmlformats.org/officeDocument/2006/relationships/image" Target="../media/image17.svg"/><Relationship Id="rId5" Type="http://schemas.openxmlformats.org/officeDocument/2006/relationships/image" Target="../media/image16.png"/><Relationship Id="rId10" Type="http://schemas.openxmlformats.org/officeDocument/2006/relationships/image" Target="../media/image129.svg"/><Relationship Id="rId4" Type="http://schemas.openxmlformats.org/officeDocument/2006/relationships/image" Target="../media/image125.svg"/><Relationship Id="rId9" Type="http://schemas.openxmlformats.org/officeDocument/2006/relationships/image" Target="../media/image128.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E9DE2AD-965F-4DF1-9C03-35AB2D56E283}"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AE18AC6C-E685-45E5-86E7-A28CE36C4DEC}">
      <dgm:prSet/>
      <dgm:spPr/>
      <dgm:t>
        <a:bodyPr/>
        <a:lstStyle/>
        <a:p>
          <a:pPr>
            <a:lnSpc>
              <a:spcPct val="100000"/>
            </a:lnSpc>
          </a:pPr>
          <a:r>
            <a:rPr lang="en-US" b="0" i="0"/>
            <a:t>A direct relationship between a physical system and OS.</a:t>
          </a:r>
          <a:endParaRPr lang="en-US"/>
        </a:p>
      </dgm:t>
    </dgm:pt>
    <dgm:pt modelId="{ED7BADA0-6139-4594-8D8A-1015AB5D1CC1}" type="parTrans" cxnId="{0462EA4A-9663-424C-9A05-6627714747A2}">
      <dgm:prSet/>
      <dgm:spPr/>
      <dgm:t>
        <a:bodyPr/>
        <a:lstStyle/>
        <a:p>
          <a:endParaRPr lang="en-US"/>
        </a:p>
      </dgm:t>
    </dgm:pt>
    <dgm:pt modelId="{7C56AAF8-0295-4E85-89BB-CE56D51DC578}" type="sibTrans" cxnId="{0462EA4A-9663-424C-9A05-6627714747A2}">
      <dgm:prSet/>
      <dgm:spPr/>
      <dgm:t>
        <a:bodyPr/>
        <a:lstStyle/>
        <a:p>
          <a:endParaRPr lang="en-US"/>
        </a:p>
      </dgm:t>
    </dgm:pt>
    <dgm:pt modelId="{F497F7E0-F76D-477F-B2BE-D60E39E7B7B1}">
      <dgm:prSet/>
      <dgm:spPr/>
      <dgm:t>
        <a:bodyPr/>
        <a:lstStyle/>
        <a:p>
          <a:pPr>
            <a:lnSpc>
              <a:spcPct val="100000"/>
            </a:lnSpc>
          </a:pPr>
          <a:r>
            <a:rPr lang="en-US" b="0" i="0"/>
            <a:t>One physical server is assigned for each type of server, such as web servers and email servers</a:t>
          </a:r>
          <a:endParaRPr lang="en-US"/>
        </a:p>
      </dgm:t>
    </dgm:pt>
    <dgm:pt modelId="{B95CFAB2-D945-4A6E-8F6B-434A154284AC}" type="parTrans" cxnId="{1E04952E-96FB-4BBA-9BA2-9208D392F64B}">
      <dgm:prSet/>
      <dgm:spPr/>
      <dgm:t>
        <a:bodyPr/>
        <a:lstStyle/>
        <a:p>
          <a:endParaRPr lang="en-US"/>
        </a:p>
      </dgm:t>
    </dgm:pt>
    <dgm:pt modelId="{3FACE0D4-52AF-42E1-A0BD-DE8259FD1FA8}" type="sibTrans" cxnId="{1E04952E-96FB-4BBA-9BA2-9208D392F64B}">
      <dgm:prSet/>
      <dgm:spPr/>
      <dgm:t>
        <a:bodyPr/>
        <a:lstStyle/>
        <a:p>
          <a:endParaRPr lang="en-US"/>
        </a:p>
      </dgm:t>
    </dgm:pt>
    <dgm:pt modelId="{B7293328-9390-4878-82F2-A19412F0DEAA}">
      <dgm:prSet/>
      <dgm:spPr/>
      <dgm:t>
        <a:bodyPr/>
        <a:lstStyle/>
        <a:p>
          <a:pPr>
            <a:lnSpc>
              <a:spcPct val="100000"/>
            </a:lnSpc>
          </a:pPr>
          <a:r>
            <a:rPr lang="en-US"/>
            <a:t>Equipped with large amounts of RAM, powerful CPUs, and multiple large storage devices.</a:t>
          </a:r>
        </a:p>
      </dgm:t>
    </dgm:pt>
    <dgm:pt modelId="{D5B77425-1220-4C01-96E0-57B22F29D774}" type="parTrans" cxnId="{5962354A-1C2B-41AC-94FF-CF65AA1CE912}">
      <dgm:prSet/>
      <dgm:spPr/>
      <dgm:t>
        <a:bodyPr/>
        <a:lstStyle/>
        <a:p>
          <a:endParaRPr lang="en-US"/>
        </a:p>
      </dgm:t>
    </dgm:pt>
    <dgm:pt modelId="{EC55D6A2-1B7B-4AED-9393-5D5FFBFD3DB5}" type="sibTrans" cxnId="{5962354A-1C2B-41AC-94FF-CF65AA1CE912}">
      <dgm:prSet/>
      <dgm:spPr/>
      <dgm:t>
        <a:bodyPr/>
        <a:lstStyle/>
        <a:p>
          <a:endParaRPr lang="en-US"/>
        </a:p>
      </dgm:t>
    </dgm:pt>
    <dgm:pt modelId="{2016BA94-210A-40E6-A606-213415D6F2D0}" type="pres">
      <dgm:prSet presAssocID="{BE9DE2AD-965F-4DF1-9C03-35AB2D56E283}" presName="root" presStyleCnt="0">
        <dgm:presLayoutVars>
          <dgm:dir/>
          <dgm:resizeHandles val="exact"/>
        </dgm:presLayoutVars>
      </dgm:prSet>
      <dgm:spPr/>
    </dgm:pt>
    <dgm:pt modelId="{841A4096-CE46-42AD-AE71-732F871E1F2E}" type="pres">
      <dgm:prSet presAssocID="{AE18AC6C-E685-45E5-86E7-A28CE36C4DEC}" presName="compNode" presStyleCnt="0"/>
      <dgm:spPr/>
    </dgm:pt>
    <dgm:pt modelId="{8F15F180-0F5D-4A46-8254-4019C5DE51CE}" type="pres">
      <dgm:prSet presAssocID="{AE18AC6C-E685-45E5-86E7-A28CE36C4DEC}" presName="bgRect" presStyleLbl="bgShp" presStyleIdx="0" presStyleCnt="3"/>
      <dgm:spPr/>
    </dgm:pt>
    <dgm:pt modelId="{3448EC2C-0FC1-4686-980F-E3A60010248C}" type="pres">
      <dgm:prSet presAssocID="{AE18AC6C-E685-45E5-86E7-A28CE36C4DE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Network Diagram"/>
        </a:ext>
      </dgm:extLst>
    </dgm:pt>
    <dgm:pt modelId="{12AB4893-85E0-451E-A774-FD88FFAD09B6}" type="pres">
      <dgm:prSet presAssocID="{AE18AC6C-E685-45E5-86E7-A28CE36C4DEC}" presName="spaceRect" presStyleCnt="0"/>
      <dgm:spPr/>
    </dgm:pt>
    <dgm:pt modelId="{779EC313-4944-4D7B-B32B-2F01B5E19D21}" type="pres">
      <dgm:prSet presAssocID="{AE18AC6C-E685-45E5-86E7-A28CE36C4DEC}" presName="parTx" presStyleLbl="revTx" presStyleIdx="0" presStyleCnt="3">
        <dgm:presLayoutVars>
          <dgm:chMax val="0"/>
          <dgm:chPref val="0"/>
        </dgm:presLayoutVars>
      </dgm:prSet>
      <dgm:spPr/>
    </dgm:pt>
    <dgm:pt modelId="{8FAAF2D5-7B10-4196-B868-E50F67F77F90}" type="pres">
      <dgm:prSet presAssocID="{7C56AAF8-0295-4E85-89BB-CE56D51DC578}" presName="sibTrans" presStyleCnt="0"/>
      <dgm:spPr/>
    </dgm:pt>
    <dgm:pt modelId="{74B0003F-A4A2-4459-931A-756EF1B42323}" type="pres">
      <dgm:prSet presAssocID="{F497F7E0-F76D-477F-B2BE-D60E39E7B7B1}" presName="compNode" presStyleCnt="0"/>
      <dgm:spPr/>
    </dgm:pt>
    <dgm:pt modelId="{6CE1CD4E-074F-4CC7-AC19-F3295C7BD3E7}" type="pres">
      <dgm:prSet presAssocID="{F497F7E0-F76D-477F-B2BE-D60E39E7B7B1}" presName="bgRect" presStyleLbl="bgShp" presStyleIdx="1" presStyleCnt="3"/>
      <dgm:spPr/>
    </dgm:pt>
    <dgm:pt modelId="{70A5A1F5-9E8C-4806-A1E7-AAF68DDB66FA}" type="pres">
      <dgm:prSet presAssocID="{F497F7E0-F76D-477F-B2BE-D60E39E7B7B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rogrammer"/>
        </a:ext>
      </dgm:extLst>
    </dgm:pt>
    <dgm:pt modelId="{4162B4F7-2C76-4017-8817-08D01391FFB4}" type="pres">
      <dgm:prSet presAssocID="{F497F7E0-F76D-477F-B2BE-D60E39E7B7B1}" presName="spaceRect" presStyleCnt="0"/>
      <dgm:spPr/>
    </dgm:pt>
    <dgm:pt modelId="{FBB0FBCF-9C98-41DE-8253-5AEDB13CE1CE}" type="pres">
      <dgm:prSet presAssocID="{F497F7E0-F76D-477F-B2BE-D60E39E7B7B1}" presName="parTx" presStyleLbl="revTx" presStyleIdx="1" presStyleCnt="3">
        <dgm:presLayoutVars>
          <dgm:chMax val="0"/>
          <dgm:chPref val="0"/>
        </dgm:presLayoutVars>
      </dgm:prSet>
      <dgm:spPr/>
    </dgm:pt>
    <dgm:pt modelId="{DBFCDD68-46BA-4ED9-AF32-E829BE0784FD}" type="pres">
      <dgm:prSet presAssocID="{3FACE0D4-52AF-42E1-A0BD-DE8259FD1FA8}" presName="sibTrans" presStyleCnt="0"/>
      <dgm:spPr/>
    </dgm:pt>
    <dgm:pt modelId="{C210872B-D220-4E8E-9296-9C0CD57E200D}" type="pres">
      <dgm:prSet presAssocID="{B7293328-9390-4878-82F2-A19412F0DEAA}" presName="compNode" presStyleCnt="0"/>
      <dgm:spPr/>
    </dgm:pt>
    <dgm:pt modelId="{3B787829-C366-48ED-9AAD-F19A1FFFBB33}" type="pres">
      <dgm:prSet presAssocID="{B7293328-9390-4878-82F2-A19412F0DEAA}" presName="bgRect" presStyleLbl="bgShp" presStyleIdx="2" presStyleCnt="3"/>
      <dgm:spPr/>
    </dgm:pt>
    <dgm:pt modelId="{93572962-BB9B-45A2-AC58-8E2911226289}" type="pres">
      <dgm:prSet presAssocID="{B7293328-9390-4878-82F2-A19412F0DEA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Processor"/>
        </a:ext>
      </dgm:extLst>
    </dgm:pt>
    <dgm:pt modelId="{2FDB7B0F-75A6-4F5A-BFEC-B4361963E7B4}" type="pres">
      <dgm:prSet presAssocID="{B7293328-9390-4878-82F2-A19412F0DEAA}" presName="spaceRect" presStyleCnt="0"/>
      <dgm:spPr/>
    </dgm:pt>
    <dgm:pt modelId="{4068BAFC-5ADB-470A-9E12-6C5C3B385952}" type="pres">
      <dgm:prSet presAssocID="{B7293328-9390-4878-82F2-A19412F0DEAA}" presName="parTx" presStyleLbl="revTx" presStyleIdx="2" presStyleCnt="3">
        <dgm:presLayoutVars>
          <dgm:chMax val="0"/>
          <dgm:chPref val="0"/>
        </dgm:presLayoutVars>
      </dgm:prSet>
      <dgm:spPr/>
    </dgm:pt>
  </dgm:ptLst>
  <dgm:cxnLst>
    <dgm:cxn modelId="{34EAF818-7780-4760-A7E3-4CA09F89B983}" type="presOf" srcId="{B7293328-9390-4878-82F2-A19412F0DEAA}" destId="{4068BAFC-5ADB-470A-9E12-6C5C3B385952}" srcOrd="0" destOrd="0" presId="urn:microsoft.com/office/officeart/2018/2/layout/IconVerticalSolidList"/>
    <dgm:cxn modelId="{1E04952E-96FB-4BBA-9BA2-9208D392F64B}" srcId="{BE9DE2AD-965F-4DF1-9C03-35AB2D56E283}" destId="{F497F7E0-F76D-477F-B2BE-D60E39E7B7B1}" srcOrd="1" destOrd="0" parTransId="{B95CFAB2-D945-4A6E-8F6B-434A154284AC}" sibTransId="{3FACE0D4-52AF-42E1-A0BD-DE8259FD1FA8}"/>
    <dgm:cxn modelId="{5962354A-1C2B-41AC-94FF-CF65AA1CE912}" srcId="{BE9DE2AD-965F-4DF1-9C03-35AB2D56E283}" destId="{B7293328-9390-4878-82F2-A19412F0DEAA}" srcOrd="2" destOrd="0" parTransId="{D5B77425-1220-4C01-96E0-57B22F29D774}" sibTransId="{EC55D6A2-1B7B-4AED-9393-5D5FFBFD3DB5}"/>
    <dgm:cxn modelId="{0462EA4A-9663-424C-9A05-6627714747A2}" srcId="{BE9DE2AD-965F-4DF1-9C03-35AB2D56E283}" destId="{AE18AC6C-E685-45E5-86E7-A28CE36C4DEC}" srcOrd="0" destOrd="0" parTransId="{ED7BADA0-6139-4594-8D8A-1015AB5D1CC1}" sibTransId="{7C56AAF8-0295-4E85-89BB-CE56D51DC578}"/>
    <dgm:cxn modelId="{4EBBA36E-D6C2-4CCD-AB40-12E53286B08B}" type="presOf" srcId="{BE9DE2AD-965F-4DF1-9C03-35AB2D56E283}" destId="{2016BA94-210A-40E6-A606-213415D6F2D0}" srcOrd="0" destOrd="0" presId="urn:microsoft.com/office/officeart/2018/2/layout/IconVerticalSolidList"/>
    <dgm:cxn modelId="{22424D53-DD49-4728-9E8A-67B23B4ADA7A}" type="presOf" srcId="{AE18AC6C-E685-45E5-86E7-A28CE36C4DEC}" destId="{779EC313-4944-4D7B-B32B-2F01B5E19D21}" srcOrd="0" destOrd="0" presId="urn:microsoft.com/office/officeart/2018/2/layout/IconVerticalSolidList"/>
    <dgm:cxn modelId="{649AF983-482D-4951-9C0E-ED1C697B6651}" type="presOf" srcId="{F497F7E0-F76D-477F-B2BE-D60E39E7B7B1}" destId="{FBB0FBCF-9C98-41DE-8253-5AEDB13CE1CE}" srcOrd="0" destOrd="0" presId="urn:microsoft.com/office/officeart/2018/2/layout/IconVerticalSolidList"/>
    <dgm:cxn modelId="{DBD585AB-A252-4D7B-9D66-8130F5E9E5ED}" type="presParOf" srcId="{2016BA94-210A-40E6-A606-213415D6F2D0}" destId="{841A4096-CE46-42AD-AE71-732F871E1F2E}" srcOrd="0" destOrd="0" presId="urn:microsoft.com/office/officeart/2018/2/layout/IconVerticalSolidList"/>
    <dgm:cxn modelId="{7BC05E7F-3F0B-4217-908E-A5F1EDAD9E1C}" type="presParOf" srcId="{841A4096-CE46-42AD-AE71-732F871E1F2E}" destId="{8F15F180-0F5D-4A46-8254-4019C5DE51CE}" srcOrd="0" destOrd="0" presId="urn:microsoft.com/office/officeart/2018/2/layout/IconVerticalSolidList"/>
    <dgm:cxn modelId="{BBD43A40-8C6F-44EE-B0C6-CEE54FFF9BCF}" type="presParOf" srcId="{841A4096-CE46-42AD-AE71-732F871E1F2E}" destId="{3448EC2C-0FC1-4686-980F-E3A60010248C}" srcOrd="1" destOrd="0" presId="urn:microsoft.com/office/officeart/2018/2/layout/IconVerticalSolidList"/>
    <dgm:cxn modelId="{D7BA5090-0196-4995-B800-A145FB16A51D}" type="presParOf" srcId="{841A4096-CE46-42AD-AE71-732F871E1F2E}" destId="{12AB4893-85E0-451E-A774-FD88FFAD09B6}" srcOrd="2" destOrd="0" presId="urn:microsoft.com/office/officeart/2018/2/layout/IconVerticalSolidList"/>
    <dgm:cxn modelId="{268E908B-3ADA-431D-AF8F-6CCAD293B628}" type="presParOf" srcId="{841A4096-CE46-42AD-AE71-732F871E1F2E}" destId="{779EC313-4944-4D7B-B32B-2F01B5E19D21}" srcOrd="3" destOrd="0" presId="urn:microsoft.com/office/officeart/2018/2/layout/IconVerticalSolidList"/>
    <dgm:cxn modelId="{54AFB854-65D6-4364-8002-E736DD4F578A}" type="presParOf" srcId="{2016BA94-210A-40E6-A606-213415D6F2D0}" destId="{8FAAF2D5-7B10-4196-B868-E50F67F77F90}" srcOrd="1" destOrd="0" presId="urn:microsoft.com/office/officeart/2018/2/layout/IconVerticalSolidList"/>
    <dgm:cxn modelId="{82E61C93-8936-458E-94A5-BDD2DE049E17}" type="presParOf" srcId="{2016BA94-210A-40E6-A606-213415D6F2D0}" destId="{74B0003F-A4A2-4459-931A-756EF1B42323}" srcOrd="2" destOrd="0" presId="urn:microsoft.com/office/officeart/2018/2/layout/IconVerticalSolidList"/>
    <dgm:cxn modelId="{3375FEFA-4412-4ADA-AFB5-B5AEAD2A3D39}" type="presParOf" srcId="{74B0003F-A4A2-4459-931A-756EF1B42323}" destId="{6CE1CD4E-074F-4CC7-AC19-F3295C7BD3E7}" srcOrd="0" destOrd="0" presId="urn:microsoft.com/office/officeart/2018/2/layout/IconVerticalSolidList"/>
    <dgm:cxn modelId="{1809B136-1971-4503-BF46-A1083761940F}" type="presParOf" srcId="{74B0003F-A4A2-4459-931A-756EF1B42323}" destId="{70A5A1F5-9E8C-4806-A1E7-AAF68DDB66FA}" srcOrd="1" destOrd="0" presId="urn:microsoft.com/office/officeart/2018/2/layout/IconVerticalSolidList"/>
    <dgm:cxn modelId="{1E445217-BA1F-4BB4-A3EF-7895FB0EDF34}" type="presParOf" srcId="{74B0003F-A4A2-4459-931A-756EF1B42323}" destId="{4162B4F7-2C76-4017-8817-08D01391FFB4}" srcOrd="2" destOrd="0" presId="urn:microsoft.com/office/officeart/2018/2/layout/IconVerticalSolidList"/>
    <dgm:cxn modelId="{59297461-424A-41B0-A570-5F1E2EE3301B}" type="presParOf" srcId="{74B0003F-A4A2-4459-931A-756EF1B42323}" destId="{FBB0FBCF-9C98-41DE-8253-5AEDB13CE1CE}" srcOrd="3" destOrd="0" presId="urn:microsoft.com/office/officeart/2018/2/layout/IconVerticalSolidList"/>
    <dgm:cxn modelId="{BD1C3C7A-C43B-49FB-B106-604D5F7D442C}" type="presParOf" srcId="{2016BA94-210A-40E6-A606-213415D6F2D0}" destId="{DBFCDD68-46BA-4ED9-AF32-E829BE0784FD}" srcOrd="3" destOrd="0" presId="urn:microsoft.com/office/officeart/2018/2/layout/IconVerticalSolidList"/>
    <dgm:cxn modelId="{FA6C9F95-6B2B-449F-9C06-36F73BC67980}" type="presParOf" srcId="{2016BA94-210A-40E6-A606-213415D6F2D0}" destId="{C210872B-D220-4E8E-9296-9C0CD57E200D}" srcOrd="4" destOrd="0" presId="urn:microsoft.com/office/officeart/2018/2/layout/IconVerticalSolidList"/>
    <dgm:cxn modelId="{6D971507-ECD3-4031-B7F4-6E0C900D249E}" type="presParOf" srcId="{C210872B-D220-4E8E-9296-9C0CD57E200D}" destId="{3B787829-C366-48ED-9AAD-F19A1FFFBB33}" srcOrd="0" destOrd="0" presId="urn:microsoft.com/office/officeart/2018/2/layout/IconVerticalSolidList"/>
    <dgm:cxn modelId="{345ABEA8-7B94-44B7-8AC8-AB8EE61F70F6}" type="presParOf" srcId="{C210872B-D220-4E8E-9296-9C0CD57E200D}" destId="{93572962-BB9B-45A2-AC58-8E2911226289}" srcOrd="1" destOrd="0" presId="urn:microsoft.com/office/officeart/2018/2/layout/IconVerticalSolidList"/>
    <dgm:cxn modelId="{D457BCBD-E34F-425D-988F-8E2410BEE92C}" type="presParOf" srcId="{C210872B-D220-4E8E-9296-9C0CD57E200D}" destId="{2FDB7B0F-75A6-4F5A-BFEC-B4361963E7B4}" srcOrd="2" destOrd="0" presId="urn:microsoft.com/office/officeart/2018/2/layout/IconVerticalSolidList"/>
    <dgm:cxn modelId="{595301EB-084E-4C94-A1F9-E46282D96C38}" type="presParOf" srcId="{C210872B-D220-4E8E-9296-9C0CD57E200D}" destId="{4068BAFC-5ADB-470A-9E12-6C5C3B38595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9F6FA63-1CED-4D41-B1D3-2E899D9848A6}"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028E6E88-510A-4336-AE51-D0603F980962}">
      <dgm:prSet custT="1"/>
      <dgm:spPr/>
      <dgm:t>
        <a:bodyPr/>
        <a:lstStyle/>
        <a:p>
          <a:pPr>
            <a:lnSpc>
              <a:spcPct val="100000"/>
            </a:lnSpc>
          </a:pPr>
          <a:r>
            <a:rPr lang="en-US" sz="2000" b="0" i="0"/>
            <a:t>A virtual machine breaks the direct relationship between hardware and the OS. </a:t>
          </a:r>
          <a:endParaRPr lang="en-US" sz="2000"/>
        </a:p>
      </dgm:t>
    </dgm:pt>
    <dgm:pt modelId="{1BB7C872-67CE-49FB-9998-EF6CF8D06411}" type="parTrans" cxnId="{648AEEC0-5A10-4DED-BC4C-EDA95096421B}">
      <dgm:prSet/>
      <dgm:spPr/>
      <dgm:t>
        <a:bodyPr/>
        <a:lstStyle/>
        <a:p>
          <a:endParaRPr lang="en-US" sz="2000"/>
        </a:p>
      </dgm:t>
    </dgm:pt>
    <dgm:pt modelId="{F851F39D-575C-4459-A9AB-226EDA0A7F25}" type="sibTrans" cxnId="{648AEEC0-5A10-4DED-BC4C-EDA95096421B}">
      <dgm:prSet/>
      <dgm:spPr/>
      <dgm:t>
        <a:bodyPr/>
        <a:lstStyle/>
        <a:p>
          <a:pPr>
            <a:lnSpc>
              <a:spcPct val="100000"/>
            </a:lnSpc>
          </a:pPr>
          <a:endParaRPr lang="en-US" sz="2000"/>
        </a:p>
      </dgm:t>
    </dgm:pt>
    <dgm:pt modelId="{E9D6C808-8C56-4247-923C-4F65AC5FD651}">
      <dgm:prSet custT="1"/>
      <dgm:spPr/>
      <dgm:t>
        <a:bodyPr/>
        <a:lstStyle/>
        <a:p>
          <a:pPr>
            <a:lnSpc>
              <a:spcPct val="100000"/>
            </a:lnSpc>
          </a:pPr>
          <a:r>
            <a:rPr lang="en-US" sz="2000"/>
            <a:t>M</a:t>
          </a:r>
          <a:r>
            <a:rPr lang="en-US" sz="2000" b="0" i="0"/>
            <a:t>ultiple OSs can be run on one physical machine.</a:t>
          </a:r>
          <a:endParaRPr lang="en-US" sz="2000"/>
        </a:p>
      </dgm:t>
    </dgm:pt>
    <dgm:pt modelId="{04A4D452-C800-4FA9-8249-6E6A96E9ACE9}" type="parTrans" cxnId="{8702281F-4E99-4782-A56F-B02EA4C3D281}">
      <dgm:prSet/>
      <dgm:spPr/>
      <dgm:t>
        <a:bodyPr/>
        <a:lstStyle/>
        <a:p>
          <a:endParaRPr lang="en-US" sz="2000"/>
        </a:p>
      </dgm:t>
    </dgm:pt>
    <dgm:pt modelId="{BCAABAA2-37D2-47F7-A480-67A266769A98}" type="sibTrans" cxnId="{8702281F-4E99-4782-A56F-B02EA4C3D281}">
      <dgm:prSet/>
      <dgm:spPr/>
      <dgm:t>
        <a:bodyPr/>
        <a:lstStyle/>
        <a:p>
          <a:pPr>
            <a:lnSpc>
              <a:spcPct val="100000"/>
            </a:lnSpc>
          </a:pPr>
          <a:endParaRPr lang="en-US" sz="2000"/>
        </a:p>
      </dgm:t>
    </dgm:pt>
    <dgm:pt modelId="{F0F87E88-4D66-4545-9D26-8105BA58D0E2}">
      <dgm:prSet custT="1"/>
      <dgm:spPr/>
      <dgm:t>
        <a:bodyPr/>
        <a:lstStyle/>
        <a:p>
          <a:pPr>
            <a:lnSpc>
              <a:spcPct val="100000"/>
            </a:lnSpc>
          </a:pPr>
          <a:r>
            <a:rPr lang="en-US" sz="2000"/>
            <a:t>Allows one computer to provide the appearance of many computers.</a:t>
          </a:r>
        </a:p>
      </dgm:t>
    </dgm:pt>
    <dgm:pt modelId="{477AE6A6-AAB1-47C4-904E-E2EFDBEE9B9E}" type="parTrans" cxnId="{AA5BB73B-CEDC-49BC-BD76-564F8AAE6628}">
      <dgm:prSet/>
      <dgm:spPr/>
      <dgm:t>
        <a:bodyPr/>
        <a:lstStyle/>
        <a:p>
          <a:endParaRPr lang="en-US" sz="2000"/>
        </a:p>
      </dgm:t>
    </dgm:pt>
    <dgm:pt modelId="{59F9E430-9FC9-4FD9-A2DA-6895EE28511F}" type="sibTrans" cxnId="{AA5BB73B-CEDC-49BC-BD76-564F8AAE6628}">
      <dgm:prSet/>
      <dgm:spPr/>
      <dgm:t>
        <a:bodyPr/>
        <a:lstStyle/>
        <a:p>
          <a:pPr>
            <a:lnSpc>
              <a:spcPct val="100000"/>
            </a:lnSpc>
          </a:pPr>
          <a:endParaRPr lang="en-US" sz="2000"/>
        </a:p>
      </dgm:t>
    </dgm:pt>
    <dgm:pt modelId="{61612840-BA89-4950-BA63-BDFD96BABAA5}">
      <dgm:prSet custT="1"/>
      <dgm:spPr/>
      <dgm:t>
        <a:bodyPr/>
        <a:lstStyle/>
        <a:p>
          <a:pPr>
            <a:lnSpc>
              <a:spcPct val="100000"/>
            </a:lnSpc>
          </a:pPr>
          <a:r>
            <a:rPr lang="en-US" sz="2000"/>
            <a:t>Enables a single computer to host multiple independent virtual machines (VMs).</a:t>
          </a:r>
        </a:p>
      </dgm:t>
    </dgm:pt>
    <dgm:pt modelId="{368919DF-636C-4501-A284-283F269921EE}" type="parTrans" cxnId="{1D2649BE-97DD-43A4-9956-979D4ECDFC95}">
      <dgm:prSet/>
      <dgm:spPr/>
      <dgm:t>
        <a:bodyPr/>
        <a:lstStyle/>
        <a:p>
          <a:endParaRPr lang="en-US" sz="2000"/>
        </a:p>
      </dgm:t>
    </dgm:pt>
    <dgm:pt modelId="{79EC9583-3224-4757-BBC9-0ED178A61F50}" type="sibTrans" cxnId="{1D2649BE-97DD-43A4-9956-979D4ECDFC95}">
      <dgm:prSet/>
      <dgm:spPr/>
      <dgm:t>
        <a:bodyPr/>
        <a:lstStyle/>
        <a:p>
          <a:pPr>
            <a:lnSpc>
              <a:spcPct val="100000"/>
            </a:lnSpc>
          </a:pPr>
          <a:endParaRPr lang="en-US" sz="2000"/>
        </a:p>
      </dgm:t>
    </dgm:pt>
    <dgm:pt modelId="{FBBA0BA3-79CC-4E55-AF44-9CF73241AA8B}">
      <dgm:prSet custT="1"/>
      <dgm:spPr/>
      <dgm:t>
        <a:bodyPr/>
        <a:lstStyle/>
        <a:p>
          <a:pPr>
            <a:lnSpc>
              <a:spcPct val="100000"/>
            </a:lnSpc>
          </a:pPr>
          <a:r>
            <a:rPr lang="en-US" sz="2000" dirty="0"/>
            <a:t>Virtualization software separates the actual physical hardware from the VM instances. </a:t>
          </a:r>
        </a:p>
      </dgm:t>
    </dgm:pt>
    <dgm:pt modelId="{763AB0F7-1BE5-4732-9556-55F70F0ADB8D}" type="parTrans" cxnId="{4558FE20-38BB-4E03-8387-804174AE6023}">
      <dgm:prSet/>
      <dgm:spPr/>
      <dgm:t>
        <a:bodyPr/>
        <a:lstStyle/>
        <a:p>
          <a:endParaRPr lang="en-US" sz="2000"/>
        </a:p>
      </dgm:t>
    </dgm:pt>
    <dgm:pt modelId="{9EDEE651-9740-47ED-88FC-8C57B3E24782}" type="sibTrans" cxnId="{4558FE20-38BB-4E03-8387-804174AE6023}">
      <dgm:prSet/>
      <dgm:spPr/>
      <dgm:t>
        <a:bodyPr/>
        <a:lstStyle/>
        <a:p>
          <a:endParaRPr lang="en-US" sz="2000"/>
        </a:p>
      </dgm:t>
    </dgm:pt>
    <dgm:pt modelId="{422B3ADD-E69E-4187-9AAB-D1D69CC17AB6}" type="pres">
      <dgm:prSet presAssocID="{89F6FA63-1CED-4D41-B1D3-2E899D9848A6}" presName="root" presStyleCnt="0">
        <dgm:presLayoutVars>
          <dgm:dir/>
          <dgm:resizeHandles val="exact"/>
        </dgm:presLayoutVars>
      </dgm:prSet>
      <dgm:spPr/>
    </dgm:pt>
    <dgm:pt modelId="{C9B25FDF-E486-499B-905E-6AE283C190C0}" type="pres">
      <dgm:prSet presAssocID="{89F6FA63-1CED-4D41-B1D3-2E899D9848A6}" presName="container" presStyleCnt="0">
        <dgm:presLayoutVars>
          <dgm:dir/>
          <dgm:resizeHandles val="exact"/>
        </dgm:presLayoutVars>
      </dgm:prSet>
      <dgm:spPr/>
    </dgm:pt>
    <dgm:pt modelId="{6EAFEAC2-465A-49F5-A9DB-7D7B450806B9}" type="pres">
      <dgm:prSet presAssocID="{028E6E88-510A-4336-AE51-D0603F980962}" presName="compNode" presStyleCnt="0"/>
      <dgm:spPr/>
    </dgm:pt>
    <dgm:pt modelId="{AF72A710-F60A-4706-A2CB-22B61695A6C3}" type="pres">
      <dgm:prSet presAssocID="{028E6E88-510A-4336-AE51-D0603F980962}" presName="iconBgRect" presStyleLbl="bgShp" presStyleIdx="0" presStyleCnt="5"/>
      <dgm:spPr/>
    </dgm:pt>
    <dgm:pt modelId="{BD2A7294-0071-4F87-B71E-8A303D9796E7}" type="pres">
      <dgm:prSet presAssocID="{028E6E88-510A-4336-AE51-D0603F980962}"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isconnected"/>
        </a:ext>
      </dgm:extLst>
    </dgm:pt>
    <dgm:pt modelId="{FA16FC58-3756-48C1-86D3-39BB4F28D49E}" type="pres">
      <dgm:prSet presAssocID="{028E6E88-510A-4336-AE51-D0603F980962}" presName="spaceRect" presStyleCnt="0"/>
      <dgm:spPr/>
    </dgm:pt>
    <dgm:pt modelId="{49FF753B-2F86-416A-BB92-FD5DD1C08D5B}" type="pres">
      <dgm:prSet presAssocID="{028E6E88-510A-4336-AE51-D0603F980962}" presName="textRect" presStyleLbl="revTx" presStyleIdx="0" presStyleCnt="5">
        <dgm:presLayoutVars>
          <dgm:chMax val="1"/>
          <dgm:chPref val="1"/>
        </dgm:presLayoutVars>
      </dgm:prSet>
      <dgm:spPr/>
    </dgm:pt>
    <dgm:pt modelId="{F631B28C-93E5-425D-B799-C96B2CFB46C2}" type="pres">
      <dgm:prSet presAssocID="{F851F39D-575C-4459-A9AB-226EDA0A7F25}" presName="sibTrans" presStyleLbl="sibTrans2D1" presStyleIdx="0" presStyleCnt="0"/>
      <dgm:spPr/>
    </dgm:pt>
    <dgm:pt modelId="{4D110984-4F48-4518-A4EF-8FB1BEA48682}" type="pres">
      <dgm:prSet presAssocID="{E9D6C808-8C56-4247-923C-4F65AC5FD651}" presName="compNode" presStyleCnt="0"/>
      <dgm:spPr/>
    </dgm:pt>
    <dgm:pt modelId="{CF24B156-C662-4CA4-BE11-561C7252593E}" type="pres">
      <dgm:prSet presAssocID="{E9D6C808-8C56-4247-923C-4F65AC5FD651}" presName="iconBgRect" presStyleLbl="bgShp" presStyleIdx="1" presStyleCnt="5"/>
      <dgm:spPr/>
    </dgm:pt>
    <dgm:pt modelId="{ED025758-82D2-41B5-A7D3-8C711E2E3EA3}" type="pres">
      <dgm:prSet presAssocID="{E9D6C808-8C56-4247-923C-4F65AC5FD651}"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rocessor"/>
        </a:ext>
      </dgm:extLst>
    </dgm:pt>
    <dgm:pt modelId="{8378855A-DE0E-4ADC-801F-7464FC3E9097}" type="pres">
      <dgm:prSet presAssocID="{E9D6C808-8C56-4247-923C-4F65AC5FD651}" presName="spaceRect" presStyleCnt="0"/>
      <dgm:spPr/>
    </dgm:pt>
    <dgm:pt modelId="{01C9B836-50DD-4FAC-8776-B193C29CB063}" type="pres">
      <dgm:prSet presAssocID="{E9D6C808-8C56-4247-923C-4F65AC5FD651}" presName="textRect" presStyleLbl="revTx" presStyleIdx="1" presStyleCnt="5">
        <dgm:presLayoutVars>
          <dgm:chMax val="1"/>
          <dgm:chPref val="1"/>
        </dgm:presLayoutVars>
      </dgm:prSet>
      <dgm:spPr/>
    </dgm:pt>
    <dgm:pt modelId="{04B04301-6351-49A1-8D3D-9096B82DF027}" type="pres">
      <dgm:prSet presAssocID="{BCAABAA2-37D2-47F7-A480-67A266769A98}" presName="sibTrans" presStyleLbl="sibTrans2D1" presStyleIdx="0" presStyleCnt="0"/>
      <dgm:spPr/>
    </dgm:pt>
    <dgm:pt modelId="{BB1E1167-CA9F-4736-8FAF-97814F059BDE}" type="pres">
      <dgm:prSet presAssocID="{F0F87E88-4D66-4545-9D26-8105BA58D0E2}" presName="compNode" presStyleCnt="0"/>
      <dgm:spPr/>
    </dgm:pt>
    <dgm:pt modelId="{9DF096F3-3C9E-4FB8-8F80-70F42D95F298}" type="pres">
      <dgm:prSet presAssocID="{F0F87E88-4D66-4545-9D26-8105BA58D0E2}" presName="iconBgRect" presStyleLbl="bgShp" presStyleIdx="2" presStyleCnt="5"/>
      <dgm:spPr/>
    </dgm:pt>
    <dgm:pt modelId="{C9C4CD69-FFD0-4EAA-8566-EE43EDA4B86B}" type="pres">
      <dgm:prSet presAssocID="{F0F87E88-4D66-4545-9D26-8105BA58D0E2}"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Programmer"/>
        </a:ext>
      </dgm:extLst>
    </dgm:pt>
    <dgm:pt modelId="{047C6998-54A6-4D7C-B60A-42EB1F7962DF}" type="pres">
      <dgm:prSet presAssocID="{F0F87E88-4D66-4545-9D26-8105BA58D0E2}" presName="spaceRect" presStyleCnt="0"/>
      <dgm:spPr/>
    </dgm:pt>
    <dgm:pt modelId="{D15CB5FC-6201-4268-A4B8-82290C371B18}" type="pres">
      <dgm:prSet presAssocID="{F0F87E88-4D66-4545-9D26-8105BA58D0E2}" presName="textRect" presStyleLbl="revTx" presStyleIdx="2" presStyleCnt="5">
        <dgm:presLayoutVars>
          <dgm:chMax val="1"/>
          <dgm:chPref val="1"/>
        </dgm:presLayoutVars>
      </dgm:prSet>
      <dgm:spPr/>
    </dgm:pt>
    <dgm:pt modelId="{931220EA-046A-40E9-ABEB-339C209A79CB}" type="pres">
      <dgm:prSet presAssocID="{59F9E430-9FC9-4FD9-A2DA-6895EE28511F}" presName="sibTrans" presStyleLbl="sibTrans2D1" presStyleIdx="0" presStyleCnt="0"/>
      <dgm:spPr/>
    </dgm:pt>
    <dgm:pt modelId="{5DFC7F2C-A53E-4CC6-A548-B34F40C13828}" type="pres">
      <dgm:prSet presAssocID="{61612840-BA89-4950-BA63-BDFD96BABAA5}" presName="compNode" presStyleCnt="0"/>
      <dgm:spPr/>
    </dgm:pt>
    <dgm:pt modelId="{4A0D8549-EAB7-487E-9709-0498BFCB0378}" type="pres">
      <dgm:prSet presAssocID="{61612840-BA89-4950-BA63-BDFD96BABAA5}" presName="iconBgRect" presStyleLbl="bgShp" presStyleIdx="3" presStyleCnt="5"/>
      <dgm:spPr/>
    </dgm:pt>
    <dgm:pt modelId="{C9E57D25-E63E-4FA0-A669-BD720358B9BD}" type="pres">
      <dgm:prSet presAssocID="{61612840-BA89-4950-BA63-BDFD96BABAA5}"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Server"/>
        </a:ext>
      </dgm:extLst>
    </dgm:pt>
    <dgm:pt modelId="{211A3429-B283-43A2-A8B4-83E5B36913E2}" type="pres">
      <dgm:prSet presAssocID="{61612840-BA89-4950-BA63-BDFD96BABAA5}" presName="spaceRect" presStyleCnt="0"/>
      <dgm:spPr/>
    </dgm:pt>
    <dgm:pt modelId="{7CA47737-83DB-4157-A196-41CB29A807FA}" type="pres">
      <dgm:prSet presAssocID="{61612840-BA89-4950-BA63-BDFD96BABAA5}" presName="textRect" presStyleLbl="revTx" presStyleIdx="3" presStyleCnt="5">
        <dgm:presLayoutVars>
          <dgm:chMax val="1"/>
          <dgm:chPref val="1"/>
        </dgm:presLayoutVars>
      </dgm:prSet>
      <dgm:spPr/>
    </dgm:pt>
    <dgm:pt modelId="{09A0D404-B554-42D0-8C4C-201B006EF024}" type="pres">
      <dgm:prSet presAssocID="{79EC9583-3224-4757-BBC9-0ED178A61F50}" presName="sibTrans" presStyleLbl="sibTrans2D1" presStyleIdx="0" presStyleCnt="0"/>
      <dgm:spPr/>
    </dgm:pt>
    <dgm:pt modelId="{F0F8CBD4-9D1F-4162-A3E6-B0F8CE60C2B0}" type="pres">
      <dgm:prSet presAssocID="{FBBA0BA3-79CC-4E55-AF44-9CF73241AA8B}" presName="compNode" presStyleCnt="0"/>
      <dgm:spPr/>
    </dgm:pt>
    <dgm:pt modelId="{0C916BCC-1D38-4A47-83BF-7F6078FD452A}" type="pres">
      <dgm:prSet presAssocID="{FBBA0BA3-79CC-4E55-AF44-9CF73241AA8B}" presName="iconBgRect" presStyleLbl="bgShp" presStyleIdx="4" presStyleCnt="5"/>
      <dgm:spPr/>
    </dgm:pt>
    <dgm:pt modelId="{5FC73C40-622F-42DB-A46D-9D1738BF9D3D}" type="pres">
      <dgm:prSet presAssocID="{FBBA0BA3-79CC-4E55-AF44-9CF73241AA8B}"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Computer"/>
        </a:ext>
      </dgm:extLst>
    </dgm:pt>
    <dgm:pt modelId="{97C7B932-A487-402B-97A4-8B44C00A8BF4}" type="pres">
      <dgm:prSet presAssocID="{FBBA0BA3-79CC-4E55-AF44-9CF73241AA8B}" presName="spaceRect" presStyleCnt="0"/>
      <dgm:spPr/>
    </dgm:pt>
    <dgm:pt modelId="{0AA14354-C064-42A9-AEAE-C7316FC9AE9C}" type="pres">
      <dgm:prSet presAssocID="{FBBA0BA3-79CC-4E55-AF44-9CF73241AA8B}" presName="textRect" presStyleLbl="revTx" presStyleIdx="4" presStyleCnt="5">
        <dgm:presLayoutVars>
          <dgm:chMax val="1"/>
          <dgm:chPref val="1"/>
        </dgm:presLayoutVars>
      </dgm:prSet>
      <dgm:spPr/>
    </dgm:pt>
  </dgm:ptLst>
  <dgm:cxnLst>
    <dgm:cxn modelId="{9B486C05-A287-47F1-B1DA-1924782AAAE2}" type="presOf" srcId="{FBBA0BA3-79CC-4E55-AF44-9CF73241AA8B}" destId="{0AA14354-C064-42A9-AEAE-C7316FC9AE9C}" srcOrd="0" destOrd="0" presId="urn:microsoft.com/office/officeart/2018/2/layout/IconCircleList"/>
    <dgm:cxn modelId="{5ACD2018-3561-41A2-873E-FA834D716D44}" type="presOf" srcId="{79EC9583-3224-4757-BBC9-0ED178A61F50}" destId="{09A0D404-B554-42D0-8C4C-201B006EF024}" srcOrd="0" destOrd="0" presId="urn:microsoft.com/office/officeart/2018/2/layout/IconCircleList"/>
    <dgm:cxn modelId="{8702281F-4E99-4782-A56F-B02EA4C3D281}" srcId="{89F6FA63-1CED-4D41-B1D3-2E899D9848A6}" destId="{E9D6C808-8C56-4247-923C-4F65AC5FD651}" srcOrd="1" destOrd="0" parTransId="{04A4D452-C800-4FA9-8249-6E6A96E9ACE9}" sibTransId="{BCAABAA2-37D2-47F7-A480-67A266769A98}"/>
    <dgm:cxn modelId="{5A608820-6FC7-439B-804B-EAA75A58A9BE}" type="presOf" srcId="{89F6FA63-1CED-4D41-B1D3-2E899D9848A6}" destId="{422B3ADD-E69E-4187-9AAB-D1D69CC17AB6}" srcOrd="0" destOrd="0" presId="urn:microsoft.com/office/officeart/2018/2/layout/IconCircleList"/>
    <dgm:cxn modelId="{4558FE20-38BB-4E03-8387-804174AE6023}" srcId="{89F6FA63-1CED-4D41-B1D3-2E899D9848A6}" destId="{FBBA0BA3-79CC-4E55-AF44-9CF73241AA8B}" srcOrd="4" destOrd="0" parTransId="{763AB0F7-1BE5-4732-9556-55F70F0ADB8D}" sibTransId="{9EDEE651-9740-47ED-88FC-8C57B3E24782}"/>
    <dgm:cxn modelId="{AA5BB73B-CEDC-49BC-BD76-564F8AAE6628}" srcId="{89F6FA63-1CED-4D41-B1D3-2E899D9848A6}" destId="{F0F87E88-4D66-4545-9D26-8105BA58D0E2}" srcOrd="2" destOrd="0" parTransId="{477AE6A6-AAB1-47C4-904E-E2EFDBEE9B9E}" sibTransId="{59F9E430-9FC9-4FD9-A2DA-6895EE28511F}"/>
    <dgm:cxn modelId="{E1FB3E60-5E71-4076-87D0-E3D9004A15B8}" type="presOf" srcId="{59F9E430-9FC9-4FD9-A2DA-6895EE28511F}" destId="{931220EA-046A-40E9-ABEB-339C209A79CB}" srcOrd="0" destOrd="0" presId="urn:microsoft.com/office/officeart/2018/2/layout/IconCircleList"/>
    <dgm:cxn modelId="{8006B464-9246-4BAC-9A5D-C6D3A738C276}" type="presOf" srcId="{E9D6C808-8C56-4247-923C-4F65AC5FD651}" destId="{01C9B836-50DD-4FAC-8776-B193C29CB063}" srcOrd="0" destOrd="0" presId="urn:microsoft.com/office/officeart/2018/2/layout/IconCircleList"/>
    <dgm:cxn modelId="{408FB270-D075-4ED0-B37B-922EA697FA18}" type="presOf" srcId="{BCAABAA2-37D2-47F7-A480-67A266769A98}" destId="{04B04301-6351-49A1-8D3D-9096B82DF027}" srcOrd="0" destOrd="0" presId="urn:microsoft.com/office/officeart/2018/2/layout/IconCircleList"/>
    <dgm:cxn modelId="{746FEE93-B5EB-4768-8695-7AC0E9D722B2}" type="presOf" srcId="{028E6E88-510A-4336-AE51-D0603F980962}" destId="{49FF753B-2F86-416A-BB92-FD5DD1C08D5B}" srcOrd="0" destOrd="0" presId="urn:microsoft.com/office/officeart/2018/2/layout/IconCircleList"/>
    <dgm:cxn modelId="{F4288EA0-76A4-420A-AB3A-0FF2B5876B7D}" type="presOf" srcId="{F0F87E88-4D66-4545-9D26-8105BA58D0E2}" destId="{D15CB5FC-6201-4268-A4B8-82290C371B18}" srcOrd="0" destOrd="0" presId="urn:microsoft.com/office/officeart/2018/2/layout/IconCircleList"/>
    <dgm:cxn modelId="{8D8967B8-389B-4A89-ACAF-FC328A56DE14}" type="presOf" srcId="{F851F39D-575C-4459-A9AB-226EDA0A7F25}" destId="{F631B28C-93E5-425D-B799-C96B2CFB46C2}" srcOrd="0" destOrd="0" presId="urn:microsoft.com/office/officeart/2018/2/layout/IconCircleList"/>
    <dgm:cxn modelId="{1D2649BE-97DD-43A4-9956-979D4ECDFC95}" srcId="{89F6FA63-1CED-4D41-B1D3-2E899D9848A6}" destId="{61612840-BA89-4950-BA63-BDFD96BABAA5}" srcOrd="3" destOrd="0" parTransId="{368919DF-636C-4501-A284-283F269921EE}" sibTransId="{79EC9583-3224-4757-BBC9-0ED178A61F50}"/>
    <dgm:cxn modelId="{648AEEC0-5A10-4DED-BC4C-EDA95096421B}" srcId="{89F6FA63-1CED-4D41-B1D3-2E899D9848A6}" destId="{028E6E88-510A-4336-AE51-D0603F980962}" srcOrd="0" destOrd="0" parTransId="{1BB7C872-67CE-49FB-9998-EF6CF8D06411}" sibTransId="{F851F39D-575C-4459-A9AB-226EDA0A7F25}"/>
    <dgm:cxn modelId="{3E3DBAD0-1801-4B59-814E-2E0C1880E7B8}" type="presOf" srcId="{61612840-BA89-4950-BA63-BDFD96BABAA5}" destId="{7CA47737-83DB-4157-A196-41CB29A807FA}" srcOrd="0" destOrd="0" presId="urn:microsoft.com/office/officeart/2018/2/layout/IconCircleList"/>
    <dgm:cxn modelId="{1EBA663C-E9BE-464E-A7C5-3CA8CB203990}" type="presParOf" srcId="{422B3ADD-E69E-4187-9AAB-D1D69CC17AB6}" destId="{C9B25FDF-E486-499B-905E-6AE283C190C0}" srcOrd="0" destOrd="0" presId="urn:microsoft.com/office/officeart/2018/2/layout/IconCircleList"/>
    <dgm:cxn modelId="{2FE2F86C-AF4C-4F1D-B06C-4B4DA60EB4D0}" type="presParOf" srcId="{C9B25FDF-E486-499B-905E-6AE283C190C0}" destId="{6EAFEAC2-465A-49F5-A9DB-7D7B450806B9}" srcOrd="0" destOrd="0" presId="urn:microsoft.com/office/officeart/2018/2/layout/IconCircleList"/>
    <dgm:cxn modelId="{6B7A71FA-1399-4F42-95E5-DC08FA344EFA}" type="presParOf" srcId="{6EAFEAC2-465A-49F5-A9DB-7D7B450806B9}" destId="{AF72A710-F60A-4706-A2CB-22B61695A6C3}" srcOrd="0" destOrd="0" presId="urn:microsoft.com/office/officeart/2018/2/layout/IconCircleList"/>
    <dgm:cxn modelId="{934C7C58-BF2A-44E7-AF45-93D67CBAEB38}" type="presParOf" srcId="{6EAFEAC2-465A-49F5-A9DB-7D7B450806B9}" destId="{BD2A7294-0071-4F87-B71E-8A303D9796E7}" srcOrd="1" destOrd="0" presId="urn:microsoft.com/office/officeart/2018/2/layout/IconCircleList"/>
    <dgm:cxn modelId="{B790A829-3A6C-43AF-B1B5-19D14A900609}" type="presParOf" srcId="{6EAFEAC2-465A-49F5-A9DB-7D7B450806B9}" destId="{FA16FC58-3756-48C1-86D3-39BB4F28D49E}" srcOrd="2" destOrd="0" presId="urn:microsoft.com/office/officeart/2018/2/layout/IconCircleList"/>
    <dgm:cxn modelId="{E1E31813-8198-42DC-9317-10C5B5254BDD}" type="presParOf" srcId="{6EAFEAC2-465A-49F5-A9DB-7D7B450806B9}" destId="{49FF753B-2F86-416A-BB92-FD5DD1C08D5B}" srcOrd="3" destOrd="0" presId="urn:microsoft.com/office/officeart/2018/2/layout/IconCircleList"/>
    <dgm:cxn modelId="{CAB527D4-2B51-49ED-A5FC-EA67A43699C0}" type="presParOf" srcId="{C9B25FDF-E486-499B-905E-6AE283C190C0}" destId="{F631B28C-93E5-425D-B799-C96B2CFB46C2}" srcOrd="1" destOrd="0" presId="urn:microsoft.com/office/officeart/2018/2/layout/IconCircleList"/>
    <dgm:cxn modelId="{0F59B4E3-7F52-4BE3-8A35-712F0BB7DCF1}" type="presParOf" srcId="{C9B25FDF-E486-499B-905E-6AE283C190C0}" destId="{4D110984-4F48-4518-A4EF-8FB1BEA48682}" srcOrd="2" destOrd="0" presId="urn:microsoft.com/office/officeart/2018/2/layout/IconCircleList"/>
    <dgm:cxn modelId="{5FD3FF62-539A-4017-B55B-F6901F7867E8}" type="presParOf" srcId="{4D110984-4F48-4518-A4EF-8FB1BEA48682}" destId="{CF24B156-C662-4CA4-BE11-561C7252593E}" srcOrd="0" destOrd="0" presId="urn:microsoft.com/office/officeart/2018/2/layout/IconCircleList"/>
    <dgm:cxn modelId="{2F1390B8-07FB-4B84-A23D-7B0FAAF1B431}" type="presParOf" srcId="{4D110984-4F48-4518-A4EF-8FB1BEA48682}" destId="{ED025758-82D2-41B5-A7D3-8C711E2E3EA3}" srcOrd="1" destOrd="0" presId="urn:microsoft.com/office/officeart/2018/2/layout/IconCircleList"/>
    <dgm:cxn modelId="{39C7FBC6-E353-4E10-A1FD-70B70B274476}" type="presParOf" srcId="{4D110984-4F48-4518-A4EF-8FB1BEA48682}" destId="{8378855A-DE0E-4ADC-801F-7464FC3E9097}" srcOrd="2" destOrd="0" presId="urn:microsoft.com/office/officeart/2018/2/layout/IconCircleList"/>
    <dgm:cxn modelId="{F877F2AE-98E4-4901-966E-F57C0DF3B2CF}" type="presParOf" srcId="{4D110984-4F48-4518-A4EF-8FB1BEA48682}" destId="{01C9B836-50DD-4FAC-8776-B193C29CB063}" srcOrd="3" destOrd="0" presId="urn:microsoft.com/office/officeart/2018/2/layout/IconCircleList"/>
    <dgm:cxn modelId="{0AAB9F17-14E7-4C07-A8AE-70C0B1FD27E8}" type="presParOf" srcId="{C9B25FDF-E486-499B-905E-6AE283C190C0}" destId="{04B04301-6351-49A1-8D3D-9096B82DF027}" srcOrd="3" destOrd="0" presId="urn:microsoft.com/office/officeart/2018/2/layout/IconCircleList"/>
    <dgm:cxn modelId="{ABE7FD90-D1E0-49B6-9F54-4CCE5BC2649F}" type="presParOf" srcId="{C9B25FDF-E486-499B-905E-6AE283C190C0}" destId="{BB1E1167-CA9F-4736-8FAF-97814F059BDE}" srcOrd="4" destOrd="0" presId="urn:microsoft.com/office/officeart/2018/2/layout/IconCircleList"/>
    <dgm:cxn modelId="{C0C4DCDD-ADEC-4E9F-8427-B6AE472A5FA4}" type="presParOf" srcId="{BB1E1167-CA9F-4736-8FAF-97814F059BDE}" destId="{9DF096F3-3C9E-4FB8-8F80-70F42D95F298}" srcOrd="0" destOrd="0" presId="urn:microsoft.com/office/officeart/2018/2/layout/IconCircleList"/>
    <dgm:cxn modelId="{863A3D21-48A1-4D94-A932-56865C6DCD71}" type="presParOf" srcId="{BB1E1167-CA9F-4736-8FAF-97814F059BDE}" destId="{C9C4CD69-FFD0-4EAA-8566-EE43EDA4B86B}" srcOrd="1" destOrd="0" presId="urn:microsoft.com/office/officeart/2018/2/layout/IconCircleList"/>
    <dgm:cxn modelId="{8992483F-E70A-4DDD-B26C-4F6EDD96F496}" type="presParOf" srcId="{BB1E1167-CA9F-4736-8FAF-97814F059BDE}" destId="{047C6998-54A6-4D7C-B60A-42EB1F7962DF}" srcOrd="2" destOrd="0" presId="urn:microsoft.com/office/officeart/2018/2/layout/IconCircleList"/>
    <dgm:cxn modelId="{DA29BB57-F026-4901-93A2-BE0AD9896ED4}" type="presParOf" srcId="{BB1E1167-CA9F-4736-8FAF-97814F059BDE}" destId="{D15CB5FC-6201-4268-A4B8-82290C371B18}" srcOrd="3" destOrd="0" presId="urn:microsoft.com/office/officeart/2018/2/layout/IconCircleList"/>
    <dgm:cxn modelId="{6766B57D-C601-4F36-AB75-01B5E91DA142}" type="presParOf" srcId="{C9B25FDF-E486-499B-905E-6AE283C190C0}" destId="{931220EA-046A-40E9-ABEB-339C209A79CB}" srcOrd="5" destOrd="0" presId="urn:microsoft.com/office/officeart/2018/2/layout/IconCircleList"/>
    <dgm:cxn modelId="{AB350E4F-CF2E-43B9-AB54-6693A1363AF8}" type="presParOf" srcId="{C9B25FDF-E486-499B-905E-6AE283C190C0}" destId="{5DFC7F2C-A53E-4CC6-A548-B34F40C13828}" srcOrd="6" destOrd="0" presId="urn:microsoft.com/office/officeart/2018/2/layout/IconCircleList"/>
    <dgm:cxn modelId="{8C27CB22-71F5-4BF0-BCB6-625D20764EC6}" type="presParOf" srcId="{5DFC7F2C-A53E-4CC6-A548-B34F40C13828}" destId="{4A0D8549-EAB7-487E-9709-0498BFCB0378}" srcOrd="0" destOrd="0" presId="urn:microsoft.com/office/officeart/2018/2/layout/IconCircleList"/>
    <dgm:cxn modelId="{EB03D66F-33D9-478D-9DC2-DD29B7002B42}" type="presParOf" srcId="{5DFC7F2C-A53E-4CC6-A548-B34F40C13828}" destId="{C9E57D25-E63E-4FA0-A669-BD720358B9BD}" srcOrd="1" destOrd="0" presId="urn:microsoft.com/office/officeart/2018/2/layout/IconCircleList"/>
    <dgm:cxn modelId="{8B4C7FF2-D88D-4598-BFC9-36D18EA7A95E}" type="presParOf" srcId="{5DFC7F2C-A53E-4CC6-A548-B34F40C13828}" destId="{211A3429-B283-43A2-A8B4-83E5B36913E2}" srcOrd="2" destOrd="0" presId="urn:microsoft.com/office/officeart/2018/2/layout/IconCircleList"/>
    <dgm:cxn modelId="{4CE9D8C9-5C32-4B93-AC93-E456CE7E0289}" type="presParOf" srcId="{5DFC7F2C-A53E-4CC6-A548-B34F40C13828}" destId="{7CA47737-83DB-4157-A196-41CB29A807FA}" srcOrd="3" destOrd="0" presId="urn:microsoft.com/office/officeart/2018/2/layout/IconCircleList"/>
    <dgm:cxn modelId="{BAA07DDF-3A44-4BA6-8B7E-628887FFE0ED}" type="presParOf" srcId="{C9B25FDF-E486-499B-905E-6AE283C190C0}" destId="{09A0D404-B554-42D0-8C4C-201B006EF024}" srcOrd="7" destOrd="0" presId="urn:microsoft.com/office/officeart/2018/2/layout/IconCircleList"/>
    <dgm:cxn modelId="{672FC1A7-8B31-4955-A6AA-92955DCC01E1}" type="presParOf" srcId="{C9B25FDF-E486-499B-905E-6AE283C190C0}" destId="{F0F8CBD4-9D1F-4162-A3E6-B0F8CE60C2B0}" srcOrd="8" destOrd="0" presId="urn:microsoft.com/office/officeart/2018/2/layout/IconCircleList"/>
    <dgm:cxn modelId="{EE10A2D3-2C1E-474E-83B6-9C0899B661C0}" type="presParOf" srcId="{F0F8CBD4-9D1F-4162-A3E6-B0F8CE60C2B0}" destId="{0C916BCC-1D38-4A47-83BF-7F6078FD452A}" srcOrd="0" destOrd="0" presId="urn:microsoft.com/office/officeart/2018/2/layout/IconCircleList"/>
    <dgm:cxn modelId="{4CDF7A30-1C06-4F1C-9C20-F890C71FB6ED}" type="presParOf" srcId="{F0F8CBD4-9D1F-4162-A3E6-B0F8CE60C2B0}" destId="{5FC73C40-622F-42DB-A46D-9D1738BF9D3D}" srcOrd="1" destOrd="0" presId="urn:microsoft.com/office/officeart/2018/2/layout/IconCircleList"/>
    <dgm:cxn modelId="{06911E43-BDC4-4371-A7A1-F3021C143DA4}" type="presParOf" srcId="{F0F8CBD4-9D1F-4162-A3E6-B0F8CE60C2B0}" destId="{97C7B932-A487-402B-97A4-8B44C00A8BF4}" srcOrd="2" destOrd="0" presId="urn:microsoft.com/office/officeart/2018/2/layout/IconCircleList"/>
    <dgm:cxn modelId="{53F8DFB2-B5C0-428E-A6FB-08700CA67E2E}" type="presParOf" srcId="{F0F8CBD4-9D1F-4162-A3E6-B0F8CE60C2B0}" destId="{0AA14354-C064-42A9-AEAE-C7316FC9AE9C}"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A755E60-518B-4E99-9436-664F0E1D166F}" type="doc">
      <dgm:prSet loTypeId="urn:microsoft.com/office/officeart/2017/3/layout/DropPinTimeline" loCatId="process" qsTypeId="urn:microsoft.com/office/officeart/2005/8/quickstyle/simple4" qsCatId="simple" csTypeId="urn:microsoft.com/office/officeart/2005/8/colors/colorful2" csCatId="colorful" phldr="1"/>
      <dgm:spPr/>
      <dgm:t>
        <a:bodyPr/>
        <a:lstStyle/>
        <a:p>
          <a:endParaRPr lang="en-US"/>
        </a:p>
      </dgm:t>
    </dgm:pt>
    <dgm:pt modelId="{0C9610B2-DDE8-4AC1-8D52-4EDB4D5DFE62}">
      <dgm:prSet/>
      <dgm:spPr/>
      <dgm:t>
        <a:bodyPr/>
        <a:lstStyle/>
        <a:p>
          <a:pPr>
            <a:defRPr b="1"/>
          </a:pPr>
          <a:r>
            <a:rPr lang="en-US"/>
            <a:t>1960’s</a:t>
          </a:r>
        </a:p>
      </dgm:t>
    </dgm:pt>
    <dgm:pt modelId="{4FD7C406-A6DC-4866-A97D-C1AC2E23A5C5}" type="parTrans" cxnId="{BD8471A4-3FA2-4E65-886D-1BB00919123E}">
      <dgm:prSet/>
      <dgm:spPr/>
      <dgm:t>
        <a:bodyPr/>
        <a:lstStyle/>
        <a:p>
          <a:endParaRPr lang="en-US"/>
        </a:p>
      </dgm:t>
    </dgm:pt>
    <dgm:pt modelId="{CE0F02FC-3C9B-4398-A2DA-1215EB0B4CFB}" type="sibTrans" cxnId="{BD8471A4-3FA2-4E65-886D-1BB00919123E}">
      <dgm:prSet/>
      <dgm:spPr/>
      <dgm:t>
        <a:bodyPr/>
        <a:lstStyle/>
        <a:p>
          <a:endParaRPr lang="en-US"/>
        </a:p>
      </dgm:t>
    </dgm:pt>
    <dgm:pt modelId="{0411C5A5-4E3B-4368-B474-C0AD914560CE}">
      <dgm:prSet/>
      <dgm:spPr/>
      <dgm:t>
        <a:bodyPr/>
        <a:lstStyle/>
        <a:p>
          <a:r>
            <a:rPr lang="en-US"/>
            <a:t>first track of virtualization</a:t>
          </a:r>
        </a:p>
      </dgm:t>
    </dgm:pt>
    <dgm:pt modelId="{344DC6CB-C985-4A78-9B81-DFA79D1B1CF6}" type="parTrans" cxnId="{EF9E4110-9B9D-4968-8A85-967CD137DCB0}">
      <dgm:prSet/>
      <dgm:spPr/>
      <dgm:t>
        <a:bodyPr/>
        <a:lstStyle/>
        <a:p>
          <a:endParaRPr lang="en-US"/>
        </a:p>
      </dgm:t>
    </dgm:pt>
    <dgm:pt modelId="{8DFB5408-BF69-4371-B953-097D00807AF2}" type="sibTrans" cxnId="{EF9E4110-9B9D-4968-8A85-967CD137DCB0}">
      <dgm:prSet/>
      <dgm:spPr/>
      <dgm:t>
        <a:bodyPr/>
        <a:lstStyle/>
        <a:p>
          <a:endParaRPr lang="en-US"/>
        </a:p>
      </dgm:t>
    </dgm:pt>
    <dgm:pt modelId="{612F7DAC-C247-49D9-939A-929B29FA4D93}">
      <dgm:prSet/>
      <dgm:spPr/>
      <dgm:t>
        <a:bodyPr/>
        <a:lstStyle/>
        <a:p>
          <a:r>
            <a:rPr lang="en-US"/>
            <a:t>Time and resource sharing on expensive mainframes</a:t>
          </a:r>
        </a:p>
      </dgm:t>
    </dgm:pt>
    <dgm:pt modelId="{2683771D-6D74-4526-8067-98DFA77B0045}" type="parTrans" cxnId="{3B83DC76-C3C4-49E9-8C38-1C012A2438C4}">
      <dgm:prSet/>
      <dgm:spPr/>
      <dgm:t>
        <a:bodyPr/>
        <a:lstStyle/>
        <a:p>
          <a:endParaRPr lang="en-US"/>
        </a:p>
      </dgm:t>
    </dgm:pt>
    <dgm:pt modelId="{EF5E2993-77F9-4FD4-8425-4555E21712E9}" type="sibTrans" cxnId="{3B83DC76-C3C4-49E9-8C38-1C012A2438C4}">
      <dgm:prSet/>
      <dgm:spPr/>
      <dgm:t>
        <a:bodyPr/>
        <a:lstStyle/>
        <a:p>
          <a:endParaRPr lang="en-US"/>
        </a:p>
      </dgm:t>
    </dgm:pt>
    <dgm:pt modelId="{4EEBB92B-730E-491A-AFE6-1ED3E8D35ED6}">
      <dgm:prSet/>
      <dgm:spPr/>
      <dgm:t>
        <a:bodyPr/>
        <a:lstStyle/>
        <a:p>
          <a:r>
            <a:rPr lang="en-US"/>
            <a:t>IBM VM/370</a:t>
          </a:r>
        </a:p>
      </dgm:t>
    </dgm:pt>
    <dgm:pt modelId="{1F43A8BA-9E08-4F7D-B16F-D69F6C1EACA6}" type="parTrans" cxnId="{1F86298E-CC2F-4A68-BD3B-5B61AF6EBD70}">
      <dgm:prSet/>
      <dgm:spPr/>
      <dgm:t>
        <a:bodyPr/>
        <a:lstStyle/>
        <a:p>
          <a:endParaRPr lang="en-US"/>
        </a:p>
      </dgm:t>
    </dgm:pt>
    <dgm:pt modelId="{8982FE1D-B0F9-4D8E-8E8B-898F89534D98}" type="sibTrans" cxnId="{1F86298E-CC2F-4A68-BD3B-5B61AF6EBD70}">
      <dgm:prSet/>
      <dgm:spPr/>
      <dgm:t>
        <a:bodyPr/>
        <a:lstStyle/>
        <a:p>
          <a:endParaRPr lang="en-US"/>
        </a:p>
      </dgm:t>
    </dgm:pt>
    <dgm:pt modelId="{82095EE2-6EE5-4E1F-B51C-1EF9174996D2}">
      <dgm:prSet/>
      <dgm:spPr/>
      <dgm:t>
        <a:bodyPr/>
        <a:lstStyle/>
        <a:p>
          <a:pPr>
            <a:defRPr b="1"/>
          </a:pPr>
          <a:r>
            <a:rPr lang="en-US"/>
            <a:t>Late 1970s and early 1980s</a:t>
          </a:r>
        </a:p>
      </dgm:t>
    </dgm:pt>
    <dgm:pt modelId="{E8BFFF61-E09B-4224-83F0-FC74F8EE0B12}" type="parTrans" cxnId="{ACADAFB0-22DC-4ED3-901D-D4DE070AC76F}">
      <dgm:prSet/>
      <dgm:spPr/>
      <dgm:t>
        <a:bodyPr/>
        <a:lstStyle/>
        <a:p>
          <a:endParaRPr lang="en-US"/>
        </a:p>
      </dgm:t>
    </dgm:pt>
    <dgm:pt modelId="{9DC9C749-76F1-41C6-8A97-1154A7F7AE60}" type="sibTrans" cxnId="{ACADAFB0-22DC-4ED3-901D-D4DE070AC76F}">
      <dgm:prSet/>
      <dgm:spPr/>
      <dgm:t>
        <a:bodyPr/>
        <a:lstStyle/>
        <a:p>
          <a:endParaRPr lang="en-US"/>
        </a:p>
      </dgm:t>
    </dgm:pt>
    <dgm:pt modelId="{63432109-AA66-48B0-868F-39D2B6CF3A42}">
      <dgm:prSet/>
      <dgm:spPr/>
      <dgm:t>
        <a:bodyPr/>
        <a:lstStyle/>
        <a:p>
          <a:r>
            <a:rPr lang="en-US"/>
            <a:t>became unpopular</a:t>
          </a:r>
        </a:p>
      </dgm:t>
    </dgm:pt>
    <dgm:pt modelId="{11D7AA5E-8B9A-45CD-B9BA-3BEE49769910}" type="parTrans" cxnId="{F3C8062C-CBCE-404F-97E5-5F9AFD1E4705}">
      <dgm:prSet/>
      <dgm:spPr/>
      <dgm:t>
        <a:bodyPr/>
        <a:lstStyle/>
        <a:p>
          <a:endParaRPr lang="en-US"/>
        </a:p>
      </dgm:t>
    </dgm:pt>
    <dgm:pt modelId="{163EC844-CAAE-4B2B-8359-D76EB7B41E20}" type="sibTrans" cxnId="{F3C8062C-CBCE-404F-97E5-5F9AFD1E4705}">
      <dgm:prSet/>
      <dgm:spPr/>
      <dgm:t>
        <a:bodyPr/>
        <a:lstStyle/>
        <a:p>
          <a:endParaRPr lang="en-US"/>
        </a:p>
      </dgm:t>
    </dgm:pt>
    <dgm:pt modelId="{DBAE58F5-6608-47BA-9BB6-981BD07A8C94}">
      <dgm:prSet/>
      <dgm:spPr/>
      <dgm:t>
        <a:bodyPr/>
        <a:lstStyle/>
        <a:p>
          <a:r>
            <a:rPr lang="en-US"/>
            <a:t>Cheap hardware and multiprocessing OS</a:t>
          </a:r>
        </a:p>
      </dgm:t>
    </dgm:pt>
    <dgm:pt modelId="{F7E8A471-CFF6-42ED-BDD4-BEE893F28B4B}" type="parTrans" cxnId="{840B0088-F50C-43BB-9DD2-8DFFC126D019}">
      <dgm:prSet/>
      <dgm:spPr/>
      <dgm:t>
        <a:bodyPr/>
        <a:lstStyle/>
        <a:p>
          <a:endParaRPr lang="en-US"/>
        </a:p>
      </dgm:t>
    </dgm:pt>
    <dgm:pt modelId="{E9E21C8A-41C6-444F-902A-19D47B84076D}" type="sibTrans" cxnId="{840B0088-F50C-43BB-9DD2-8DFFC126D019}">
      <dgm:prSet/>
      <dgm:spPr/>
      <dgm:t>
        <a:bodyPr/>
        <a:lstStyle/>
        <a:p>
          <a:endParaRPr lang="en-US"/>
        </a:p>
      </dgm:t>
    </dgm:pt>
    <dgm:pt modelId="{94A63DB0-576F-4D04-B155-7C187CBBEF59}">
      <dgm:prSet/>
      <dgm:spPr/>
      <dgm:t>
        <a:bodyPr/>
        <a:lstStyle/>
        <a:p>
          <a:pPr>
            <a:defRPr b="1"/>
          </a:pPr>
          <a:r>
            <a:rPr lang="en-US"/>
            <a:t>Late 1990s</a:t>
          </a:r>
        </a:p>
      </dgm:t>
    </dgm:pt>
    <dgm:pt modelId="{7D1228F3-915A-47BD-AA36-A724718A2FB0}" type="parTrans" cxnId="{2F75BAB4-1706-4E0A-BE41-53A36914CE4F}">
      <dgm:prSet/>
      <dgm:spPr/>
      <dgm:t>
        <a:bodyPr/>
        <a:lstStyle/>
        <a:p>
          <a:endParaRPr lang="en-US"/>
        </a:p>
      </dgm:t>
    </dgm:pt>
    <dgm:pt modelId="{91804654-5F55-4DE2-86D7-FEF9E014A1F3}" type="sibTrans" cxnId="{2F75BAB4-1706-4E0A-BE41-53A36914CE4F}">
      <dgm:prSet/>
      <dgm:spPr/>
      <dgm:t>
        <a:bodyPr/>
        <a:lstStyle/>
        <a:p>
          <a:endParaRPr lang="en-US"/>
        </a:p>
      </dgm:t>
    </dgm:pt>
    <dgm:pt modelId="{E8E6DD93-8E71-4AA8-BC7F-B98C07D36366}">
      <dgm:prSet/>
      <dgm:spPr/>
      <dgm:t>
        <a:bodyPr/>
        <a:lstStyle/>
        <a:p>
          <a:r>
            <a:rPr lang="en-US"/>
            <a:t>became popular again</a:t>
          </a:r>
        </a:p>
      </dgm:t>
    </dgm:pt>
    <dgm:pt modelId="{FE70C603-9A36-4751-8892-503E7732F08D}" type="parTrans" cxnId="{BCBDBDE3-62C2-4A2D-A3C2-4A0AF1A4CC62}">
      <dgm:prSet/>
      <dgm:spPr/>
      <dgm:t>
        <a:bodyPr/>
        <a:lstStyle/>
        <a:p>
          <a:endParaRPr lang="en-US"/>
        </a:p>
      </dgm:t>
    </dgm:pt>
    <dgm:pt modelId="{D6CA0265-2650-45C2-971F-BBB4637385DA}" type="sibTrans" cxnId="{BCBDBDE3-62C2-4A2D-A3C2-4A0AF1A4CC62}">
      <dgm:prSet/>
      <dgm:spPr/>
      <dgm:t>
        <a:bodyPr/>
        <a:lstStyle/>
        <a:p>
          <a:endParaRPr lang="en-US"/>
        </a:p>
      </dgm:t>
    </dgm:pt>
    <dgm:pt modelId="{F1FA3C45-43D2-48A0-9A64-D36806AD49AE}">
      <dgm:prSet/>
      <dgm:spPr/>
      <dgm:t>
        <a:bodyPr/>
        <a:lstStyle/>
        <a:p>
          <a:r>
            <a:rPr lang="en-US"/>
            <a:t>Wide variety of OS and hardware configurations</a:t>
          </a:r>
        </a:p>
      </dgm:t>
    </dgm:pt>
    <dgm:pt modelId="{3F53A41C-04BF-4108-8F17-99BA8166380F}" type="parTrans" cxnId="{C801B970-CE7A-49CD-A0F7-3FE833AF582D}">
      <dgm:prSet/>
      <dgm:spPr/>
      <dgm:t>
        <a:bodyPr/>
        <a:lstStyle/>
        <a:p>
          <a:endParaRPr lang="en-US"/>
        </a:p>
      </dgm:t>
    </dgm:pt>
    <dgm:pt modelId="{20F4FA57-3877-4B73-82C9-51AA48414DE7}" type="sibTrans" cxnId="{C801B970-CE7A-49CD-A0F7-3FE833AF582D}">
      <dgm:prSet/>
      <dgm:spPr/>
      <dgm:t>
        <a:bodyPr/>
        <a:lstStyle/>
        <a:p>
          <a:endParaRPr lang="en-US"/>
        </a:p>
      </dgm:t>
    </dgm:pt>
    <dgm:pt modelId="{CD750991-F997-40B3-B266-016029A2D1A8}">
      <dgm:prSet/>
      <dgm:spPr/>
      <dgm:t>
        <a:bodyPr/>
        <a:lstStyle/>
        <a:p>
          <a:r>
            <a:rPr lang="en-US"/>
            <a:t>VMWare</a:t>
          </a:r>
        </a:p>
      </dgm:t>
    </dgm:pt>
    <dgm:pt modelId="{0DFBA931-2369-4985-B015-786FC21C440A}" type="parTrans" cxnId="{E7C747F2-7CF9-41CF-B28D-BC115041295E}">
      <dgm:prSet/>
      <dgm:spPr/>
      <dgm:t>
        <a:bodyPr/>
        <a:lstStyle/>
        <a:p>
          <a:endParaRPr lang="en-US"/>
        </a:p>
      </dgm:t>
    </dgm:pt>
    <dgm:pt modelId="{3B37FA01-B25E-459A-B21A-9E14345D0D65}" type="sibTrans" cxnId="{E7C747F2-7CF9-41CF-B28D-BC115041295E}">
      <dgm:prSet/>
      <dgm:spPr/>
      <dgm:t>
        <a:bodyPr/>
        <a:lstStyle/>
        <a:p>
          <a:endParaRPr lang="en-US"/>
        </a:p>
      </dgm:t>
    </dgm:pt>
    <dgm:pt modelId="{AA0BDBE0-6315-4AD6-9682-CD92CFA79931}">
      <dgm:prSet/>
      <dgm:spPr/>
      <dgm:t>
        <a:bodyPr/>
        <a:lstStyle/>
        <a:p>
          <a:pPr>
            <a:defRPr b="1"/>
          </a:pPr>
          <a:r>
            <a:rPr lang="en-US"/>
            <a:t>2000</a:t>
          </a:r>
        </a:p>
      </dgm:t>
    </dgm:pt>
    <dgm:pt modelId="{F8090572-2D72-461F-A326-CA5CAF1A5850}" type="parTrans" cxnId="{F673EEC7-3199-4F88-A222-4D59AC422799}">
      <dgm:prSet/>
      <dgm:spPr/>
      <dgm:t>
        <a:bodyPr/>
        <a:lstStyle/>
        <a:p>
          <a:endParaRPr lang="en-US"/>
        </a:p>
      </dgm:t>
    </dgm:pt>
    <dgm:pt modelId="{3CD55FFB-308B-4B73-9E84-2D9DDF905583}" type="sibTrans" cxnId="{F673EEC7-3199-4F88-A222-4D59AC422799}">
      <dgm:prSet/>
      <dgm:spPr/>
      <dgm:t>
        <a:bodyPr/>
        <a:lstStyle/>
        <a:p>
          <a:endParaRPr lang="en-US"/>
        </a:p>
      </dgm:t>
    </dgm:pt>
    <dgm:pt modelId="{3C35150C-E2AB-45A6-A5F5-3BC6710457A1}">
      <dgm:prSet/>
      <dgm:spPr/>
      <dgm:t>
        <a:bodyPr/>
        <a:lstStyle/>
        <a:p>
          <a:r>
            <a:rPr lang="en-US"/>
            <a:t>Since 2000: hot and important</a:t>
          </a:r>
        </a:p>
      </dgm:t>
    </dgm:pt>
    <dgm:pt modelId="{828193DC-E115-4547-8B16-00282AB95E9A}" type="parTrans" cxnId="{86C0019F-4B6D-4748-921E-8A59B8977034}">
      <dgm:prSet/>
      <dgm:spPr/>
      <dgm:t>
        <a:bodyPr/>
        <a:lstStyle/>
        <a:p>
          <a:endParaRPr lang="en-US"/>
        </a:p>
      </dgm:t>
    </dgm:pt>
    <dgm:pt modelId="{8693606D-2C3A-4205-BFCD-8D8EFCE6BBB0}" type="sibTrans" cxnId="{86C0019F-4B6D-4748-921E-8A59B8977034}">
      <dgm:prSet/>
      <dgm:spPr/>
      <dgm:t>
        <a:bodyPr/>
        <a:lstStyle/>
        <a:p>
          <a:endParaRPr lang="en-US"/>
        </a:p>
      </dgm:t>
    </dgm:pt>
    <dgm:pt modelId="{DF3B1D06-C82C-4D13-BABB-06CDB84E8973}">
      <dgm:prSet/>
      <dgm:spPr/>
      <dgm:t>
        <a:bodyPr/>
        <a:lstStyle/>
        <a:p>
          <a:r>
            <a:rPr lang="en-US"/>
            <a:t>Cloud computing</a:t>
          </a:r>
        </a:p>
      </dgm:t>
    </dgm:pt>
    <dgm:pt modelId="{68129C74-3BA4-418C-B11C-439070A5F9AB}" type="parTrans" cxnId="{DEE4397F-0047-45F0-ABDA-8C1EF1CDD08A}">
      <dgm:prSet/>
      <dgm:spPr/>
      <dgm:t>
        <a:bodyPr/>
        <a:lstStyle/>
        <a:p>
          <a:endParaRPr lang="en-US"/>
        </a:p>
      </dgm:t>
    </dgm:pt>
    <dgm:pt modelId="{98E70967-6D1A-4C90-97AF-AB532DF9615A}" type="sibTrans" cxnId="{DEE4397F-0047-45F0-ABDA-8C1EF1CDD08A}">
      <dgm:prSet/>
      <dgm:spPr/>
      <dgm:t>
        <a:bodyPr/>
        <a:lstStyle/>
        <a:p>
          <a:endParaRPr lang="en-US"/>
        </a:p>
      </dgm:t>
    </dgm:pt>
    <dgm:pt modelId="{3364BF5B-52E5-44D4-8BF0-AC88BB5CAF44}">
      <dgm:prSet/>
      <dgm:spPr/>
      <dgm:t>
        <a:bodyPr/>
        <a:lstStyle/>
        <a:p>
          <a:r>
            <a:rPr lang="en-US"/>
            <a:t>Docker containers</a:t>
          </a:r>
        </a:p>
      </dgm:t>
    </dgm:pt>
    <dgm:pt modelId="{3E16BBCC-E416-48C8-907B-B9177BBA3CD5}" type="parTrans" cxnId="{437CF15E-F46A-4D40-9301-E1ACC5F414BE}">
      <dgm:prSet/>
      <dgm:spPr/>
      <dgm:t>
        <a:bodyPr/>
        <a:lstStyle/>
        <a:p>
          <a:endParaRPr lang="en-US"/>
        </a:p>
      </dgm:t>
    </dgm:pt>
    <dgm:pt modelId="{F710B50D-7CD2-489F-A0F8-B5E706B1F65A}" type="sibTrans" cxnId="{437CF15E-F46A-4D40-9301-E1ACC5F414BE}">
      <dgm:prSet/>
      <dgm:spPr/>
      <dgm:t>
        <a:bodyPr/>
        <a:lstStyle/>
        <a:p>
          <a:endParaRPr lang="en-US"/>
        </a:p>
      </dgm:t>
    </dgm:pt>
    <dgm:pt modelId="{0AB8801E-1579-42ED-A789-2ECAF4AB322C}" type="pres">
      <dgm:prSet presAssocID="{CA755E60-518B-4E99-9436-664F0E1D166F}" presName="root" presStyleCnt="0">
        <dgm:presLayoutVars>
          <dgm:chMax/>
          <dgm:chPref/>
          <dgm:animLvl val="lvl"/>
        </dgm:presLayoutVars>
      </dgm:prSet>
      <dgm:spPr/>
    </dgm:pt>
    <dgm:pt modelId="{B5E15338-1371-4477-83BA-9E3C3B089072}" type="pres">
      <dgm:prSet presAssocID="{CA755E60-518B-4E99-9436-664F0E1D166F}" presName="divider" presStyleLbl="fgAcc1" presStyleIdx="0" presStyleCnt="5"/>
      <dgm:spPr>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tailEnd type="triangle" w="lg" len="lg"/>
        </a:ln>
        <a:effectLst/>
      </dgm:spPr>
    </dgm:pt>
    <dgm:pt modelId="{8A594A15-9ADC-4C7E-88E1-B13D96062ED3}" type="pres">
      <dgm:prSet presAssocID="{CA755E60-518B-4E99-9436-664F0E1D166F}" presName="nodes" presStyleCnt="0">
        <dgm:presLayoutVars>
          <dgm:chMax/>
          <dgm:chPref/>
          <dgm:animLvl val="lvl"/>
        </dgm:presLayoutVars>
      </dgm:prSet>
      <dgm:spPr/>
    </dgm:pt>
    <dgm:pt modelId="{68049BDC-3B7D-4706-9D83-797B31F32C42}" type="pres">
      <dgm:prSet presAssocID="{0C9610B2-DDE8-4AC1-8D52-4EDB4D5DFE62}" presName="composite" presStyleCnt="0"/>
      <dgm:spPr/>
    </dgm:pt>
    <dgm:pt modelId="{2978D7B1-6929-498E-ABEB-D0E3E989E35E}" type="pres">
      <dgm:prSet presAssocID="{0C9610B2-DDE8-4AC1-8D52-4EDB4D5DFE62}" presName="ConnectorPoint" presStyleLbl="lnNode1" presStyleIdx="0" presStyleCnt="4"/>
      <dgm:spPr>
        <a:gradFill rotWithShape="0">
          <a:gsLst>
            <a:gs pos="0">
              <a:schemeClr val="accent2">
                <a:tint val="100000"/>
                <a:shade val="100000"/>
                <a:satMod val="130000"/>
              </a:schemeClr>
            </a:gs>
            <a:gs pos="100000">
              <a:schemeClr val="accent2">
                <a:tint val="50000"/>
                <a:shade val="100000"/>
                <a:satMod val="350000"/>
              </a:schemeClr>
            </a:gs>
          </a:gsLst>
          <a:lin ang="16200000" scaled="0"/>
        </a:gradFill>
        <a:ln w="6350" cap="flat" cmpd="sng" algn="ctr">
          <a:solidFill>
            <a:schemeClr val="lt1">
              <a:hueOff val="0"/>
              <a:satOff val="0"/>
              <a:lumOff val="0"/>
              <a:alphaOff val="0"/>
            </a:schemeClr>
          </a:solidFill>
          <a:prstDash val="solid"/>
        </a:ln>
        <a:effectLst>
          <a:outerShdw blurRad="40000" dist="23000" dir="5400000" rotWithShape="0">
            <a:srgbClr val="000000">
              <a:alpha val="35000"/>
            </a:srgbClr>
          </a:outerShdw>
        </a:effectLst>
      </dgm:spPr>
    </dgm:pt>
    <dgm:pt modelId="{03E8CB31-E8D6-4E71-9E33-EAF0E7DF410A}" type="pres">
      <dgm:prSet presAssocID="{0C9610B2-DDE8-4AC1-8D52-4EDB4D5DFE62}" presName="DropPinPlaceHolder" presStyleCnt="0"/>
      <dgm:spPr/>
    </dgm:pt>
    <dgm:pt modelId="{8ED721CF-584D-4795-8297-EC1EF25C3D01}" type="pres">
      <dgm:prSet presAssocID="{0C9610B2-DDE8-4AC1-8D52-4EDB4D5DFE62}" presName="DropPin" presStyleLbl="alignNode1" presStyleIdx="0" presStyleCnt="4"/>
      <dgm:spPr/>
    </dgm:pt>
    <dgm:pt modelId="{52F76DDA-2937-4574-878C-BC685312B9B9}" type="pres">
      <dgm:prSet presAssocID="{0C9610B2-DDE8-4AC1-8D52-4EDB4D5DFE62}" presName="Ellipse" presStyleLbl="fgAcc1" presStyleIdx="1" presStyleCnt="5"/>
      <dgm:spPr>
        <a:solidFill>
          <a:schemeClr val="lt1">
            <a:alpha val="90000"/>
            <a:hueOff val="0"/>
            <a:satOff val="0"/>
            <a:lumOff val="0"/>
            <a:alphaOff val="0"/>
          </a:schemeClr>
        </a:solidFill>
        <a:ln w="9525" cap="flat" cmpd="sng" algn="ctr">
          <a:noFill/>
          <a:prstDash val="solid"/>
        </a:ln>
        <a:effectLst/>
      </dgm:spPr>
    </dgm:pt>
    <dgm:pt modelId="{1EE82F6B-2518-4B7F-93EC-5FA6AB19E327}" type="pres">
      <dgm:prSet presAssocID="{0C9610B2-DDE8-4AC1-8D52-4EDB4D5DFE62}" presName="L2TextContainer" presStyleLbl="revTx" presStyleIdx="0" presStyleCnt="8">
        <dgm:presLayoutVars>
          <dgm:bulletEnabled val="1"/>
        </dgm:presLayoutVars>
      </dgm:prSet>
      <dgm:spPr/>
    </dgm:pt>
    <dgm:pt modelId="{0BDC7F5E-9396-48E2-8D48-21AD447CAF52}" type="pres">
      <dgm:prSet presAssocID="{0C9610B2-DDE8-4AC1-8D52-4EDB4D5DFE62}" presName="L1TextContainer" presStyleLbl="revTx" presStyleIdx="1" presStyleCnt="8">
        <dgm:presLayoutVars>
          <dgm:chMax val="1"/>
          <dgm:chPref val="1"/>
          <dgm:bulletEnabled val="1"/>
        </dgm:presLayoutVars>
      </dgm:prSet>
      <dgm:spPr/>
    </dgm:pt>
    <dgm:pt modelId="{12180897-EA21-4A4D-9EF4-00CC5A62004D}" type="pres">
      <dgm:prSet presAssocID="{0C9610B2-DDE8-4AC1-8D52-4EDB4D5DFE62}" presName="ConnectLine" presStyleLbl="sibTrans1D1" presStyleIdx="0" presStyleCnt="4"/>
      <dgm:spPr>
        <a:noFill/>
        <a:ln w="12700" cap="flat" cmpd="sng" algn="ctr">
          <a:solidFill>
            <a:schemeClr val="accent2">
              <a:hueOff val="0"/>
              <a:satOff val="0"/>
              <a:lumOff val="0"/>
              <a:alphaOff val="0"/>
            </a:schemeClr>
          </a:solidFill>
          <a:prstDash val="dash"/>
        </a:ln>
        <a:effectLst/>
      </dgm:spPr>
    </dgm:pt>
    <dgm:pt modelId="{06538F3C-9965-4331-A8F5-0A909C1999E2}" type="pres">
      <dgm:prSet presAssocID="{0C9610B2-DDE8-4AC1-8D52-4EDB4D5DFE62}" presName="EmptyPlaceHolder" presStyleCnt="0"/>
      <dgm:spPr/>
    </dgm:pt>
    <dgm:pt modelId="{9763D711-99A1-4B45-BBE8-49038FF0D1E7}" type="pres">
      <dgm:prSet presAssocID="{CE0F02FC-3C9B-4398-A2DA-1215EB0B4CFB}" presName="spaceBetweenRectangles" presStyleCnt="0"/>
      <dgm:spPr/>
    </dgm:pt>
    <dgm:pt modelId="{E873B81C-A70D-4050-9D9A-62578323F482}" type="pres">
      <dgm:prSet presAssocID="{82095EE2-6EE5-4E1F-B51C-1EF9174996D2}" presName="composite" presStyleCnt="0"/>
      <dgm:spPr/>
    </dgm:pt>
    <dgm:pt modelId="{66D4577B-CA83-4DA3-BBA4-84A24904560B}" type="pres">
      <dgm:prSet presAssocID="{82095EE2-6EE5-4E1F-B51C-1EF9174996D2}" presName="ConnectorPoint" presStyleLbl="lnNode1" presStyleIdx="1" presStyleCnt="4"/>
      <dgm:spPr>
        <a:gradFill rotWithShape="0">
          <a:gsLst>
            <a:gs pos="0">
              <a:schemeClr val="accent2">
                <a:tint val="100000"/>
                <a:shade val="100000"/>
                <a:satMod val="130000"/>
              </a:schemeClr>
            </a:gs>
            <a:gs pos="100000">
              <a:schemeClr val="accent2">
                <a:tint val="50000"/>
                <a:shade val="100000"/>
                <a:satMod val="350000"/>
              </a:schemeClr>
            </a:gs>
          </a:gsLst>
          <a:lin ang="16200000" scaled="0"/>
        </a:gradFill>
        <a:ln w="6350" cap="flat" cmpd="sng" algn="ctr">
          <a:solidFill>
            <a:schemeClr val="lt1">
              <a:hueOff val="0"/>
              <a:satOff val="0"/>
              <a:lumOff val="0"/>
              <a:alphaOff val="0"/>
            </a:schemeClr>
          </a:solidFill>
          <a:prstDash val="solid"/>
        </a:ln>
        <a:effectLst>
          <a:outerShdw blurRad="40000" dist="23000" dir="5400000" rotWithShape="0">
            <a:srgbClr val="000000">
              <a:alpha val="35000"/>
            </a:srgbClr>
          </a:outerShdw>
        </a:effectLst>
      </dgm:spPr>
    </dgm:pt>
    <dgm:pt modelId="{7880901F-5B80-425D-81EC-DFA2F47780DF}" type="pres">
      <dgm:prSet presAssocID="{82095EE2-6EE5-4E1F-B51C-1EF9174996D2}" presName="DropPinPlaceHolder" presStyleCnt="0"/>
      <dgm:spPr/>
    </dgm:pt>
    <dgm:pt modelId="{AC0202B8-EE54-4151-A4F6-0EF70512B7D5}" type="pres">
      <dgm:prSet presAssocID="{82095EE2-6EE5-4E1F-B51C-1EF9174996D2}" presName="DropPin" presStyleLbl="alignNode1" presStyleIdx="1" presStyleCnt="4"/>
      <dgm:spPr/>
    </dgm:pt>
    <dgm:pt modelId="{50F4E4D6-7F16-4357-8B53-DF4E668A95C2}" type="pres">
      <dgm:prSet presAssocID="{82095EE2-6EE5-4E1F-B51C-1EF9174996D2}" presName="Ellipse" presStyleLbl="fgAcc1" presStyleIdx="2" presStyleCnt="5"/>
      <dgm:spPr>
        <a:solidFill>
          <a:schemeClr val="lt1">
            <a:alpha val="90000"/>
            <a:hueOff val="0"/>
            <a:satOff val="0"/>
            <a:lumOff val="0"/>
            <a:alphaOff val="0"/>
          </a:schemeClr>
        </a:solidFill>
        <a:ln w="9525" cap="flat" cmpd="sng" algn="ctr">
          <a:noFill/>
          <a:prstDash val="solid"/>
        </a:ln>
        <a:effectLst/>
      </dgm:spPr>
    </dgm:pt>
    <dgm:pt modelId="{1C9E0FD4-E1E8-47DF-ACD1-8BAF003C920F}" type="pres">
      <dgm:prSet presAssocID="{82095EE2-6EE5-4E1F-B51C-1EF9174996D2}" presName="L2TextContainer" presStyleLbl="revTx" presStyleIdx="2" presStyleCnt="8">
        <dgm:presLayoutVars>
          <dgm:bulletEnabled val="1"/>
        </dgm:presLayoutVars>
      </dgm:prSet>
      <dgm:spPr/>
    </dgm:pt>
    <dgm:pt modelId="{059B629A-B7B9-4015-93B6-F8DEBD854DE6}" type="pres">
      <dgm:prSet presAssocID="{82095EE2-6EE5-4E1F-B51C-1EF9174996D2}" presName="L1TextContainer" presStyleLbl="revTx" presStyleIdx="3" presStyleCnt="8">
        <dgm:presLayoutVars>
          <dgm:chMax val="1"/>
          <dgm:chPref val="1"/>
          <dgm:bulletEnabled val="1"/>
        </dgm:presLayoutVars>
      </dgm:prSet>
      <dgm:spPr/>
    </dgm:pt>
    <dgm:pt modelId="{30BE676E-3C78-4913-9089-399D52156FAE}" type="pres">
      <dgm:prSet presAssocID="{82095EE2-6EE5-4E1F-B51C-1EF9174996D2}" presName="ConnectLine" presStyleLbl="sibTrans1D1" presStyleIdx="1" presStyleCnt="4"/>
      <dgm:spPr>
        <a:noFill/>
        <a:ln w="12700" cap="flat" cmpd="sng" algn="ctr">
          <a:solidFill>
            <a:schemeClr val="accent2">
              <a:hueOff val="1560506"/>
              <a:satOff val="-1946"/>
              <a:lumOff val="458"/>
              <a:alphaOff val="0"/>
            </a:schemeClr>
          </a:solidFill>
          <a:prstDash val="dash"/>
        </a:ln>
        <a:effectLst/>
      </dgm:spPr>
    </dgm:pt>
    <dgm:pt modelId="{9B33B73C-19B3-4AB1-84E7-A9B08F8691C1}" type="pres">
      <dgm:prSet presAssocID="{82095EE2-6EE5-4E1F-B51C-1EF9174996D2}" presName="EmptyPlaceHolder" presStyleCnt="0"/>
      <dgm:spPr/>
    </dgm:pt>
    <dgm:pt modelId="{51470B62-33C0-486E-91DB-10F9FEBEB702}" type="pres">
      <dgm:prSet presAssocID="{9DC9C749-76F1-41C6-8A97-1154A7F7AE60}" presName="spaceBetweenRectangles" presStyleCnt="0"/>
      <dgm:spPr/>
    </dgm:pt>
    <dgm:pt modelId="{248DD1A2-CB3F-4748-8441-823BE9A0A42A}" type="pres">
      <dgm:prSet presAssocID="{94A63DB0-576F-4D04-B155-7C187CBBEF59}" presName="composite" presStyleCnt="0"/>
      <dgm:spPr/>
    </dgm:pt>
    <dgm:pt modelId="{EBDE23F7-3A0B-44D1-B650-E75B9132AC45}" type="pres">
      <dgm:prSet presAssocID="{94A63DB0-576F-4D04-B155-7C187CBBEF59}" presName="ConnectorPoint" presStyleLbl="lnNode1" presStyleIdx="2" presStyleCnt="4"/>
      <dgm:spPr>
        <a:gradFill rotWithShape="0">
          <a:gsLst>
            <a:gs pos="0">
              <a:schemeClr val="accent2">
                <a:tint val="100000"/>
                <a:shade val="100000"/>
                <a:satMod val="130000"/>
              </a:schemeClr>
            </a:gs>
            <a:gs pos="100000">
              <a:schemeClr val="accent2">
                <a:tint val="50000"/>
                <a:shade val="100000"/>
                <a:satMod val="350000"/>
              </a:schemeClr>
            </a:gs>
          </a:gsLst>
          <a:lin ang="16200000" scaled="0"/>
        </a:gradFill>
        <a:ln w="6350" cap="flat" cmpd="sng" algn="ctr">
          <a:solidFill>
            <a:schemeClr val="lt1">
              <a:hueOff val="0"/>
              <a:satOff val="0"/>
              <a:lumOff val="0"/>
              <a:alphaOff val="0"/>
            </a:schemeClr>
          </a:solidFill>
          <a:prstDash val="solid"/>
        </a:ln>
        <a:effectLst>
          <a:outerShdw blurRad="40000" dist="23000" dir="5400000" rotWithShape="0">
            <a:srgbClr val="000000">
              <a:alpha val="35000"/>
            </a:srgbClr>
          </a:outerShdw>
        </a:effectLst>
      </dgm:spPr>
    </dgm:pt>
    <dgm:pt modelId="{BE1CDC91-7935-4942-9310-F6CC7002EC2F}" type="pres">
      <dgm:prSet presAssocID="{94A63DB0-576F-4D04-B155-7C187CBBEF59}" presName="DropPinPlaceHolder" presStyleCnt="0"/>
      <dgm:spPr/>
    </dgm:pt>
    <dgm:pt modelId="{ED906D0A-C3F7-450E-94DB-1CD9D207ED76}" type="pres">
      <dgm:prSet presAssocID="{94A63DB0-576F-4D04-B155-7C187CBBEF59}" presName="DropPin" presStyleLbl="alignNode1" presStyleIdx="2" presStyleCnt="4"/>
      <dgm:spPr/>
    </dgm:pt>
    <dgm:pt modelId="{41194F04-3032-4FCB-A9E5-C53EC69D1FF7}" type="pres">
      <dgm:prSet presAssocID="{94A63DB0-576F-4D04-B155-7C187CBBEF59}" presName="Ellipse" presStyleLbl="fgAcc1" presStyleIdx="3" presStyleCnt="5"/>
      <dgm:spPr>
        <a:solidFill>
          <a:schemeClr val="lt1">
            <a:alpha val="90000"/>
            <a:hueOff val="0"/>
            <a:satOff val="0"/>
            <a:lumOff val="0"/>
            <a:alphaOff val="0"/>
          </a:schemeClr>
        </a:solidFill>
        <a:ln w="9525" cap="flat" cmpd="sng" algn="ctr">
          <a:noFill/>
          <a:prstDash val="solid"/>
        </a:ln>
        <a:effectLst/>
      </dgm:spPr>
    </dgm:pt>
    <dgm:pt modelId="{138A9B27-50A5-426B-8650-C32EF0A2F8D3}" type="pres">
      <dgm:prSet presAssocID="{94A63DB0-576F-4D04-B155-7C187CBBEF59}" presName="L2TextContainer" presStyleLbl="revTx" presStyleIdx="4" presStyleCnt="8">
        <dgm:presLayoutVars>
          <dgm:bulletEnabled val="1"/>
        </dgm:presLayoutVars>
      </dgm:prSet>
      <dgm:spPr/>
    </dgm:pt>
    <dgm:pt modelId="{306C372D-14CE-460B-83F8-3725EE3EBD6E}" type="pres">
      <dgm:prSet presAssocID="{94A63DB0-576F-4D04-B155-7C187CBBEF59}" presName="L1TextContainer" presStyleLbl="revTx" presStyleIdx="5" presStyleCnt="8">
        <dgm:presLayoutVars>
          <dgm:chMax val="1"/>
          <dgm:chPref val="1"/>
          <dgm:bulletEnabled val="1"/>
        </dgm:presLayoutVars>
      </dgm:prSet>
      <dgm:spPr/>
    </dgm:pt>
    <dgm:pt modelId="{42EAF2B6-AFDD-499F-969C-830BBB8EC524}" type="pres">
      <dgm:prSet presAssocID="{94A63DB0-576F-4D04-B155-7C187CBBEF59}" presName="ConnectLine" presStyleLbl="sibTrans1D1" presStyleIdx="2" presStyleCnt="4"/>
      <dgm:spPr>
        <a:noFill/>
        <a:ln w="12700" cap="flat" cmpd="sng" algn="ctr">
          <a:solidFill>
            <a:schemeClr val="accent2">
              <a:hueOff val="3121013"/>
              <a:satOff val="-3893"/>
              <a:lumOff val="915"/>
              <a:alphaOff val="0"/>
            </a:schemeClr>
          </a:solidFill>
          <a:prstDash val="dash"/>
        </a:ln>
        <a:effectLst/>
      </dgm:spPr>
    </dgm:pt>
    <dgm:pt modelId="{A33FAFD3-38F6-4D22-AF90-0EB4A05AD16D}" type="pres">
      <dgm:prSet presAssocID="{94A63DB0-576F-4D04-B155-7C187CBBEF59}" presName="EmptyPlaceHolder" presStyleCnt="0"/>
      <dgm:spPr/>
    </dgm:pt>
    <dgm:pt modelId="{D6289453-5BF9-4534-AD41-E4F4A34649A2}" type="pres">
      <dgm:prSet presAssocID="{91804654-5F55-4DE2-86D7-FEF9E014A1F3}" presName="spaceBetweenRectangles" presStyleCnt="0"/>
      <dgm:spPr/>
    </dgm:pt>
    <dgm:pt modelId="{7BD7407F-EEA4-48A4-AD94-DB04B7C7FDB5}" type="pres">
      <dgm:prSet presAssocID="{AA0BDBE0-6315-4AD6-9682-CD92CFA79931}" presName="composite" presStyleCnt="0"/>
      <dgm:spPr/>
    </dgm:pt>
    <dgm:pt modelId="{7C332D10-6F80-4E5F-81FF-7326DC5FF70E}" type="pres">
      <dgm:prSet presAssocID="{AA0BDBE0-6315-4AD6-9682-CD92CFA79931}" presName="ConnectorPoint" presStyleLbl="lnNode1" presStyleIdx="3" presStyleCnt="4"/>
      <dgm:spPr>
        <a:gradFill rotWithShape="0">
          <a:gsLst>
            <a:gs pos="0">
              <a:schemeClr val="accent2">
                <a:tint val="100000"/>
                <a:shade val="100000"/>
                <a:satMod val="130000"/>
              </a:schemeClr>
            </a:gs>
            <a:gs pos="100000">
              <a:schemeClr val="accent2">
                <a:tint val="50000"/>
                <a:shade val="100000"/>
                <a:satMod val="350000"/>
              </a:schemeClr>
            </a:gs>
          </a:gsLst>
          <a:lin ang="16200000" scaled="0"/>
        </a:gradFill>
        <a:ln w="6350" cap="flat" cmpd="sng" algn="ctr">
          <a:solidFill>
            <a:schemeClr val="lt1">
              <a:hueOff val="0"/>
              <a:satOff val="0"/>
              <a:lumOff val="0"/>
              <a:alphaOff val="0"/>
            </a:schemeClr>
          </a:solidFill>
          <a:prstDash val="solid"/>
        </a:ln>
        <a:effectLst>
          <a:outerShdw blurRad="40000" dist="23000" dir="5400000" rotWithShape="0">
            <a:srgbClr val="000000">
              <a:alpha val="35000"/>
            </a:srgbClr>
          </a:outerShdw>
        </a:effectLst>
      </dgm:spPr>
    </dgm:pt>
    <dgm:pt modelId="{DBCD4A19-C933-438D-ACBF-E13D29DB5483}" type="pres">
      <dgm:prSet presAssocID="{AA0BDBE0-6315-4AD6-9682-CD92CFA79931}" presName="DropPinPlaceHolder" presStyleCnt="0"/>
      <dgm:spPr/>
    </dgm:pt>
    <dgm:pt modelId="{106E4B21-8853-4B96-A623-648B526BBB27}" type="pres">
      <dgm:prSet presAssocID="{AA0BDBE0-6315-4AD6-9682-CD92CFA79931}" presName="DropPin" presStyleLbl="alignNode1" presStyleIdx="3" presStyleCnt="4"/>
      <dgm:spPr/>
    </dgm:pt>
    <dgm:pt modelId="{1F2BD3D9-AF56-474E-B9EA-EA03E98F32C3}" type="pres">
      <dgm:prSet presAssocID="{AA0BDBE0-6315-4AD6-9682-CD92CFA79931}" presName="Ellipse" presStyleLbl="fgAcc1" presStyleIdx="4" presStyleCnt="5"/>
      <dgm:spPr>
        <a:solidFill>
          <a:schemeClr val="lt1">
            <a:alpha val="90000"/>
            <a:hueOff val="0"/>
            <a:satOff val="0"/>
            <a:lumOff val="0"/>
            <a:alphaOff val="0"/>
          </a:schemeClr>
        </a:solidFill>
        <a:ln w="9525" cap="flat" cmpd="sng" algn="ctr">
          <a:noFill/>
          <a:prstDash val="solid"/>
        </a:ln>
        <a:effectLst/>
      </dgm:spPr>
    </dgm:pt>
    <dgm:pt modelId="{A68B8268-0D01-4C06-A9CB-946E93A6CBB2}" type="pres">
      <dgm:prSet presAssocID="{AA0BDBE0-6315-4AD6-9682-CD92CFA79931}" presName="L2TextContainer" presStyleLbl="revTx" presStyleIdx="6" presStyleCnt="8">
        <dgm:presLayoutVars>
          <dgm:bulletEnabled val="1"/>
        </dgm:presLayoutVars>
      </dgm:prSet>
      <dgm:spPr/>
    </dgm:pt>
    <dgm:pt modelId="{F88A638B-2E96-4F68-8AA9-DCD9C461B56C}" type="pres">
      <dgm:prSet presAssocID="{AA0BDBE0-6315-4AD6-9682-CD92CFA79931}" presName="L1TextContainer" presStyleLbl="revTx" presStyleIdx="7" presStyleCnt="8">
        <dgm:presLayoutVars>
          <dgm:chMax val="1"/>
          <dgm:chPref val="1"/>
          <dgm:bulletEnabled val="1"/>
        </dgm:presLayoutVars>
      </dgm:prSet>
      <dgm:spPr/>
    </dgm:pt>
    <dgm:pt modelId="{6CE1DF2B-C9ED-49BD-8865-286D45EB6D2F}" type="pres">
      <dgm:prSet presAssocID="{AA0BDBE0-6315-4AD6-9682-CD92CFA79931}" presName="ConnectLine" presStyleLbl="sibTrans1D1" presStyleIdx="3" presStyleCnt="4"/>
      <dgm:spPr>
        <a:noFill/>
        <a:ln w="12700" cap="flat" cmpd="sng" algn="ctr">
          <a:solidFill>
            <a:schemeClr val="accent2">
              <a:hueOff val="4681519"/>
              <a:satOff val="-5839"/>
              <a:lumOff val="1373"/>
              <a:alphaOff val="0"/>
            </a:schemeClr>
          </a:solidFill>
          <a:prstDash val="dash"/>
        </a:ln>
        <a:effectLst/>
      </dgm:spPr>
    </dgm:pt>
    <dgm:pt modelId="{15557FA7-5ADF-4135-A620-6C71BBBD2EA3}" type="pres">
      <dgm:prSet presAssocID="{AA0BDBE0-6315-4AD6-9682-CD92CFA79931}" presName="EmptyPlaceHolder" presStyleCnt="0"/>
      <dgm:spPr/>
    </dgm:pt>
  </dgm:ptLst>
  <dgm:cxnLst>
    <dgm:cxn modelId="{EF9E4110-9B9D-4968-8A85-967CD137DCB0}" srcId="{0C9610B2-DDE8-4AC1-8D52-4EDB4D5DFE62}" destId="{0411C5A5-4E3B-4368-B474-C0AD914560CE}" srcOrd="0" destOrd="0" parTransId="{344DC6CB-C985-4A78-9B81-DFA79D1B1CF6}" sibTransId="{8DFB5408-BF69-4371-B953-097D00807AF2}"/>
    <dgm:cxn modelId="{A5C2B31C-C6DE-4B2C-88CC-66E444ED750E}" type="presOf" srcId="{82095EE2-6EE5-4E1F-B51C-1EF9174996D2}" destId="{059B629A-B7B9-4015-93B6-F8DEBD854DE6}" srcOrd="0" destOrd="0" presId="urn:microsoft.com/office/officeart/2017/3/layout/DropPinTimeline"/>
    <dgm:cxn modelId="{08A6F222-5A61-415B-B665-06F345F3FABB}" type="presOf" srcId="{3C35150C-E2AB-45A6-A5F5-3BC6710457A1}" destId="{A68B8268-0D01-4C06-A9CB-946E93A6CBB2}" srcOrd="0" destOrd="0" presId="urn:microsoft.com/office/officeart/2017/3/layout/DropPinTimeline"/>
    <dgm:cxn modelId="{F3C8062C-CBCE-404F-97E5-5F9AFD1E4705}" srcId="{82095EE2-6EE5-4E1F-B51C-1EF9174996D2}" destId="{63432109-AA66-48B0-868F-39D2B6CF3A42}" srcOrd="0" destOrd="0" parTransId="{11D7AA5E-8B9A-45CD-B9BA-3BEE49769910}" sibTransId="{163EC844-CAAE-4B2B-8359-D76EB7B41E20}"/>
    <dgm:cxn modelId="{25BF0238-ADF1-4A3C-B70F-ED5A866DA52E}" type="presOf" srcId="{4EEBB92B-730E-491A-AFE6-1ED3E8D35ED6}" destId="{1EE82F6B-2518-4B7F-93EC-5FA6AB19E327}" srcOrd="0" destOrd="2" presId="urn:microsoft.com/office/officeart/2017/3/layout/DropPinTimeline"/>
    <dgm:cxn modelId="{66E38C5C-DD81-4F52-B4AA-33E7D33FA7DD}" type="presOf" srcId="{CA755E60-518B-4E99-9436-664F0E1D166F}" destId="{0AB8801E-1579-42ED-A789-2ECAF4AB322C}" srcOrd="0" destOrd="0" presId="urn:microsoft.com/office/officeart/2017/3/layout/DropPinTimeline"/>
    <dgm:cxn modelId="{437CF15E-F46A-4D40-9301-E1ACC5F414BE}" srcId="{3C35150C-E2AB-45A6-A5F5-3BC6710457A1}" destId="{3364BF5B-52E5-44D4-8BF0-AC88BB5CAF44}" srcOrd="1" destOrd="0" parTransId="{3E16BBCC-E416-48C8-907B-B9177BBA3CD5}" sibTransId="{F710B50D-7CD2-489F-A0F8-B5E706B1F65A}"/>
    <dgm:cxn modelId="{FD858A44-DCA0-469F-9C02-39419D65A083}" type="presOf" srcId="{3364BF5B-52E5-44D4-8BF0-AC88BB5CAF44}" destId="{A68B8268-0D01-4C06-A9CB-946E93A6CBB2}" srcOrd="0" destOrd="2" presId="urn:microsoft.com/office/officeart/2017/3/layout/DropPinTimeline"/>
    <dgm:cxn modelId="{C801B970-CE7A-49CD-A0F7-3FE833AF582D}" srcId="{E8E6DD93-8E71-4AA8-BC7F-B98C07D36366}" destId="{F1FA3C45-43D2-48A0-9A64-D36806AD49AE}" srcOrd="0" destOrd="0" parTransId="{3F53A41C-04BF-4108-8F17-99BA8166380F}" sibTransId="{20F4FA57-3877-4B73-82C9-51AA48414DE7}"/>
    <dgm:cxn modelId="{1BF6DA70-BCBF-44DD-82E2-2BBFE6EB861D}" type="presOf" srcId="{DF3B1D06-C82C-4D13-BABB-06CDB84E8973}" destId="{A68B8268-0D01-4C06-A9CB-946E93A6CBB2}" srcOrd="0" destOrd="1" presId="urn:microsoft.com/office/officeart/2017/3/layout/DropPinTimeline"/>
    <dgm:cxn modelId="{6ED9FC52-3F1E-4EF6-A3C9-94D760ADCFF4}" type="presOf" srcId="{F1FA3C45-43D2-48A0-9A64-D36806AD49AE}" destId="{138A9B27-50A5-426B-8650-C32EF0A2F8D3}" srcOrd="0" destOrd="1" presId="urn:microsoft.com/office/officeart/2017/3/layout/DropPinTimeline"/>
    <dgm:cxn modelId="{3B83DC76-C3C4-49E9-8C38-1C012A2438C4}" srcId="{0411C5A5-4E3B-4368-B474-C0AD914560CE}" destId="{612F7DAC-C247-49D9-939A-929B29FA4D93}" srcOrd="0" destOrd="0" parTransId="{2683771D-6D74-4526-8067-98DFA77B0045}" sibTransId="{EF5E2993-77F9-4FD4-8425-4555E21712E9}"/>
    <dgm:cxn modelId="{DEE4397F-0047-45F0-ABDA-8C1EF1CDD08A}" srcId="{3C35150C-E2AB-45A6-A5F5-3BC6710457A1}" destId="{DF3B1D06-C82C-4D13-BABB-06CDB84E8973}" srcOrd="0" destOrd="0" parTransId="{68129C74-3BA4-418C-B11C-439070A5F9AB}" sibTransId="{98E70967-6D1A-4C90-97AF-AB532DF9615A}"/>
    <dgm:cxn modelId="{6226B287-BB6D-4329-A386-4E679609BCF3}" type="presOf" srcId="{0C9610B2-DDE8-4AC1-8D52-4EDB4D5DFE62}" destId="{0BDC7F5E-9396-48E2-8D48-21AD447CAF52}" srcOrd="0" destOrd="0" presId="urn:microsoft.com/office/officeart/2017/3/layout/DropPinTimeline"/>
    <dgm:cxn modelId="{840B0088-F50C-43BB-9DD2-8DFFC126D019}" srcId="{63432109-AA66-48B0-868F-39D2B6CF3A42}" destId="{DBAE58F5-6608-47BA-9BB6-981BD07A8C94}" srcOrd="0" destOrd="0" parTransId="{F7E8A471-CFF6-42ED-BDD4-BEE893F28B4B}" sibTransId="{E9E21C8A-41C6-444F-902A-19D47B84076D}"/>
    <dgm:cxn modelId="{1F86298E-CC2F-4A68-BD3B-5B61AF6EBD70}" srcId="{0411C5A5-4E3B-4368-B474-C0AD914560CE}" destId="{4EEBB92B-730E-491A-AFE6-1ED3E8D35ED6}" srcOrd="1" destOrd="0" parTransId="{1F43A8BA-9E08-4F7D-B16F-D69F6C1EACA6}" sibTransId="{8982FE1D-B0F9-4D8E-8E8B-898F89534D98}"/>
    <dgm:cxn modelId="{B1257596-719F-4328-8BD0-1CC78B978EED}" type="presOf" srcId="{94A63DB0-576F-4D04-B155-7C187CBBEF59}" destId="{306C372D-14CE-460B-83F8-3725EE3EBD6E}" srcOrd="0" destOrd="0" presId="urn:microsoft.com/office/officeart/2017/3/layout/DropPinTimeline"/>
    <dgm:cxn modelId="{15B10798-7706-4E24-B0AA-70EF3D454243}" type="presOf" srcId="{0411C5A5-4E3B-4368-B474-C0AD914560CE}" destId="{1EE82F6B-2518-4B7F-93EC-5FA6AB19E327}" srcOrd="0" destOrd="0" presId="urn:microsoft.com/office/officeart/2017/3/layout/DropPinTimeline"/>
    <dgm:cxn modelId="{86C0019F-4B6D-4748-921E-8A59B8977034}" srcId="{AA0BDBE0-6315-4AD6-9682-CD92CFA79931}" destId="{3C35150C-E2AB-45A6-A5F5-3BC6710457A1}" srcOrd="0" destOrd="0" parTransId="{828193DC-E115-4547-8B16-00282AB95E9A}" sibTransId="{8693606D-2C3A-4205-BFCD-8D8EFCE6BBB0}"/>
    <dgm:cxn modelId="{BD8471A4-3FA2-4E65-886D-1BB00919123E}" srcId="{CA755E60-518B-4E99-9436-664F0E1D166F}" destId="{0C9610B2-DDE8-4AC1-8D52-4EDB4D5DFE62}" srcOrd="0" destOrd="0" parTransId="{4FD7C406-A6DC-4866-A97D-C1AC2E23A5C5}" sibTransId="{CE0F02FC-3C9B-4398-A2DA-1215EB0B4CFB}"/>
    <dgm:cxn modelId="{9CFE48B0-BA59-4F18-B21F-11B056F87830}" type="presOf" srcId="{AA0BDBE0-6315-4AD6-9682-CD92CFA79931}" destId="{F88A638B-2E96-4F68-8AA9-DCD9C461B56C}" srcOrd="0" destOrd="0" presId="urn:microsoft.com/office/officeart/2017/3/layout/DropPinTimeline"/>
    <dgm:cxn modelId="{ACADAFB0-22DC-4ED3-901D-D4DE070AC76F}" srcId="{CA755E60-518B-4E99-9436-664F0E1D166F}" destId="{82095EE2-6EE5-4E1F-B51C-1EF9174996D2}" srcOrd="1" destOrd="0" parTransId="{E8BFFF61-E09B-4224-83F0-FC74F8EE0B12}" sibTransId="{9DC9C749-76F1-41C6-8A97-1154A7F7AE60}"/>
    <dgm:cxn modelId="{26E7D7B2-DBF4-4C96-BC00-2CFC34659922}" type="presOf" srcId="{CD750991-F997-40B3-B266-016029A2D1A8}" destId="{138A9B27-50A5-426B-8650-C32EF0A2F8D3}" srcOrd="0" destOrd="2" presId="urn:microsoft.com/office/officeart/2017/3/layout/DropPinTimeline"/>
    <dgm:cxn modelId="{2F75BAB4-1706-4E0A-BE41-53A36914CE4F}" srcId="{CA755E60-518B-4E99-9436-664F0E1D166F}" destId="{94A63DB0-576F-4D04-B155-7C187CBBEF59}" srcOrd="2" destOrd="0" parTransId="{7D1228F3-915A-47BD-AA36-A724718A2FB0}" sibTransId="{91804654-5F55-4DE2-86D7-FEF9E014A1F3}"/>
    <dgm:cxn modelId="{F673EEC7-3199-4F88-A222-4D59AC422799}" srcId="{CA755E60-518B-4E99-9436-664F0E1D166F}" destId="{AA0BDBE0-6315-4AD6-9682-CD92CFA79931}" srcOrd="3" destOrd="0" parTransId="{F8090572-2D72-461F-A326-CA5CAF1A5850}" sibTransId="{3CD55FFB-308B-4B73-9E84-2D9DDF905583}"/>
    <dgm:cxn modelId="{BCBDBDE3-62C2-4A2D-A3C2-4A0AF1A4CC62}" srcId="{94A63DB0-576F-4D04-B155-7C187CBBEF59}" destId="{E8E6DD93-8E71-4AA8-BC7F-B98C07D36366}" srcOrd="0" destOrd="0" parTransId="{FE70C603-9A36-4751-8892-503E7732F08D}" sibTransId="{D6CA0265-2650-45C2-971F-BBB4637385DA}"/>
    <dgm:cxn modelId="{57CA6EEF-4CCF-42B6-9E8C-59FEE3A9E2C0}" type="presOf" srcId="{612F7DAC-C247-49D9-939A-929B29FA4D93}" destId="{1EE82F6B-2518-4B7F-93EC-5FA6AB19E327}" srcOrd="0" destOrd="1" presId="urn:microsoft.com/office/officeart/2017/3/layout/DropPinTimeline"/>
    <dgm:cxn modelId="{E7C747F2-7CF9-41CF-B28D-BC115041295E}" srcId="{E8E6DD93-8E71-4AA8-BC7F-B98C07D36366}" destId="{CD750991-F997-40B3-B266-016029A2D1A8}" srcOrd="1" destOrd="0" parTransId="{0DFBA931-2369-4985-B015-786FC21C440A}" sibTransId="{3B37FA01-B25E-459A-B21A-9E14345D0D65}"/>
    <dgm:cxn modelId="{C66FA6F3-139F-4E8E-9AA8-E07FBACF5A77}" type="presOf" srcId="{63432109-AA66-48B0-868F-39D2B6CF3A42}" destId="{1C9E0FD4-E1E8-47DF-ACD1-8BAF003C920F}" srcOrd="0" destOrd="0" presId="urn:microsoft.com/office/officeart/2017/3/layout/DropPinTimeline"/>
    <dgm:cxn modelId="{68B359F4-2AFD-4A62-9380-952162B384C8}" type="presOf" srcId="{E8E6DD93-8E71-4AA8-BC7F-B98C07D36366}" destId="{138A9B27-50A5-426B-8650-C32EF0A2F8D3}" srcOrd="0" destOrd="0" presId="urn:microsoft.com/office/officeart/2017/3/layout/DropPinTimeline"/>
    <dgm:cxn modelId="{77FCD7FA-22CE-4A5F-A628-C6FB6B792DDE}" type="presOf" srcId="{DBAE58F5-6608-47BA-9BB6-981BD07A8C94}" destId="{1C9E0FD4-E1E8-47DF-ACD1-8BAF003C920F}" srcOrd="0" destOrd="1" presId="urn:microsoft.com/office/officeart/2017/3/layout/DropPinTimeline"/>
    <dgm:cxn modelId="{9AD63517-C87A-4918-83E7-8A2055D79E7F}" type="presParOf" srcId="{0AB8801E-1579-42ED-A789-2ECAF4AB322C}" destId="{B5E15338-1371-4477-83BA-9E3C3B089072}" srcOrd="0" destOrd="0" presId="urn:microsoft.com/office/officeart/2017/3/layout/DropPinTimeline"/>
    <dgm:cxn modelId="{A0ACAC54-ACF5-4D7A-BFB6-FACF920EADD1}" type="presParOf" srcId="{0AB8801E-1579-42ED-A789-2ECAF4AB322C}" destId="{8A594A15-9ADC-4C7E-88E1-B13D96062ED3}" srcOrd="1" destOrd="0" presId="urn:microsoft.com/office/officeart/2017/3/layout/DropPinTimeline"/>
    <dgm:cxn modelId="{0B572AA8-7633-492B-BB12-818FE2E45A91}" type="presParOf" srcId="{8A594A15-9ADC-4C7E-88E1-B13D96062ED3}" destId="{68049BDC-3B7D-4706-9D83-797B31F32C42}" srcOrd="0" destOrd="0" presId="urn:microsoft.com/office/officeart/2017/3/layout/DropPinTimeline"/>
    <dgm:cxn modelId="{3155EDC5-EE2A-45D5-B461-8463E424BD79}" type="presParOf" srcId="{68049BDC-3B7D-4706-9D83-797B31F32C42}" destId="{2978D7B1-6929-498E-ABEB-D0E3E989E35E}" srcOrd="0" destOrd="0" presId="urn:microsoft.com/office/officeart/2017/3/layout/DropPinTimeline"/>
    <dgm:cxn modelId="{151FE223-BFF0-4E3B-86E1-823BD6F9D693}" type="presParOf" srcId="{68049BDC-3B7D-4706-9D83-797B31F32C42}" destId="{03E8CB31-E8D6-4E71-9E33-EAF0E7DF410A}" srcOrd="1" destOrd="0" presId="urn:microsoft.com/office/officeart/2017/3/layout/DropPinTimeline"/>
    <dgm:cxn modelId="{C6FD99C5-3FA8-45E9-B963-D06D86DB7BCA}" type="presParOf" srcId="{03E8CB31-E8D6-4E71-9E33-EAF0E7DF410A}" destId="{8ED721CF-584D-4795-8297-EC1EF25C3D01}" srcOrd="0" destOrd="0" presId="urn:microsoft.com/office/officeart/2017/3/layout/DropPinTimeline"/>
    <dgm:cxn modelId="{2E362F82-C019-4BA5-9B2B-B58AF4249CFB}" type="presParOf" srcId="{03E8CB31-E8D6-4E71-9E33-EAF0E7DF410A}" destId="{52F76DDA-2937-4574-878C-BC685312B9B9}" srcOrd="1" destOrd="0" presId="urn:microsoft.com/office/officeart/2017/3/layout/DropPinTimeline"/>
    <dgm:cxn modelId="{74AD68BD-C3D9-42DF-A487-FD9526BDAF17}" type="presParOf" srcId="{68049BDC-3B7D-4706-9D83-797B31F32C42}" destId="{1EE82F6B-2518-4B7F-93EC-5FA6AB19E327}" srcOrd="2" destOrd="0" presId="urn:microsoft.com/office/officeart/2017/3/layout/DropPinTimeline"/>
    <dgm:cxn modelId="{708EE22E-19D0-40CD-81B3-9C5CDA52E189}" type="presParOf" srcId="{68049BDC-3B7D-4706-9D83-797B31F32C42}" destId="{0BDC7F5E-9396-48E2-8D48-21AD447CAF52}" srcOrd="3" destOrd="0" presId="urn:microsoft.com/office/officeart/2017/3/layout/DropPinTimeline"/>
    <dgm:cxn modelId="{2D2EA582-BA12-4759-A51A-A1C95E4DFD68}" type="presParOf" srcId="{68049BDC-3B7D-4706-9D83-797B31F32C42}" destId="{12180897-EA21-4A4D-9EF4-00CC5A62004D}" srcOrd="4" destOrd="0" presId="urn:microsoft.com/office/officeart/2017/3/layout/DropPinTimeline"/>
    <dgm:cxn modelId="{E147F5FD-C964-4AF9-BE04-F6ADA98F4588}" type="presParOf" srcId="{68049BDC-3B7D-4706-9D83-797B31F32C42}" destId="{06538F3C-9965-4331-A8F5-0A909C1999E2}" srcOrd="5" destOrd="0" presId="urn:microsoft.com/office/officeart/2017/3/layout/DropPinTimeline"/>
    <dgm:cxn modelId="{B2B172C0-32BD-4D30-B81F-F82C1494382D}" type="presParOf" srcId="{8A594A15-9ADC-4C7E-88E1-B13D96062ED3}" destId="{9763D711-99A1-4B45-BBE8-49038FF0D1E7}" srcOrd="1" destOrd="0" presId="urn:microsoft.com/office/officeart/2017/3/layout/DropPinTimeline"/>
    <dgm:cxn modelId="{635261BC-A366-48F1-A9E5-491C27299124}" type="presParOf" srcId="{8A594A15-9ADC-4C7E-88E1-B13D96062ED3}" destId="{E873B81C-A70D-4050-9D9A-62578323F482}" srcOrd="2" destOrd="0" presId="urn:microsoft.com/office/officeart/2017/3/layout/DropPinTimeline"/>
    <dgm:cxn modelId="{EEF3D565-18FE-4910-A604-F0FF6795781E}" type="presParOf" srcId="{E873B81C-A70D-4050-9D9A-62578323F482}" destId="{66D4577B-CA83-4DA3-BBA4-84A24904560B}" srcOrd="0" destOrd="0" presId="urn:microsoft.com/office/officeart/2017/3/layout/DropPinTimeline"/>
    <dgm:cxn modelId="{BC530433-34E9-42CF-8099-4E47E14758D9}" type="presParOf" srcId="{E873B81C-A70D-4050-9D9A-62578323F482}" destId="{7880901F-5B80-425D-81EC-DFA2F47780DF}" srcOrd="1" destOrd="0" presId="urn:microsoft.com/office/officeart/2017/3/layout/DropPinTimeline"/>
    <dgm:cxn modelId="{CC6C6693-A8AC-474B-B764-0FACF657D544}" type="presParOf" srcId="{7880901F-5B80-425D-81EC-DFA2F47780DF}" destId="{AC0202B8-EE54-4151-A4F6-0EF70512B7D5}" srcOrd="0" destOrd="0" presId="urn:microsoft.com/office/officeart/2017/3/layout/DropPinTimeline"/>
    <dgm:cxn modelId="{F1A44A51-AF58-4AC4-A314-63ED0ECC9444}" type="presParOf" srcId="{7880901F-5B80-425D-81EC-DFA2F47780DF}" destId="{50F4E4D6-7F16-4357-8B53-DF4E668A95C2}" srcOrd="1" destOrd="0" presId="urn:microsoft.com/office/officeart/2017/3/layout/DropPinTimeline"/>
    <dgm:cxn modelId="{D4197EE8-C9C2-4122-B1B4-8E55703AB807}" type="presParOf" srcId="{E873B81C-A70D-4050-9D9A-62578323F482}" destId="{1C9E0FD4-E1E8-47DF-ACD1-8BAF003C920F}" srcOrd="2" destOrd="0" presId="urn:microsoft.com/office/officeart/2017/3/layout/DropPinTimeline"/>
    <dgm:cxn modelId="{B6E68991-8B11-4BA4-8346-3BDBE97E3E65}" type="presParOf" srcId="{E873B81C-A70D-4050-9D9A-62578323F482}" destId="{059B629A-B7B9-4015-93B6-F8DEBD854DE6}" srcOrd="3" destOrd="0" presId="urn:microsoft.com/office/officeart/2017/3/layout/DropPinTimeline"/>
    <dgm:cxn modelId="{0254C58E-6464-4F15-A711-04D4D400A811}" type="presParOf" srcId="{E873B81C-A70D-4050-9D9A-62578323F482}" destId="{30BE676E-3C78-4913-9089-399D52156FAE}" srcOrd="4" destOrd="0" presId="urn:microsoft.com/office/officeart/2017/3/layout/DropPinTimeline"/>
    <dgm:cxn modelId="{8B2C2AD7-6B55-4F17-A8DF-3CB2BDAFA8AB}" type="presParOf" srcId="{E873B81C-A70D-4050-9D9A-62578323F482}" destId="{9B33B73C-19B3-4AB1-84E7-A9B08F8691C1}" srcOrd="5" destOrd="0" presId="urn:microsoft.com/office/officeart/2017/3/layout/DropPinTimeline"/>
    <dgm:cxn modelId="{3F515DE7-3690-40D0-A0AE-58BECB04D7F8}" type="presParOf" srcId="{8A594A15-9ADC-4C7E-88E1-B13D96062ED3}" destId="{51470B62-33C0-486E-91DB-10F9FEBEB702}" srcOrd="3" destOrd="0" presId="urn:microsoft.com/office/officeart/2017/3/layout/DropPinTimeline"/>
    <dgm:cxn modelId="{CBB100BC-AA22-4FF3-8795-ABB10CEE3707}" type="presParOf" srcId="{8A594A15-9ADC-4C7E-88E1-B13D96062ED3}" destId="{248DD1A2-CB3F-4748-8441-823BE9A0A42A}" srcOrd="4" destOrd="0" presId="urn:microsoft.com/office/officeart/2017/3/layout/DropPinTimeline"/>
    <dgm:cxn modelId="{9F20B81F-708C-410D-9DD2-A060C1F41FD2}" type="presParOf" srcId="{248DD1A2-CB3F-4748-8441-823BE9A0A42A}" destId="{EBDE23F7-3A0B-44D1-B650-E75B9132AC45}" srcOrd="0" destOrd="0" presId="urn:microsoft.com/office/officeart/2017/3/layout/DropPinTimeline"/>
    <dgm:cxn modelId="{2147843D-4936-4A12-8A72-98026214C639}" type="presParOf" srcId="{248DD1A2-CB3F-4748-8441-823BE9A0A42A}" destId="{BE1CDC91-7935-4942-9310-F6CC7002EC2F}" srcOrd="1" destOrd="0" presId="urn:microsoft.com/office/officeart/2017/3/layout/DropPinTimeline"/>
    <dgm:cxn modelId="{A5A99779-0C5E-4473-8752-19063915E03F}" type="presParOf" srcId="{BE1CDC91-7935-4942-9310-F6CC7002EC2F}" destId="{ED906D0A-C3F7-450E-94DB-1CD9D207ED76}" srcOrd="0" destOrd="0" presId="urn:microsoft.com/office/officeart/2017/3/layout/DropPinTimeline"/>
    <dgm:cxn modelId="{A3F49D93-34D2-4944-9F49-3A4E71E0B606}" type="presParOf" srcId="{BE1CDC91-7935-4942-9310-F6CC7002EC2F}" destId="{41194F04-3032-4FCB-A9E5-C53EC69D1FF7}" srcOrd="1" destOrd="0" presId="urn:microsoft.com/office/officeart/2017/3/layout/DropPinTimeline"/>
    <dgm:cxn modelId="{32545C79-E9B5-40C2-881D-9245D912B769}" type="presParOf" srcId="{248DD1A2-CB3F-4748-8441-823BE9A0A42A}" destId="{138A9B27-50A5-426B-8650-C32EF0A2F8D3}" srcOrd="2" destOrd="0" presId="urn:microsoft.com/office/officeart/2017/3/layout/DropPinTimeline"/>
    <dgm:cxn modelId="{54F2A1F1-3A28-4526-98DB-266F4DECF8FB}" type="presParOf" srcId="{248DD1A2-CB3F-4748-8441-823BE9A0A42A}" destId="{306C372D-14CE-460B-83F8-3725EE3EBD6E}" srcOrd="3" destOrd="0" presId="urn:microsoft.com/office/officeart/2017/3/layout/DropPinTimeline"/>
    <dgm:cxn modelId="{57D01256-DEAA-46F7-9058-608BE1F3E6B7}" type="presParOf" srcId="{248DD1A2-CB3F-4748-8441-823BE9A0A42A}" destId="{42EAF2B6-AFDD-499F-969C-830BBB8EC524}" srcOrd="4" destOrd="0" presId="urn:microsoft.com/office/officeart/2017/3/layout/DropPinTimeline"/>
    <dgm:cxn modelId="{98F3B73E-5B88-4430-9545-B32CF938E1E3}" type="presParOf" srcId="{248DD1A2-CB3F-4748-8441-823BE9A0A42A}" destId="{A33FAFD3-38F6-4D22-AF90-0EB4A05AD16D}" srcOrd="5" destOrd="0" presId="urn:microsoft.com/office/officeart/2017/3/layout/DropPinTimeline"/>
    <dgm:cxn modelId="{076D4AA0-9B8D-4873-AF5B-B0C5510706F2}" type="presParOf" srcId="{8A594A15-9ADC-4C7E-88E1-B13D96062ED3}" destId="{D6289453-5BF9-4534-AD41-E4F4A34649A2}" srcOrd="5" destOrd="0" presId="urn:microsoft.com/office/officeart/2017/3/layout/DropPinTimeline"/>
    <dgm:cxn modelId="{8C5DEF0B-4615-443A-94FA-36C9DCE0458C}" type="presParOf" srcId="{8A594A15-9ADC-4C7E-88E1-B13D96062ED3}" destId="{7BD7407F-EEA4-48A4-AD94-DB04B7C7FDB5}" srcOrd="6" destOrd="0" presId="urn:microsoft.com/office/officeart/2017/3/layout/DropPinTimeline"/>
    <dgm:cxn modelId="{CC30055B-16AA-4530-993D-C6FD337DE10D}" type="presParOf" srcId="{7BD7407F-EEA4-48A4-AD94-DB04B7C7FDB5}" destId="{7C332D10-6F80-4E5F-81FF-7326DC5FF70E}" srcOrd="0" destOrd="0" presId="urn:microsoft.com/office/officeart/2017/3/layout/DropPinTimeline"/>
    <dgm:cxn modelId="{A1FC1986-210B-44FD-85D0-EB10287286F1}" type="presParOf" srcId="{7BD7407F-EEA4-48A4-AD94-DB04B7C7FDB5}" destId="{DBCD4A19-C933-438D-ACBF-E13D29DB5483}" srcOrd="1" destOrd="0" presId="urn:microsoft.com/office/officeart/2017/3/layout/DropPinTimeline"/>
    <dgm:cxn modelId="{5F6A3D9E-00C2-4358-A3FC-610BD8349A43}" type="presParOf" srcId="{DBCD4A19-C933-438D-ACBF-E13D29DB5483}" destId="{106E4B21-8853-4B96-A623-648B526BBB27}" srcOrd="0" destOrd="0" presId="urn:microsoft.com/office/officeart/2017/3/layout/DropPinTimeline"/>
    <dgm:cxn modelId="{0603874B-E10A-433D-8F90-B1EC16F9FC54}" type="presParOf" srcId="{DBCD4A19-C933-438D-ACBF-E13D29DB5483}" destId="{1F2BD3D9-AF56-474E-B9EA-EA03E98F32C3}" srcOrd="1" destOrd="0" presId="urn:microsoft.com/office/officeart/2017/3/layout/DropPinTimeline"/>
    <dgm:cxn modelId="{574B3320-D9F9-473E-B75F-032546A6C14D}" type="presParOf" srcId="{7BD7407F-EEA4-48A4-AD94-DB04B7C7FDB5}" destId="{A68B8268-0D01-4C06-A9CB-946E93A6CBB2}" srcOrd="2" destOrd="0" presId="urn:microsoft.com/office/officeart/2017/3/layout/DropPinTimeline"/>
    <dgm:cxn modelId="{2EC61FC4-4C37-4E81-8BFE-DD00CA5B44D8}" type="presParOf" srcId="{7BD7407F-EEA4-48A4-AD94-DB04B7C7FDB5}" destId="{F88A638B-2E96-4F68-8AA9-DCD9C461B56C}" srcOrd="3" destOrd="0" presId="urn:microsoft.com/office/officeart/2017/3/layout/DropPinTimeline"/>
    <dgm:cxn modelId="{25C1EAA4-F7E6-44FF-8675-44F4CA9BEAD3}" type="presParOf" srcId="{7BD7407F-EEA4-48A4-AD94-DB04B7C7FDB5}" destId="{6CE1DF2B-C9ED-49BD-8865-286D45EB6D2F}" srcOrd="4" destOrd="0" presId="urn:microsoft.com/office/officeart/2017/3/layout/DropPinTimeline"/>
    <dgm:cxn modelId="{75A3119E-C336-47FF-95A7-C9E153FBDC9D}" type="presParOf" srcId="{7BD7407F-EEA4-48A4-AD94-DB04B7C7FDB5}" destId="{15557FA7-5ADF-4135-A620-6C71BBBD2EA3}" srcOrd="5" destOrd="0" presId="urn:microsoft.com/office/officeart/2017/3/layout/DropPin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8019C93-C850-4EBE-B9F8-FBEB6CB6968D}"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E74239DF-30B9-4FFE-82D7-7157CB3BA44B}">
      <dgm:prSet/>
      <dgm:spPr/>
      <dgm:t>
        <a:bodyPr/>
        <a:lstStyle/>
        <a:p>
          <a:pPr>
            <a:lnSpc>
              <a:spcPct val="100000"/>
            </a:lnSpc>
          </a:pPr>
          <a:r>
            <a:rPr lang="en-US"/>
            <a:t>Cost saving</a:t>
          </a:r>
        </a:p>
      </dgm:t>
    </dgm:pt>
    <dgm:pt modelId="{499FBAB6-AEA3-49A3-9C96-3AF6730461D8}" type="parTrans" cxnId="{7FC821F3-3079-489A-84BC-9686B98471F2}">
      <dgm:prSet/>
      <dgm:spPr/>
      <dgm:t>
        <a:bodyPr/>
        <a:lstStyle/>
        <a:p>
          <a:endParaRPr lang="en-US"/>
        </a:p>
      </dgm:t>
    </dgm:pt>
    <dgm:pt modelId="{3C08FE6B-D7BD-4FA4-A850-BC7B32581219}" type="sibTrans" cxnId="{7FC821F3-3079-489A-84BC-9686B98471F2}">
      <dgm:prSet/>
      <dgm:spPr/>
      <dgm:t>
        <a:bodyPr/>
        <a:lstStyle/>
        <a:p>
          <a:endParaRPr lang="en-US"/>
        </a:p>
      </dgm:t>
    </dgm:pt>
    <dgm:pt modelId="{9E0869F8-7AE2-4F61-A676-186C101073F1}">
      <dgm:prSet/>
      <dgm:spPr/>
      <dgm:t>
        <a:bodyPr/>
        <a:lstStyle/>
        <a:p>
          <a:pPr>
            <a:lnSpc>
              <a:spcPct val="100000"/>
            </a:lnSpc>
          </a:pPr>
          <a:r>
            <a:rPr lang="en-US"/>
            <a:t>Sharing of resources helps cost reduction</a:t>
          </a:r>
        </a:p>
      </dgm:t>
    </dgm:pt>
    <dgm:pt modelId="{32AC7ADE-5F0D-417E-BE81-9BEC93BE6C81}" type="parTrans" cxnId="{85962B80-1ECC-4483-814A-D44B1DEEC8CD}">
      <dgm:prSet/>
      <dgm:spPr/>
      <dgm:t>
        <a:bodyPr/>
        <a:lstStyle/>
        <a:p>
          <a:endParaRPr lang="en-US"/>
        </a:p>
      </dgm:t>
    </dgm:pt>
    <dgm:pt modelId="{2012A60D-79D0-4975-B7CF-EC08A3157BDF}" type="sibTrans" cxnId="{85962B80-1ECC-4483-814A-D44B1DEEC8CD}">
      <dgm:prSet/>
      <dgm:spPr/>
      <dgm:t>
        <a:bodyPr/>
        <a:lstStyle/>
        <a:p>
          <a:endParaRPr lang="en-US"/>
        </a:p>
      </dgm:t>
    </dgm:pt>
    <dgm:pt modelId="{39AA5798-3C97-47A5-9C20-06F5103F39FD}">
      <dgm:prSet/>
      <dgm:spPr/>
      <dgm:t>
        <a:bodyPr/>
        <a:lstStyle/>
        <a:p>
          <a:pPr>
            <a:lnSpc>
              <a:spcPct val="100000"/>
            </a:lnSpc>
          </a:pPr>
          <a:r>
            <a:rPr lang="en-US"/>
            <a:t>Isolation</a:t>
          </a:r>
        </a:p>
      </dgm:t>
    </dgm:pt>
    <dgm:pt modelId="{0607EC1A-2068-4E51-89B5-C846DDEEE56D}" type="parTrans" cxnId="{3264E256-7B5A-4C51-8E20-2FF29A911265}">
      <dgm:prSet/>
      <dgm:spPr/>
      <dgm:t>
        <a:bodyPr/>
        <a:lstStyle/>
        <a:p>
          <a:endParaRPr lang="en-US"/>
        </a:p>
      </dgm:t>
    </dgm:pt>
    <dgm:pt modelId="{A6FC4222-F6B9-4132-9DAE-DA98C8652782}" type="sibTrans" cxnId="{3264E256-7B5A-4C51-8E20-2FF29A911265}">
      <dgm:prSet/>
      <dgm:spPr/>
      <dgm:t>
        <a:bodyPr/>
        <a:lstStyle/>
        <a:p>
          <a:endParaRPr lang="en-US"/>
        </a:p>
      </dgm:t>
    </dgm:pt>
    <dgm:pt modelId="{12D293FD-BC57-40C7-82C9-9743B8545B07}">
      <dgm:prSet/>
      <dgm:spPr/>
      <dgm:t>
        <a:bodyPr/>
        <a:lstStyle/>
        <a:p>
          <a:pPr>
            <a:lnSpc>
              <a:spcPct val="100000"/>
            </a:lnSpc>
          </a:pPr>
          <a:r>
            <a:rPr lang="en-US"/>
            <a:t>Virtual machines are isolated from each other as if they are physically separated</a:t>
          </a:r>
        </a:p>
      </dgm:t>
    </dgm:pt>
    <dgm:pt modelId="{B2B43DA9-71F1-4387-A489-B7BDD09C0A02}" type="parTrans" cxnId="{03A13529-BF9C-4A73-AC02-2287DD00139E}">
      <dgm:prSet/>
      <dgm:spPr/>
      <dgm:t>
        <a:bodyPr/>
        <a:lstStyle/>
        <a:p>
          <a:endParaRPr lang="en-US"/>
        </a:p>
      </dgm:t>
    </dgm:pt>
    <dgm:pt modelId="{A47D261E-41ED-4FF5-A920-9C78D44D8D43}" type="sibTrans" cxnId="{03A13529-BF9C-4A73-AC02-2287DD00139E}">
      <dgm:prSet/>
      <dgm:spPr/>
      <dgm:t>
        <a:bodyPr/>
        <a:lstStyle/>
        <a:p>
          <a:endParaRPr lang="en-US"/>
        </a:p>
      </dgm:t>
    </dgm:pt>
    <dgm:pt modelId="{0DBB2D9D-3494-45F1-B93D-377508AF4B9B}">
      <dgm:prSet/>
      <dgm:spPr/>
      <dgm:t>
        <a:bodyPr/>
        <a:lstStyle/>
        <a:p>
          <a:pPr>
            <a:lnSpc>
              <a:spcPct val="100000"/>
            </a:lnSpc>
          </a:pPr>
          <a:r>
            <a:rPr lang="en-US"/>
            <a:t>Encapsulation</a:t>
          </a:r>
        </a:p>
      </dgm:t>
    </dgm:pt>
    <dgm:pt modelId="{5B3ABECB-C2FA-4367-AC48-2DABC6FD9A02}" type="parTrans" cxnId="{AF200E90-5454-4136-A983-CEF219E230FE}">
      <dgm:prSet/>
      <dgm:spPr/>
      <dgm:t>
        <a:bodyPr/>
        <a:lstStyle/>
        <a:p>
          <a:endParaRPr lang="en-US"/>
        </a:p>
      </dgm:t>
    </dgm:pt>
    <dgm:pt modelId="{5F5A7CD3-D784-4E18-AD95-84BF1157FD12}" type="sibTrans" cxnId="{AF200E90-5454-4136-A983-CEF219E230FE}">
      <dgm:prSet/>
      <dgm:spPr/>
      <dgm:t>
        <a:bodyPr/>
        <a:lstStyle/>
        <a:p>
          <a:endParaRPr lang="en-US"/>
        </a:p>
      </dgm:t>
    </dgm:pt>
    <dgm:pt modelId="{CD7E77F7-3BFB-4015-8E7E-8DBF4A128D44}">
      <dgm:prSet/>
      <dgm:spPr/>
      <dgm:t>
        <a:bodyPr/>
        <a:lstStyle/>
        <a:p>
          <a:pPr>
            <a:lnSpc>
              <a:spcPct val="100000"/>
            </a:lnSpc>
          </a:pPr>
          <a:r>
            <a:rPr lang="en-US"/>
            <a:t>Virtual machines encapsulate a complete computing environment</a:t>
          </a:r>
        </a:p>
      </dgm:t>
    </dgm:pt>
    <dgm:pt modelId="{48ED1BB6-D364-4E62-8C25-8EFA0223564C}" type="parTrans" cxnId="{0134F2B7-D2E4-41BB-847E-0834E62DA80D}">
      <dgm:prSet/>
      <dgm:spPr/>
      <dgm:t>
        <a:bodyPr/>
        <a:lstStyle/>
        <a:p>
          <a:endParaRPr lang="en-US"/>
        </a:p>
      </dgm:t>
    </dgm:pt>
    <dgm:pt modelId="{980F2EF9-7152-4F5A-9589-1E9B1D5BC2A4}" type="sibTrans" cxnId="{0134F2B7-D2E4-41BB-847E-0834E62DA80D}">
      <dgm:prSet/>
      <dgm:spPr/>
      <dgm:t>
        <a:bodyPr/>
        <a:lstStyle/>
        <a:p>
          <a:endParaRPr lang="en-US"/>
        </a:p>
      </dgm:t>
    </dgm:pt>
    <dgm:pt modelId="{F49266A4-6165-40D2-AD24-A7398F9CC26E}">
      <dgm:prSet/>
      <dgm:spPr/>
      <dgm:t>
        <a:bodyPr/>
        <a:lstStyle/>
        <a:p>
          <a:pPr>
            <a:lnSpc>
              <a:spcPct val="100000"/>
            </a:lnSpc>
          </a:pPr>
          <a:r>
            <a:rPr lang="en-US"/>
            <a:t>Hardware Independence</a:t>
          </a:r>
        </a:p>
      </dgm:t>
    </dgm:pt>
    <dgm:pt modelId="{384D85EE-6452-460E-B3E5-390355821E16}" type="parTrans" cxnId="{38467D11-5D6B-4950-9EEA-383219FE8811}">
      <dgm:prSet/>
      <dgm:spPr/>
      <dgm:t>
        <a:bodyPr/>
        <a:lstStyle/>
        <a:p>
          <a:endParaRPr lang="en-US"/>
        </a:p>
      </dgm:t>
    </dgm:pt>
    <dgm:pt modelId="{F2021544-AEC1-4BCF-A540-5BC19EB8C187}" type="sibTrans" cxnId="{38467D11-5D6B-4950-9EEA-383219FE8811}">
      <dgm:prSet/>
      <dgm:spPr/>
      <dgm:t>
        <a:bodyPr/>
        <a:lstStyle/>
        <a:p>
          <a:endParaRPr lang="en-US"/>
        </a:p>
      </dgm:t>
    </dgm:pt>
    <dgm:pt modelId="{A2FD7851-61EA-46EE-B017-39938A5E7F89}">
      <dgm:prSet/>
      <dgm:spPr/>
      <dgm:t>
        <a:bodyPr/>
        <a:lstStyle/>
        <a:p>
          <a:pPr>
            <a:lnSpc>
              <a:spcPct val="100000"/>
            </a:lnSpc>
          </a:pPr>
          <a:r>
            <a:rPr lang="en-US"/>
            <a:t>Virtual machines run independently of underlying hardware</a:t>
          </a:r>
        </a:p>
      </dgm:t>
    </dgm:pt>
    <dgm:pt modelId="{98626C0C-C06A-4DD3-93EB-5DA4A390225F}" type="parTrans" cxnId="{0DAAD933-353D-4A6D-8936-EAFE87229A11}">
      <dgm:prSet/>
      <dgm:spPr/>
      <dgm:t>
        <a:bodyPr/>
        <a:lstStyle/>
        <a:p>
          <a:endParaRPr lang="en-US"/>
        </a:p>
      </dgm:t>
    </dgm:pt>
    <dgm:pt modelId="{AC671425-5F30-49E3-BBED-BC259919946A}" type="sibTrans" cxnId="{0DAAD933-353D-4A6D-8936-EAFE87229A11}">
      <dgm:prSet/>
      <dgm:spPr/>
      <dgm:t>
        <a:bodyPr/>
        <a:lstStyle/>
        <a:p>
          <a:endParaRPr lang="en-US"/>
        </a:p>
      </dgm:t>
    </dgm:pt>
    <dgm:pt modelId="{E85521AF-CACE-421E-AB02-0F300EF2CA16}">
      <dgm:prSet/>
      <dgm:spPr/>
      <dgm:t>
        <a:bodyPr/>
        <a:lstStyle/>
        <a:p>
          <a:pPr>
            <a:lnSpc>
              <a:spcPct val="100000"/>
            </a:lnSpc>
          </a:pPr>
          <a:r>
            <a:rPr lang="en-US"/>
            <a:t>Portability</a:t>
          </a:r>
        </a:p>
      </dgm:t>
    </dgm:pt>
    <dgm:pt modelId="{496CDA95-10AF-4256-AF1E-AFF4578AF9AF}" type="parTrans" cxnId="{0C9DB44A-2AFD-4AE4-8F80-A28130F4D92C}">
      <dgm:prSet/>
      <dgm:spPr/>
      <dgm:t>
        <a:bodyPr/>
        <a:lstStyle/>
        <a:p>
          <a:endParaRPr lang="en-US"/>
        </a:p>
      </dgm:t>
    </dgm:pt>
    <dgm:pt modelId="{84C68C25-CE21-441A-BA66-CC866092DF98}" type="sibTrans" cxnId="{0C9DB44A-2AFD-4AE4-8F80-A28130F4D92C}">
      <dgm:prSet/>
      <dgm:spPr/>
      <dgm:t>
        <a:bodyPr/>
        <a:lstStyle/>
        <a:p>
          <a:endParaRPr lang="en-US"/>
        </a:p>
      </dgm:t>
    </dgm:pt>
    <dgm:pt modelId="{CE5013CF-DC8B-4316-8F44-AC9E4A5EB393}">
      <dgm:prSet/>
      <dgm:spPr/>
      <dgm:t>
        <a:bodyPr/>
        <a:lstStyle/>
        <a:p>
          <a:pPr>
            <a:lnSpc>
              <a:spcPct val="100000"/>
            </a:lnSpc>
          </a:pPr>
          <a:r>
            <a:rPr lang="en-US"/>
            <a:t>Virtual machines can be migrated between different hosts. </a:t>
          </a:r>
        </a:p>
      </dgm:t>
    </dgm:pt>
    <dgm:pt modelId="{EFB3156B-1977-46DE-9214-B878745C7B45}" type="parTrans" cxnId="{BE67A3F9-EDB4-42B7-91E7-99C3C0FD088C}">
      <dgm:prSet/>
      <dgm:spPr/>
      <dgm:t>
        <a:bodyPr/>
        <a:lstStyle/>
        <a:p>
          <a:endParaRPr lang="en-US"/>
        </a:p>
      </dgm:t>
    </dgm:pt>
    <dgm:pt modelId="{0CA25275-19DA-479D-9E07-21093A6C7A2B}" type="sibTrans" cxnId="{BE67A3F9-EDB4-42B7-91E7-99C3C0FD088C}">
      <dgm:prSet/>
      <dgm:spPr/>
      <dgm:t>
        <a:bodyPr/>
        <a:lstStyle/>
        <a:p>
          <a:endParaRPr lang="en-US"/>
        </a:p>
      </dgm:t>
    </dgm:pt>
    <dgm:pt modelId="{E83406E2-85D2-411C-B482-234F8550A385}" type="pres">
      <dgm:prSet presAssocID="{D8019C93-C850-4EBE-B9F8-FBEB6CB6968D}" presName="root" presStyleCnt="0">
        <dgm:presLayoutVars>
          <dgm:dir/>
          <dgm:resizeHandles val="exact"/>
        </dgm:presLayoutVars>
      </dgm:prSet>
      <dgm:spPr/>
    </dgm:pt>
    <dgm:pt modelId="{D4BB95AA-E487-4640-A3EC-3ED24B5A6726}" type="pres">
      <dgm:prSet presAssocID="{E74239DF-30B9-4FFE-82D7-7157CB3BA44B}" presName="compNode" presStyleCnt="0"/>
      <dgm:spPr/>
    </dgm:pt>
    <dgm:pt modelId="{6E6B76AB-EA93-409D-BD66-5F7B058387BF}" type="pres">
      <dgm:prSet presAssocID="{E74239DF-30B9-4FFE-82D7-7157CB3BA44B}" presName="bgRect" presStyleLbl="bgShp" presStyleIdx="0" presStyleCnt="5"/>
      <dgm:spPr/>
    </dgm:pt>
    <dgm:pt modelId="{4EBD3990-4292-4CA0-8B3D-A4508D446399}" type="pres">
      <dgm:prSet presAssocID="{E74239DF-30B9-4FFE-82D7-7157CB3BA44B}"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iggy Bank"/>
        </a:ext>
      </dgm:extLst>
    </dgm:pt>
    <dgm:pt modelId="{A56196C5-5A64-4FBF-B745-B84651EEA2B6}" type="pres">
      <dgm:prSet presAssocID="{E74239DF-30B9-4FFE-82D7-7157CB3BA44B}" presName="spaceRect" presStyleCnt="0"/>
      <dgm:spPr/>
    </dgm:pt>
    <dgm:pt modelId="{3A3BF36F-39B0-47C5-BBC2-C23C2448368A}" type="pres">
      <dgm:prSet presAssocID="{E74239DF-30B9-4FFE-82D7-7157CB3BA44B}" presName="parTx" presStyleLbl="revTx" presStyleIdx="0" presStyleCnt="10">
        <dgm:presLayoutVars>
          <dgm:chMax val="0"/>
          <dgm:chPref val="0"/>
        </dgm:presLayoutVars>
      </dgm:prSet>
      <dgm:spPr/>
    </dgm:pt>
    <dgm:pt modelId="{B5015293-5CA8-406A-B98F-1C9213814E0E}" type="pres">
      <dgm:prSet presAssocID="{E74239DF-30B9-4FFE-82D7-7157CB3BA44B}" presName="desTx" presStyleLbl="revTx" presStyleIdx="1" presStyleCnt="10">
        <dgm:presLayoutVars/>
      </dgm:prSet>
      <dgm:spPr/>
    </dgm:pt>
    <dgm:pt modelId="{95579BC8-B46A-42EB-971E-1731CA997E06}" type="pres">
      <dgm:prSet presAssocID="{3C08FE6B-D7BD-4FA4-A850-BC7B32581219}" presName="sibTrans" presStyleCnt="0"/>
      <dgm:spPr/>
    </dgm:pt>
    <dgm:pt modelId="{1BBCCB1C-B41E-4ED1-BFC7-C603CA99E878}" type="pres">
      <dgm:prSet presAssocID="{39AA5798-3C97-47A5-9C20-06F5103F39FD}" presName="compNode" presStyleCnt="0"/>
      <dgm:spPr/>
    </dgm:pt>
    <dgm:pt modelId="{77750FDF-F7F5-47CB-BA6D-E6CE6A0863AF}" type="pres">
      <dgm:prSet presAssocID="{39AA5798-3C97-47A5-9C20-06F5103F39FD}" presName="bgRect" presStyleLbl="bgShp" presStyleIdx="1" presStyleCnt="5"/>
      <dgm:spPr/>
    </dgm:pt>
    <dgm:pt modelId="{62B8B452-7F1F-45F2-89B0-DBB4FBFE5BD4}" type="pres">
      <dgm:prSet presAssocID="{39AA5798-3C97-47A5-9C20-06F5103F39FD}"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omputer"/>
        </a:ext>
      </dgm:extLst>
    </dgm:pt>
    <dgm:pt modelId="{860224D6-82A2-43F4-8513-9D6A6A2B5670}" type="pres">
      <dgm:prSet presAssocID="{39AA5798-3C97-47A5-9C20-06F5103F39FD}" presName="spaceRect" presStyleCnt="0"/>
      <dgm:spPr/>
    </dgm:pt>
    <dgm:pt modelId="{966BF9A5-064D-4FFA-BA70-8BCF01FEFFA9}" type="pres">
      <dgm:prSet presAssocID="{39AA5798-3C97-47A5-9C20-06F5103F39FD}" presName="parTx" presStyleLbl="revTx" presStyleIdx="2" presStyleCnt="10">
        <dgm:presLayoutVars>
          <dgm:chMax val="0"/>
          <dgm:chPref val="0"/>
        </dgm:presLayoutVars>
      </dgm:prSet>
      <dgm:spPr/>
    </dgm:pt>
    <dgm:pt modelId="{5EC6CCD6-EAFE-4FC3-B02E-CA517F6578C5}" type="pres">
      <dgm:prSet presAssocID="{39AA5798-3C97-47A5-9C20-06F5103F39FD}" presName="desTx" presStyleLbl="revTx" presStyleIdx="3" presStyleCnt="10">
        <dgm:presLayoutVars/>
      </dgm:prSet>
      <dgm:spPr/>
    </dgm:pt>
    <dgm:pt modelId="{EF5FFA15-3D82-4A32-AE67-FC1B17722F1A}" type="pres">
      <dgm:prSet presAssocID="{A6FC4222-F6B9-4132-9DAE-DA98C8652782}" presName="sibTrans" presStyleCnt="0"/>
      <dgm:spPr/>
    </dgm:pt>
    <dgm:pt modelId="{044F4543-1706-498E-B9C4-3D43473BEFA0}" type="pres">
      <dgm:prSet presAssocID="{0DBB2D9D-3494-45F1-B93D-377508AF4B9B}" presName="compNode" presStyleCnt="0"/>
      <dgm:spPr/>
    </dgm:pt>
    <dgm:pt modelId="{1DF3D726-714D-4631-A0F6-5F84C0E5F60E}" type="pres">
      <dgm:prSet presAssocID="{0DBB2D9D-3494-45F1-B93D-377508AF4B9B}" presName="bgRect" presStyleLbl="bgShp" presStyleIdx="2" presStyleCnt="5"/>
      <dgm:spPr/>
    </dgm:pt>
    <dgm:pt modelId="{D8EE33EE-6E94-46CE-AB7A-B51F07852D3C}" type="pres">
      <dgm:prSet presAssocID="{0DBB2D9D-3494-45F1-B93D-377508AF4B9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atabase"/>
        </a:ext>
      </dgm:extLst>
    </dgm:pt>
    <dgm:pt modelId="{F9B138C4-95A6-49F1-AD70-B9FA4884B540}" type="pres">
      <dgm:prSet presAssocID="{0DBB2D9D-3494-45F1-B93D-377508AF4B9B}" presName="spaceRect" presStyleCnt="0"/>
      <dgm:spPr/>
    </dgm:pt>
    <dgm:pt modelId="{1F5D4726-8A0B-4AFD-89D2-4C329B66BF3F}" type="pres">
      <dgm:prSet presAssocID="{0DBB2D9D-3494-45F1-B93D-377508AF4B9B}" presName="parTx" presStyleLbl="revTx" presStyleIdx="4" presStyleCnt="10">
        <dgm:presLayoutVars>
          <dgm:chMax val="0"/>
          <dgm:chPref val="0"/>
        </dgm:presLayoutVars>
      </dgm:prSet>
      <dgm:spPr/>
    </dgm:pt>
    <dgm:pt modelId="{9E7D70C1-7957-47C3-AF68-B70355A539CA}" type="pres">
      <dgm:prSet presAssocID="{0DBB2D9D-3494-45F1-B93D-377508AF4B9B}" presName="desTx" presStyleLbl="revTx" presStyleIdx="5" presStyleCnt="10">
        <dgm:presLayoutVars/>
      </dgm:prSet>
      <dgm:spPr/>
    </dgm:pt>
    <dgm:pt modelId="{E8998ABB-06BD-412E-AF78-9482D805DAC3}" type="pres">
      <dgm:prSet presAssocID="{5F5A7CD3-D784-4E18-AD95-84BF1157FD12}" presName="sibTrans" presStyleCnt="0"/>
      <dgm:spPr/>
    </dgm:pt>
    <dgm:pt modelId="{A5E5CA00-7572-42BA-8A20-CFD7D5CA31B2}" type="pres">
      <dgm:prSet presAssocID="{F49266A4-6165-40D2-AD24-A7398F9CC26E}" presName="compNode" presStyleCnt="0"/>
      <dgm:spPr/>
    </dgm:pt>
    <dgm:pt modelId="{42407DD6-983D-45E5-AC61-9BEE62D40330}" type="pres">
      <dgm:prSet presAssocID="{F49266A4-6165-40D2-AD24-A7398F9CC26E}" presName="bgRect" presStyleLbl="bgShp" presStyleIdx="3" presStyleCnt="5"/>
      <dgm:spPr/>
    </dgm:pt>
    <dgm:pt modelId="{80E27A1E-8BA5-4748-BDB9-C46C3B1D4737}" type="pres">
      <dgm:prSet presAssocID="{F49266A4-6165-40D2-AD24-A7398F9CC26E}"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Laptop"/>
        </a:ext>
      </dgm:extLst>
    </dgm:pt>
    <dgm:pt modelId="{941A5E08-04A8-457C-9826-801494F5F1FE}" type="pres">
      <dgm:prSet presAssocID="{F49266A4-6165-40D2-AD24-A7398F9CC26E}" presName="spaceRect" presStyleCnt="0"/>
      <dgm:spPr/>
    </dgm:pt>
    <dgm:pt modelId="{CCBB9839-60B5-4A20-806D-0D9761F9A28D}" type="pres">
      <dgm:prSet presAssocID="{F49266A4-6165-40D2-AD24-A7398F9CC26E}" presName="parTx" presStyleLbl="revTx" presStyleIdx="6" presStyleCnt="10">
        <dgm:presLayoutVars>
          <dgm:chMax val="0"/>
          <dgm:chPref val="0"/>
        </dgm:presLayoutVars>
      </dgm:prSet>
      <dgm:spPr/>
    </dgm:pt>
    <dgm:pt modelId="{FA81C102-A202-4ABE-A5BF-D293BEEC2906}" type="pres">
      <dgm:prSet presAssocID="{F49266A4-6165-40D2-AD24-A7398F9CC26E}" presName="desTx" presStyleLbl="revTx" presStyleIdx="7" presStyleCnt="10">
        <dgm:presLayoutVars/>
      </dgm:prSet>
      <dgm:spPr/>
    </dgm:pt>
    <dgm:pt modelId="{686BFEF2-62D6-4E06-AAED-36A47245A2CE}" type="pres">
      <dgm:prSet presAssocID="{F2021544-AEC1-4BCF-A540-5BC19EB8C187}" presName="sibTrans" presStyleCnt="0"/>
      <dgm:spPr/>
    </dgm:pt>
    <dgm:pt modelId="{ED7D6277-5F4E-422A-8E98-60DB53101DB8}" type="pres">
      <dgm:prSet presAssocID="{E85521AF-CACE-421E-AB02-0F300EF2CA16}" presName="compNode" presStyleCnt="0"/>
      <dgm:spPr/>
    </dgm:pt>
    <dgm:pt modelId="{7186A59C-CB6C-40BB-BDA7-B36945C157E0}" type="pres">
      <dgm:prSet presAssocID="{E85521AF-CACE-421E-AB02-0F300EF2CA16}" presName="bgRect" presStyleLbl="bgShp" presStyleIdx="4" presStyleCnt="5"/>
      <dgm:spPr/>
    </dgm:pt>
    <dgm:pt modelId="{1972B6DF-94A8-43DA-B94F-E074955291E3}" type="pres">
      <dgm:prSet presAssocID="{E85521AF-CACE-421E-AB02-0F300EF2CA1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Cloud Computing"/>
        </a:ext>
      </dgm:extLst>
    </dgm:pt>
    <dgm:pt modelId="{2A4E7A8F-2DCF-4E43-A0FB-81086C0A3505}" type="pres">
      <dgm:prSet presAssocID="{E85521AF-CACE-421E-AB02-0F300EF2CA16}" presName="spaceRect" presStyleCnt="0"/>
      <dgm:spPr/>
    </dgm:pt>
    <dgm:pt modelId="{8224A146-D9CC-457A-86C6-602C8CDA8BB8}" type="pres">
      <dgm:prSet presAssocID="{E85521AF-CACE-421E-AB02-0F300EF2CA16}" presName="parTx" presStyleLbl="revTx" presStyleIdx="8" presStyleCnt="10">
        <dgm:presLayoutVars>
          <dgm:chMax val="0"/>
          <dgm:chPref val="0"/>
        </dgm:presLayoutVars>
      </dgm:prSet>
      <dgm:spPr/>
    </dgm:pt>
    <dgm:pt modelId="{525B252F-4984-434B-9036-4EB30CCA7F70}" type="pres">
      <dgm:prSet presAssocID="{E85521AF-CACE-421E-AB02-0F300EF2CA16}" presName="desTx" presStyleLbl="revTx" presStyleIdx="9" presStyleCnt="10">
        <dgm:presLayoutVars/>
      </dgm:prSet>
      <dgm:spPr/>
    </dgm:pt>
  </dgm:ptLst>
  <dgm:cxnLst>
    <dgm:cxn modelId="{6FB29407-23A2-4D62-96B3-2C18172B2FFD}" type="presOf" srcId="{39AA5798-3C97-47A5-9C20-06F5103F39FD}" destId="{966BF9A5-064D-4FFA-BA70-8BCF01FEFFA9}" srcOrd="0" destOrd="0" presId="urn:microsoft.com/office/officeart/2018/2/layout/IconVerticalSolidList"/>
    <dgm:cxn modelId="{C8DF570D-852B-4D04-949B-61E9A74CEF57}" type="presOf" srcId="{9E0869F8-7AE2-4F61-A676-186C101073F1}" destId="{B5015293-5CA8-406A-B98F-1C9213814E0E}" srcOrd="0" destOrd="0" presId="urn:microsoft.com/office/officeart/2018/2/layout/IconVerticalSolidList"/>
    <dgm:cxn modelId="{38467D11-5D6B-4950-9EEA-383219FE8811}" srcId="{D8019C93-C850-4EBE-B9F8-FBEB6CB6968D}" destId="{F49266A4-6165-40D2-AD24-A7398F9CC26E}" srcOrd="3" destOrd="0" parTransId="{384D85EE-6452-460E-B3E5-390355821E16}" sibTransId="{F2021544-AEC1-4BCF-A540-5BC19EB8C187}"/>
    <dgm:cxn modelId="{03A13529-BF9C-4A73-AC02-2287DD00139E}" srcId="{39AA5798-3C97-47A5-9C20-06F5103F39FD}" destId="{12D293FD-BC57-40C7-82C9-9743B8545B07}" srcOrd="0" destOrd="0" parTransId="{B2B43DA9-71F1-4387-A489-B7BDD09C0A02}" sibTransId="{A47D261E-41ED-4FF5-A920-9C78D44D8D43}"/>
    <dgm:cxn modelId="{0DAAD933-353D-4A6D-8936-EAFE87229A11}" srcId="{F49266A4-6165-40D2-AD24-A7398F9CC26E}" destId="{A2FD7851-61EA-46EE-B017-39938A5E7F89}" srcOrd="0" destOrd="0" parTransId="{98626C0C-C06A-4DD3-93EB-5DA4A390225F}" sibTransId="{AC671425-5F30-49E3-BBED-BC259919946A}"/>
    <dgm:cxn modelId="{6EC3435E-3E0E-4675-8616-8CF34A807C77}" type="presOf" srcId="{12D293FD-BC57-40C7-82C9-9743B8545B07}" destId="{5EC6CCD6-EAFE-4FC3-B02E-CA517F6578C5}" srcOrd="0" destOrd="0" presId="urn:microsoft.com/office/officeart/2018/2/layout/IconVerticalSolidList"/>
    <dgm:cxn modelId="{0C9DB44A-2AFD-4AE4-8F80-A28130F4D92C}" srcId="{D8019C93-C850-4EBE-B9F8-FBEB6CB6968D}" destId="{E85521AF-CACE-421E-AB02-0F300EF2CA16}" srcOrd="4" destOrd="0" parTransId="{496CDA95-10AF-4256-AF1E-AFF4578AF9AF}" sibTransId="{84C68C25-CE21-441A-BA66-CC866092DF98}"/>
    <dgm:cxn modelId="{3391F672-663F-464F-8835-A0712163D1C3}" type="presOf" srcId="{D8019C93-C850-4EBE-B9F8-FBEB6CB6968D}" destId="{E83406E2-85D2-411C-B482-234F8550A385}" srcOrd="0" destOrd="0" presId="urn:microsoft.com/office/officeart/2018/2/layout/IconVerticalSolidList"/>
    <dgm:cxn modelId="{7FADB676-2509-4DD0-AB7E-0E6BDB4AF4C1}" type="presOf" srcId="{A2FD7851-61EA-46EE-B017-39938A5E7F89}" destId="{FA81C102-A202-4ABE-A5BF-D293BEEC2906}" srcOrd="0" destOrd="0" presId="urn:microsoft.com/office/officeart/2018/2/layout/IconVerticalSolidList"/>
    <dgm:cxn modelId="{3264E256-7B5A-4C51-8E20-2FF29A911265}" srcId="{D8019C93-C850-4EBE-B9F8-FBEB6CB6968D}" destId="{39AA5798-3C97-47A5-9C20-06F5103F39FD}" srcOrd="1" destOrd="0" parTransId="{0607EC1A-2068-4E51-89B5-C846DDEEE56D}" sibTransId="{A6FC4222-F6B9-4132-9DAE-DA98C8652782}"/>
    <dgm:cxn modelId="{0D1A837E-2771-4CD9-B0E3-BE8C30F0ECCB}" type="presOf" srcId="{E74239DF-30B9-4FFE-82D7-7157CB3BA44B}" destId="{3A3BF36F-39B0-47C5-BBC2-C23C2448368A}" srcOrd="0" destOrd="0" presId="urn:microsoft.com/office/officeart/2018/2/layout/IconVerticalSolidList"/>
    <dgm:cxn modelId="{85962B80-1ECC-4483-814A-D44B1DEEC8CD}" srcId="{E74239DF-30B9-4FFE-82D7-7157CB3BA44B}" destId="{9E0869F8-7AE2-4F61-A676-186C101073F1}" srcOrd="0" destOrd="0" parTransId="{32AC7ADE-5F0D-417E-BE81-9BEC93BE6C81}" sibTransId="{2012A60D-79D0-4975-B7CF-EC08A3157BDF}"/>
    <dgm:cxn modelId="{95252986-0D2F-4C0C-B891-1198CF5AB42D}" type="presOf" srcId="{0DBB2D9D-3494-45F1-B93D-377508AF4B9B}" destId="{1F5D4726-8A0B-4AFD-89D2-4C329B66BF3F}" srcOrd="0" destOrd="0" presId="urn:microsoft.com/office/officeart/2018/2/layout/IconVerticalSolidList"/>
    <dgm:cxn modelId="{AF200E90-5454-4136-A983-CEF219E230FE}" srcId="{D8019C93-C850-4EBE-B9F8-FBEB6CB6968D}" destId="{0DBB2D9D-3494-45F1-B93D-377508AF4B9B}" srcOrd="2" destOrd="0" parTransId="{5B3ABECB-C2FA-4367-AC48-2DABC6FD9A02}" sibTransId="{5F5A7CD3-D784-4E18-AD95-84BF1157FD12}"/>
    <dgm:cxn modelId="{A0EC9D9C-2E59-4F6D-846A-B8A1CCB8CAA1}" type="presOf" srcId="{CE5013CF-DC8B-4316-8F44-AC9E4A5EB393}" destId="{525B252F-4984-434B-9036-4EB30CCA7F70}" srcOrd="0" destOrd="0" presId="urn:microsoft.com/office/officeart/2018/2/layout/IconVerticalSolidList"/>
    <dgm:cxn modelId="{AB4223A3-D89B-4ADE-94BA-EE5D158E9BBD}" type="presOf" srcId="{E85521AF-CACE-421E-AB02-0F300EF2CA16}" destId="{8224A146-D9CC-457A-86C6-602C8CDA8BB8}" srcOrd="0" destOrd="0" presId="urn:microsoft.com/office/officeart/2018/2/layout/IconVerticalSolidList"/>
    <dgm:cxn modelId="{0134F2B7-D2E4-41BB-847E-0834E62DA80D}" srcId="{0DBB2D9D-3494-45F1-B93D-377508AF4B9B}" destId="{CD7E77F7-3BFB-4015-8E7E-8DBF4A128D44}" srcOrd="0" destOrd="0" parTransId="{48ED1BB6-D364-4E62-8C25-8EFA0223564C}" sibTransId="{980F2EF9-7152-4F5A-9589-1E9B1D5BC2A4}"/>
    <dgm:cxn modelId="{A90318BC-1631-4A66-B1B7-DB231AE9C4D0}" type="presOf" srcId="{CD7E77F7-3BFB-4015-8E7E-8DBF4A128D44}" destId="{9E7D70C1-7957-47C3-AF68-B70355A539CA}" srcOrd="0" destOrd="0" presId="urn:microsoft.com/office/officeart/2018/2/layout/IconVerticalSolidList"/>
    <dgm:cxn modelId="{7FC821F3-3079-489A-84BC-9686B98471F2}" srcId="{D8019C93-C850-4EBE-B9F8-FBEB6CB6968D}" destId="{E74239DF-30B9-4FFE-82D7-7157CB3BA44B}" srcOrd="0" destOrd="0" parTransId="{499FBAB6-AEA3-49A3-9C96-3AF6730461D8}" sibTransId="{3C08FE6B-D7BD-4FA4-A850-BC7B32581219}"/>
    <dgm:cxn modelId="{3A1CA0F9-8D0D-47D3-AB5F-B979B270CEC4}" type="presOf" srcId="{F49266A4-6165-40D2-AD24-A7398F9CC26E}" destId="{CCBB9839-60B5-4A20-806D-0D9761F9A28D}" srcOrd="0" destOrd="0" presId="urn:microsoft.com/office/officeart/2018/2/layout/IconVerticalSolidList"/>
    <dgm:cxn modelId="{BE67A3F9-EDB4-42B7-91E7-99C3C0FD088C}" srcId="{E85521AF-CACE-421E-AB02-0F300EF2CA16}" destId="{CE5013CF-DC8B-4316-8F44-AC9E4A5EB393}" srcOrd="0" destOrd="0" parTransId="{EFB3156B-1977-46DE-9214-B878745C7B45}" sibTransId="{0CA25275-19DA-479D-9E07-21093A6C7A2B}"/>
    <dgm:cxn modelId="{AD1B824C-EA60-475F-AE60-6C19071264B3}" type="presParOf" srcId="{E83406E2-85D2-411C-B482-234F8550A385}" destId="{D4BB95AA-E487-4640-A3EC-3ED24B5A6726}" srcOrd="0" destOrd="0" presId="urn:microsoft.com/office/officeart/2018/2/layout/IconVerticalSolidList"/>
    <dgm:cxn modelId="{2338865D-309C-4431-BF84-8DE2BCB80BAD}" type="presParOf" srcId="{D4BB95AA-E487-4640-A3EC-3ED24B5A6726}" destId="{6E6B76AB-EA93-409D-BD66-5F7B058387BF}" srcOrd="0" destOrd="0" presId="urn:microsoft.com/office/officeart/2018/2/layout/IconVerticalSolidList"/>
    <dgm:cxn modelId="{F22FDCD6-C45D-485F-A350-12D158AB996B}" type="presParOf" srcId="{D4BB95AA-E487-4640-A3EC-3ED24B5A6726}" destId="{4EBD3990-4292-4CA0-8B3D-A4508D446399}" srcOrd="1" destOrd="0" presId="urn:microsoft.com/office/officeart/2018/2/layout/IconVerticalSolidList"/>
    <dgm:cxn modelId="{B82BB020-DF7C-4784-95CE-24D17725711D}" type="presParOf" srcId="{D4BB95AA-E487-4640-A3EC-3ED24B5A6726}" destId="{A56196C5-5A64-4FBF-B745-B84651EEA2B6}" srcOrd="2" destOrd="0" presId="urn:microsoft.com/office/officeart/2018/2/layout/IconVerticalSolidList"/>
    <dgm:cxn modelId="{E37ECC05-0C63-4FBB-9275-0D07B85FACED}" type="presParOf" srcId="{D4BB95AA-E487-4640-A3EC-3ED24B5A6726}" destId="{3A3BF36F-39B0-47C5-BBC2-C23C2448368A}" srcOrd="3" destOrd="0" presId="urn:microsoft.com/office/officeart/2018/2/layout/IconVerticalSolidList"/>
    <dgm:cxn modelId="{88F0C825-5ED8-4FDD-AA85-61B298E7A49E}" type="presParOf" srcId="{D4BB95AA-E487-4640-A3EC-3ED24B5A6726}" destId="{B5015293-5CA8-406A-B98F-1C9213814E0E}" srcOrd="4" destOrd="0" presId="urn:microsoft.com/office/officeart/2018/2/layout/IconVerticalSolidList"/>
    <dgm:cxn modelId="{D3E4DE9D-9514-49F7-ACA3-81985F1C37F7}" type="presParOf" srcId="{E83406E2-85D2-411C-B482-234F8550A385}" destId="{95579BC8-B46A-42EB-971E-1731CA997E06}" srcOrd="1" destOrd="0" presId="urn:microsoft.com/office/officeart/2018/2/layout/IconVerticalSolidList"/>
    <dgm:cxn modelId="{5EA587A9-32AE-439A-AEF7-596D34D77244}" type="presParOf" srcId="{E83406E2-85D2-411C-B482-234F8550A385}" destId="{1BBCCB1C-B41E-4ED1-BFC7-C603CA99E878}" srcOrd="2" destOrd="0" presId="urn:microsoft.com/office/officeart/2018/2/layout/IconVerticalSolidList"/>
    <dgm:cxn modelId="{660135E4-F739-4A9C-9DFC-152DB59DBABE}" type="presParOf" srcId="{1BBCCB1C-B41E-4ED1-BFC7-C603CA99E878}" destId="{77750FDF-F7F5-47CB-BA6D-E6CE6A0863AF}" srcOrd="0" destOrd="0" presId="urn:microsoft.com/office/officeart/2018/2/layout/IconVerticalSolidList"/>
    <dgm:cxn modelId="{977C9AD7-BEA9-4534-B0A0-8380488F6916}" type="presParOf" srcId="{1BBCCB1C-B41E-4ED1-BFC7-C603CA99E878}" destId="{62B8B452-7F1F-45F2-89B0-DBB4FBFE5BD4}" srcOrd="1" destOrd="0" presId="urn:microsoft.com/office/officeart/2018/2/layout/IconVerticalSolidList"/>
    <dgm:cxn modelId="{995E3DC0-5F66-4025-AF72-FD8B4256FCF2}" type="presParOf" srcId="{1BBCCB1C-B41E-4ED1-BFC7-C603CA99E878}" destId="{860224D6-82A2-43F4-8513-9D6A6A2B5670}" srcOrd="2" destOrd="0" presId="urn:microsoft.com/office/officeart/2018/2/layout/IconVerticalSolidList"/>
    <dgm:cxn modelId="{EA01750F-7DC1-46CA-A082-D1B6A83295A1}" type="presParOf" srcId="{1BBCCB1C-B41E-4ED1-BFC7-C603CA99E878}" destId="{966BF9A5-064D-4FFA-BA70-8BCF01FEFFA9}" srcOrd="3" destOrd="0" presId="urn:microsoft.com/office/officeart/2018/2/layout/IconVerticalSolidList"/>
    <dgm:cxn modelId="{3E53788C-B151-476B-9427-9A3EFEB77B4C}" type="presParOf" srcId="{1BBCCB1C-B41E-4ED1-BFC7-C603CA99E878}" destId="{5EC6CCD6-EAFE-4FC3-B02E-CA517F6578C5}" srcOrd="4" destOrd="0" presId="urn:microsoft.com/office/officeart/2018/2/layout/IconVerticalSolidList"/>
    <dgm:cxn modelId="{F0EBC77F-DB2E-4D2E-BB83-3F88FA763496}" type="presParOf" srcId="{E83406E2-85D2-411C-B482-234F8550A385}" destId="{EF5FFA15-3D82-4A32-AE67-FC1B17722F1A}" srcOrd="3" destOrd="0" presId="urn:microsoft.com/office/officeart/2018/2/layout/IconVerticalSolidList"/>
    <dgm:cxn modelId="{A19B8D02-737F-49E2-9937-00A514B937D6}" type="presParOf" srcId="{E83406E2-85D2-411C-B482-234F8550A385}" destId="{044F4543-1706-498E-B9C4-3D43473BEFA0}" srcOrd="4" destOrd="0" presId="urn:microsoft.com/office/officeart/2018/2/layout/IconVerticalSolidList"/>
    <dgm:cxn modelId="{C5621CF7-13E7-4056-BE25-C109F9427123}" type="presParOf" srcId="{044F4543-1706-498E-B9C4-3D43473BEFA0}" destId="{1DF3D726-714D-4631-A0F6-5F84C0E5F60E}" srcOrd="0" destOrd="0" presId="urn:microsoft.com/office/officeart/2018/2/layout/IconVerticalSolidList"/>
    <dgm:cxn modelId="{50908860-6296-4AE4-8950-953D1AD33278}" type="presParOf" srcId="{044F4543-1706-498E-B9C4-3D43473BEFA0}" destId="{D8EE33EE-6E94-46CE-AB7A-B51F07852D3C}" srcOrd="1" destOrd="0" presId="urn:microsoft.com/office/officeart/2018/2/layout/IconVerticalSolidList"/>
    <dgm:cxn modelId="{4D78659A-BBE9-4C52-81AF-DB8643F66060}" type="presParOf" srcId="{044F4543-1706-498E-B9C4-3D43473BEFA0}" destId="{F9B138C4-95A6-49F1-AD70-B9FA4884B540}" srcOrd="2" destOrd="0" presId="urn:microsoft.com/office/officeart/2018/2/layout/IconVerticalSolidList"/>
    <dgm:cxn modelId="{6212AA1C-590E-4DEA-AD20-6D9387E4C446}" type="presParOf" srcId="{044F4543-1706-498E-B9C4-3D43473BEFA0}" destId="{1F5D4726-8A0B-4AFD-89D2-4C329B66BF3F}" srcOrd="3" destOrd="0" presId="urn:microsoft.com/office/officeart/2018/2/layout/IconVerticalSolidList"/>
    <dgm:cxn modelId="{4F496DFD-E802-4474-AFCF-8B0492B9C7A9}" type="presParOf" srcId="{044F4543-1706-498E-B9C4-3D43473BEFA0}" destId="{9E7D70C1-7957-47C3-AF68-B70355A539CA}" srcOrd="4" destOrd="0" presId="urn:microsoft.com/office/officeart/2018/2/layout/IconVerticalSolidList"/>
    <dgm:cxn modelId="{07294721-A986-4A86-B63D-6D97D4D87F30}" type="presParOf" srcId="{E83406E2-85D2-411C-B482-234F8550A385}" destId="{E8998ABB-06BD-412E-AF78-9482D805DAC3}" srcOrd="5" destOrd="0" presId="urn:microsoft.com/office/officeart/2018/2/layout/IconVerticalSolidList"/>
    <dgm:cxn modelId="{B42EB394-B463-48C7-9A37-FD3359AEF382}" type="presParOf" srcId="{E83406E2-85D2-411C-B482-234F8550A385}" destId="{A5E5CA00-7572-42BA-8A20-CFD7D5CA31B2}" srcOrd="6" destOrd="0" presId="urn:microsoft.com/office/officeart/2018/2/layout/IconVerticalSolidList"/>
    <dgm:cxn modelId="{028DA76B-8452-466B-A9A9-0FE09D3501AD}" type="presParOf" srcId="{A5E5CA00-7572-42BA-8A20-CFD7D5CA31B2}" destId="{42407DD6-983D-45E5-AC61-9BEE62D40330}" srcOrd="0" destOrd="0" presId="urn:microsoft.com/office/officeart/2018/2/layout/IconVerticalSolidList"/>
    <dgm:cxn modelId="{093ED113-8BEC-4072-B4DE-8DF1F119074C}" type="presParOf" srcId="{A5E5CA00-7572-42BA-8A20-CFD7D5CA31B2}" destId="{80E27A1E-8BA5-4748-BDB9-C46C3B1D4737}" srcOrd="1" destOrd="0" presId="urn:microsoft.com/office/officeart/2018/2/layout/IconVerticalSolidList"/>
    <dgm:cxn modelId="{22222CC1-B72B-4236-9F90-E911D9B93592}" type="presParOf" srcId="{A5E5CA00-7572-42BA-8A20-CFD7D5CA31B2}" destId="{941A5E08-04A8-457C-9826-801494F5F1FE}" srcOrd="2" destOrd="0" presId="urn:microsoft.com/office/officeart/2018/2/layout/IconVerticalSolidList"/>
    <dgm:cxn modelId="{01AC665C-ACF3-4F5D-92CD-B2A6577C93A5}" type="presParOf" srcId="{A5E5CA00-7572-42BA-8A20-CFD7D5CA31B2}" destId="{CCBB9839-60B5-4A20-806D-0D9761F9A28D}" srcOrd="3" destOrd="0" presId="urn:microsoft.com/office/officeart/2018/2/layout/IconVerticalSolidList"/>
    <dgm:cxn modelId="{05EDD07A-046F-484C-A165-E36EA07F3455}" type="presParOf" srcId="{A5E5CA00-7572-42BA-8A20-CFD7D5CA31B2}" destId="{FA81C102-A202-4ABE-A5BF-D293BEEC2906}" srcOrd="4" destOrd="0" presId="urn:microsoft.com/office/officeart/2018/2/layout/IconVerticalSolidList"/>
    <dgm:cxn modelId="{3C9D70B3-B7E8-4C55-8817-C49F6E39D205}" type="presParOf" srcId="{E83406E2-85D2-411C-B482-234F8550A385}" destId="{686BFEF2-62D6-4E06-AAED-36A47245A2CE}" srcOrd="7" destOrd="0" presId="urn:microsoft.com/office/officeart/2018/2/layout/IconVerticalSolidList"/>
    <dgm:cxn modelId="{00498B48-5B01-4160-8FD0-64D1FEDC72B3}" type="presParOf" srcId="{E83406E2-85D2-411C-B482-234F8550A385}" destId="{ED7D6277-5F4E-422A-8E98-60DB53101DB8}" srcOrd="8" destOrd="0" presId="urn:microsoft.com/office/officeart/2018/2/layout/IconVerticalSolidList"/>
    <dgm:cxn modelId="{9F9FF764-18DB-439F-8921-B693A7E2A2BD}" type="presParOf" srcId="{ED7D6277-5F4E-422A-8E98-60DB53101DB8}" destId="{7186A59C-CB6C-40BB-BDA7-B36945C157E0}" srcOrd="0" destOrd="0" presId="urn:microsoft.com/office/officeart/2018/2/layout/IconVerticalSolidList"/>
    <dgm:cxn modelId="{F9C0D759-B7B6-44C6-9175-7DC96B65A818}" type="presParOf" srcId="{ED7D6277-5F4E-422A-8E98-60DB53101DB8}" destId="{1972B6DF-94A8-43DA-B94F-E074955291E3}" srcOrd="1" destOrd="0" presId="urn:microsoft.com/office/officeart/2018/2/layout/IconVerticalSolidList"/>
    <dgm:cxn modelId="{F30C111D-E08D-48C2-9478-882DDAAA10E5}" type="presParOf" srcId="{ED7D6277-5F4E-422A-8E98-60DB53101DB8}" destId="{2A4E7A8F-2DCF-4E43-A0FB-81086C0A3505}" srcOrd="2" destOrd="0" presId="urn:microsoft.com/office/officeart/2018/2/layout/IconVerticalSolidList"/>
    <dgm:cxn modelId="{DFCC098C-D08A-4CF1-A891-B4941D7E38EF}" type="presParOf" srcId="{ED7D6277-5F4E-422A-8E98-60DB53101DB8}" destId="{8224A146-D9CC-457A-86C6-602C8CDA8BB8}" srcOrd="3" destOrd="0" presId="urn:microsoft.com/office/officeart/2018/2/layout/IconVerticalSolidList"/>
    <dgm:cxn modelId="{AC2CAB51-B79F-46A2-AEA6-54BDE62A31E0}" type="presParOf" srcId="{ED7D6277-5F4E-422A-8E98-60DB53101DB8}" destId="{525B252F-4984-434B-9036-4EB30CCA7F70}"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80CD2B8-FF75-4DBD-9C53-5705C20ABDF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F7FE6A3-5227-437E-B01A-212DBFD20045}">
      <dgm:prSet custT="1"/>
      <dgm:spPr/>
      <dgm:t>
        <a:bodyPr/>
        <a:lstStyle/>
        <a:p>
          <a:pPr>
            <a:lnSpc>
              <a:spcPct val="100000"/>
            </a:lnSpc>
          </a:pPr>
          <a:r>
            <a:rPr lang="en-US" sz="1800"/>
            <a:t>Less space required</a:t>
          </a:r>
        </a:p>
      </dgm:t>
    </dgm:pt>
    <dgm:pt modelId="{69DE33E6-A18F-473A-B59A-BF88FB3ECF8A}" type="parTrans" cxnId="{5E6ADF21-0894-46A3-8289-5062C0B2C542}">
      <dgm:prSet/>
      <dgm:spPr/>
      <dgm:t>
        <a:bodyPr/>
        <a:lstStyle/>
        <a:p>
          <a:endParaRPr lang="en-US" sz="1800"/>
        </a:p>
      </dgm:t>
    </dgm:pt>
    <dgm:pt modelId="{0C092BEE-EADF-4317-B5E8-744BF73A0C62}" type="sibTrans" cxnId="{5E6ADF21-0894-46A3-8289-5062C0B2C542}">
      <dgm:prSet/>
      <dgm:spPr/>
      <dgm:t>
        <a:bodyPr/>
        <a:lstStyle/>
        <a:p>
          <a:endParaRPr lang="en-US" sz="1800"/>
        </a:p>
      </dgm:t>
    </dgm:pt>
    <dgm:pt modelId="{7529FA82-5E5A-49A6-93E2-22E9FD9D99BA}">
      <dgm:prSet custT="1"/>
      <dgm:spPr/>
      <dgm:t>
        <a:bodyPr/>
        <a:lstStyle/>
        <a:p>
          <a:pPr>
            <a:lnSpc>
              <a:spcPct val="100000"/>
            </a:lnSpc>
          </a:pPr>
          <a:r>
            <a:rPr lang="en-US" sz="1800"/>
            <a:t>Less energy consumed</a:t>
          </a:r>
        </a:p>
      </dgm:t>
    </dgm:pt>
    <dgm:pt modelId="{7A046C0C-FB9C-4FE3-9F97-EAFADF75526F}" type="parTrans" cxnId="{2C9CC208-66F6-4ABD-BE66-07B96AAC0E72}">
      <dgm:prSet/>
      <dgm:spPr/>
      <dgm:t>
        <a:bodyPr/>
        <a:lstStyle/>
        <a:p>
          <a:endParaRPr lang="en-US" sz="1800"/>
        </a:p>
      </dgm:t>
    </dgm:pt>
    <dgm:pt modelId="{1510A536-F846-486B-8778-4EAA2CFD059C}" type="sibTrans" cxnId="{2C9CC208-66F6-4ABD-BE66-07B96AAC0E72}">
      <dgm:prSet/>
      <dgm:spPr/>
      <dgm:t>
        <a:bodyPr/>
        <a:lstStyle/>
        <a:p>
          <a:endParaRPr lang="en-US" sz="1800"/>
        </a:p>
      </dgm:t>
    </dgm:pt>
    <dgm:pt modelId="{47B938B5-5496-470A-B8EB-4271634D601E}">
      <dgm:prSet custT="1"/>
      <dgm:spPr/>
      <dgm:t>
        <a:bodyPr/>
        <a:lstStyle/>
        <a:p>
          <a:pPr>
            <a:lnSpc>
              <a:spcPct val="100000"/>
            </a:lnSpc>
          </a:pPr>
          <a:r>
            <a:rPr lang="en-US" sz="1800"/>
            <a:t>Faster server provisioning</a:t>
          </a:r>
        </a:p>
      </dgm:t>
    </dgm:pt>
    <dgm:pt modelId="{9F02355D-7BF8-4CDF-B624-648AB97BF1C7}" type="parTrans" cxnId="{3D05B271-D3A4-45AC-AB9F-E391BE6A8E3C}">
      <dgm:prSet/>
      <dgm:spPr/>
      <dgm:t>
        <a:bodyPr/>
        <a:lstStyle/>
        <a:p>
          <a:endParaRPr lang="en-US" sz="1800"/>
        </a:p>
      </dgm:t>
    </dgm:pt>
    <dgm:pt modelId="{3CDB4A09-0070-46E1-BC91-F1498C80F24E}" type="sibTrans" cxnId="{3D05B271-D3A4-45AC-AB9F-E391BE6A8E3C}">
      <dgm:prSet/>
      <dgm:spPr/>
      <dgm:t>
        <a:bodyPr/>
        <a:lstStyle/>
        <a:p>
          <a:endParaRPr lang="en-US" sz="1800"/>
        </a:p>
      </dgm:t>
    </dgm:pt>
    <dgm:pt modelId="{17FE03EB-BDDF-4E2A-94C8-62A73FA25A2C}">
      <dgm:prSet custT="1"/>
      <dgm:spPr/>
      <dgm:t>
        <a:bodyPr/>
        <a:lstStyle/>
        <a:p>
          <a:pPr>
            <a:lnSpc>
              <a:spcPct val="100000"/>
            </a:lnSpc>
          </a:pPr>
          <a:r>
            <a:rPr lang="en-US" sz="1800"/>
            <a:t>Maximize server uptime</a:t>
          </a:r>
        </a:p>
      </dgm:t>
    </dgm:pt>
    <dgm:pt modelId="{9CDA38FA-2ECE-4E44-9845-5FDDFB33B1AD}" type="parTrans" cxnId="{2064D974-459C-4AB2-A82E-6A7C73497B45}">
      <dgm:prSet/>
      <dgm:spPr/>
      <dgm:t>
        <a:bodyPr/>
        <a:lstStyle/>
        <a:p>
          <a:endParaRPr lang="en-US" sz="1800"/>
        </a:p>
      </dgm:t>
    </dgm:pt>
    <dgm:pt modelId="{2A29C276-EF6B-4381-83AA-E8339B537A61}" type="sibTrans" cxnId="{2064D974-459C-4AB2-A82E-6A7C73497B45}">
      <dgm:prSet/>
      <dgm:spPr/>
      <dgm:t>
        <a:bodyPr/>
        <a:lstStyle/>
        <a:p>
          <a:endParaRPr lang="en-US" sz="1800"/>
        </a:p>
      </dgm:t>
    </dgm:pt>
    <dgm:pt modelId="{F12F1760-A02C-4241-94D3-4757A50DC7AD}">
      <dgm:prSet custT="1"/>
      <dgm:spPr/>
      <dgm:t>
        <a:bodyPr/>
        <a:lstStyle/>
        <a:p>
          <a:pPr>
            <a:lnSpc>
              <a:spcPct val="100000"/>
            </a:lnSpc>
          </a:pPr>
          <a:r>
            <a:rPr lang="en-US" sz="1800"/>
            <a:t>Improved disaster recovery</a:t>
          </a:r>
        </a:p>
      </dgm:t>
    </dgm:pt>
    <dgm:pt modelId="{8CEB72C5-9907-4403-B796-B27A85DDCED4}" type="parTrans" cxnId="{9AE329D2-0446-4378-A1A4-1C15213E0D98}">
      <dgm:prSet/>
      <dgm:spPr/>
      <dgm:t>
        <a:bodyPr/>
        <a:lstStyle/>
        <a:p>
          <a:endParaRPr lang="en-US" sz="1800"/>
        </a:p>
      </dgm:t>
    </dgm:pt>
    <dgm:pt modelId="{830D3863-D097-41E8-B186-3FC13E92F34C}" type="sibTrans" cxnId="{9AE329D2-0446-4378-A1A4-1C15213E0D98}">
      <dgm:prSet/>
      <dgm:spPr/>
      <dgm:t>
        <a:bodyPr/>
        <a:lstStyle/>
        <a:p>
          <a:endParaRPr lang="en-US" sz="1800"/>
        </a:p>
      </dgm:t>
    </dgm:pt>
    <dgm:pt modelId="{E377B420-7252-4A2D-8DB8-EDE63343AEE2}">
      <dgm:prSet custT="1"/>
      <dgm:spPr/>
      <dgm:t>
        <a:bodyPr/>
        <a:lstStyle/>
        <a:p>
          <a:pPr>
            <a:lnSpc>
              <a:spcPct val="100000"/>
            </a:lnSpc>
          </a:pPr>
          <a:r>
            <a:rPr lang="en-US" sz="1800"/>
            <a:t>Automated IT management</a:t>
          </a:r>
        </a:p>
      </dgm:t>
    </dgm:pt>
    <dgm:pt modelId="{808DC18D-F4B6-4D40-A588-133B51CE72A7}" type="parTrans" cxnId="{DAF89325-33CD-4418-8849-BE982DE838AC}">
      <dgm:prSet/>
      <dgm:spPr/>
      <dgm:t>
        <a:bodyPr/>
        <a:lstStyle/>
        <a:p>
          <a:endParaRPr lang="en-US" sz="1800"/>
        </a:p>
      </dgm:t>
    </dgm:pt>
    <dgm:pt modelId="{5DC8B17E-22DF-4A16-9046-5FB0595D8154}" type="sibTrans" cxnId="{DAF89325-33CD-4418-8849-BE982DE838AC}">
      <dgm:prSet/>
      <dgm:spPr/>
      <dgm:t>
        <a:bodyPr/>
        <a:lstStyle/>
        <a:p>
          <a:endParaRPr lang="en-US" sz="1800"/>
        </a:p>
      </dgm:t>
    </dgm:pt>
    <dgm:pt modelId="{EE68056B-6A59-43B7-B3C1-463ACEAD9081}">
      <dgm:prSet custT="1"/>
      <dgm:spPr/>
      <dgm:t>
        <a:bodyPr/>
        <a:lstStyle/>
        <a:p>
          <a:pPr>
            <a:lnSpc>
              <a:spcPct val="100000"/>
            </a:lnSpc>
          </a:pPr>
          <a:r>
            <a:rPr lang="en-US" sz="1800"/>
            <a:t>Support for legacy systems</a:t>
          </a:r>
        </a:p>
      </dgm:t>
    </dgm:pt>
    <dgm:pt modelId="{0384D8EE-02D3-4863-BC54-9399BEA31DA5}" type="parTrans" cxnId="{56DF1E8B-89BF-41C7-99B5-7AAA643D9D41}">
      <dgm:prSet/>
      <dgm:spPr/>
      <dgm:t>
        <a:bodyPr/>
        <a:lstStyle/>
        <a:p>
          <a:endParaRPr lang="en-US" sz="1800"/>
        </a:p>
      </dgm:t>
    </dgm:pt>
    <dgm:pt modelId="{1A436EDB-4306-4378-B0EB-C5CBD5B3422B}" type="sibTrans" cxnId="{56DF1E8B-89BF-41C7-99B5-7AAA643D9D41}">
      <dgm:prSet/>
      <dgm:spPr/>
      <dgm:t>
        <a:bodyPr/>
        <a:lstStyle/>
        <a:p>
          <a:endParaRPr lang="en-US" sz="1800"/>
        </a:p>
      </dgm:t>
    </dgm:pt>
    <dgm:pt modelId="{0C60C57F-9F68-4A32-9E60-11DF93F5C1F6}" type="pres">
      <dgm:prSet presAssocID="{C80CD2B8-FF75-4DBD-9C53-5705C20ABDF9}" presName="root" presStyleCnt="0">
        <dgm:presLayoutVars>
          <dgm:dir/>
          <dgm:resizeHandles val="exact"/>
        </dgm:presLayoutVars>
      </dgm:prSet>
      <dgm:spPr/>
    </dgm:pt>
    <dgm:pt modelId="{516DBA02-A791-4E8C-9C4E-B40C6AA096BA}" type="pres">
      <dgm:prSet presAssocID="{6F7FE6A3-5227-437E-B01A-212DBFD20045}" presName="compNode" presStyleCnt="0"/>
      <dgm:spPr/>
    </dgm:pt>
    <dgm:pt modelId="{28743282-5F18-4F8B-A44B-649AA107DE8D}" type="pres">
      <dgm:prSet presAssocID="{6F7FE6A3-5227-437E-B01A-212DBFD20045}" presName="bgRect" presStyleLbl="bgShp" presStyleIdx="0" presStyleCnt="7"/>
      <dgm:spPr/>
    </dgm:pt>
    <dgm:pt modelId="{01455F65-1D11-4F63-B2D0-83A899703677}" type="pres">
      <dgm:prSet presAssocID="{6F7FE6A3-5227-437E-B01A-212DBFD20045}"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2C561802-3985-4159-A7C7-01F20E55E3AA}" type="pres">
      <dgm:prSet presAssocID="{6F7FE6A3-5227-437E-B01A-212DBFD20045}" presName="spaceRect" presStyleCnt="0"/>
      <dgm:spPr/>
    </dgm:pt>
    <dgm:pt modelId="{31569AF2-C52E-4544-9067-1C5977E0EA8C}" type="pres">
      <dgm:prSet presAssocID="{6F7FE6A3-5227-437E-B01A-212DBFD20045}" presName="parTx" presStyleLbl="revTx" presStyleIdx="0" presStyleCnt="7">
        <dgm:presLayoutVars>
          <dgm:chMax val="0"/>
          <dgm:chPref val="0"/>
        </dgm:presLayoutVars>
      </dgm:prSet>
      <dgm:spPr/>
    </dgm:pt>
    <dgm:pt modelId="{B8C4F43F-F08E-451D-89F8-1F87F5FADFA8}" type="pres">
      <dgm:prSet presAssocID="{0C092BEE-EADF-4317-B5E8-744BF73A0C62}" presName="sibTrans" presStyleCnt="0"/>
      <dgm:spPr/>
    </dgm:pt>
    <dgm:pt modelId="{482D063E-A334-4C08-B27E-43D6D4FE633F}" type="pres">
      <dgm:prSet presAssocID="{7529FA82-5E5A-49A6-93E2-22E9FD9D99BA}" presName="compNode" presStyleCnt="0"/>
      <dgm:spPr/>
    </dgm:pt>
    <dgm:pt modelId="{E6A55751-7EE6-457A-ADE8-EF6C6398F055}" type="pres">
      <dgm:prSet presAssocID="{7529FA82-5E5A-49A6-93E2-22E9FD9D99BA}" presName="bgRect" presStyleLbl="bgShp" presStyleIdx="1" presStyleCnt="7"/>
      <dgm:spPr/>
    </dgm:pt>
    <dgm:pt modelId="{868D180A-09BC-4CD0-B375-B1071FD31B3F}" type="pres">
      <dgm:prSet presAssocID="{7529FA82-5E5A-49A6-93E2-22E9FD9D99BA}"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un"/>
        </a:ext>
      </dgm:extLst>
    </dgm:pt>
    <dgm:pt modelId="{B76B8513-B131-40FF-B2CE-E7F6EFC69794}" type="pres">
      <dgm:prSet presAssocID="{7529FA82-5E5A-49A6-93E2-22E9FD9D99BA}" presName="spaceRect" presStyleCnt="0"/>
      <dgm:spPr/>
    </dgm:pt>
    <dgm:pt modelId="{053AAB37-430D-4DC3-8CE1-7305A2C6964C}" type="pres">
      <dgm:prSet presAssocID="{7529FA82-5E5A-49A6-93E2-22E9FD9D99BA}" presName="parTx" presStyleLbl="revTx" presStyleIdx="1" presStyleCnt="7">
        <dgm:presLayoutVars>
          <dgm:chMax val="0"/>
          <dgm:chPref val="0"/>
        </dgm:presLayoutVars>
      </dgm:prSet>
      <dgm:spPr/>
    </dgm:pt>
    <dgm:pt modelId="{B543F110-AF9B-4F10-A123-8E677D829F57}" type="pres">
      <dgm:prSet presAssocID="{1510A536-F846-486B-8778-4EAA2CFD059C}" presName="sibTrans" presStyleCnt="0"/>
      <dgm:spPr/>
    </dgm:pt>
    <dgm:pt modelId="{F191DD9A-5A4C-4632-ACEF-7B92E1F6DC8A}" type="pres">
      <dgm:prSet presAssocID="{47B938B5-5496-470A-B8EB-4271634D601E}" presName="compNode" presStyleCnt="0"/>
      <dgm:spPr/>
    </dgm:pt>
    <dgm:pt modelId="{C6E0E8A2-E003-4CB3-9A09-5C3B2A964737}" type="pres">
      <dgm:prSet presAssocID="{47B938B5-5496-470A-B8EB-4271634D601E}" presName="bgRect" presStyleLbl="bgShp" presStyleIdx="2" presStyleCnt="7"/>
      <dgm:spPr/>
    </dgm:pt>
    <dgm:pt modelId="{2CA93F1B-EC84-4D74-BBCE-AF75BD5A3172}" type="pres">
      <dgm:prSet presAssocID="{47B938B5-5496-470A-B8EB-4271634D601E}"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atabase"/>
        </a:ext>
      </dgm:extLst>
    </dgm:pt>
    <dgm:pt modelId="{7B6EE5BE-7A0E-400C-BD88-C9BC5ECA6E68}" type="pres">
      <dgm:prSet presAssocID="{47B938B5-5496-470A-B8EB-4271634D601E}" presName="spaceRect" presStyleCnt="0"/>
      <dgm:spPr/>
    </dgm:pt>
    <dgm:pt modelId="{A9697DB0-B34C-4688-9E0F-9ABEF54D6411}" type="pres">
      <dgm:prSet presAssocID="{47B938B5-5496-470A-B8EB-4271634D601E}" presName="parTx" presStyleLbl="revTx" presStyleIdx="2" presStyleCnt="7">
        <dgm:presLayoutVars>
          <dgm:chMax val="0"/>
          <dgm:chPref val="0"/>
        </dgm:presLayoutVars>
      </dgm:prSet>
      <dgm:spPr/>
    </dgm:pt>
    <dgm:pt modelId="{708987D5-5786-4894-9EC3-6484CDDE466C}" type="pres">
      <dgm:prSet presAssocID="{3CDB4A09-0070-46E1-BC91-F1498C80F24E}" presName="sibTrans" presStyleCnt="0"/>
      <dgm:spPr/>
    </dgm:pt>
    <dgm:pt modelId="{AB85C215-B4F1-4045-8101-71FF14CF4BCE}" type="pres">
      <dgm:prSet presAssocID="{17FE03EB-BDDF-4E2A-94C8-62A73FA25A2C}" presName="compNode" presStyleCnt="0"/>
      <dgm:spPr/>
    </dgm:pt>
    <dgm:pt modelId="{27EA0169-9C64-4A07-BB0B-9BD8E1A400FD}" type="pres">
      <dgm:prSet presAssocID="{17FE03EB-BDDF-4E2A-94C8-62A73FA25A2C}" presName="bgRect" presStyleLbl="bgShp" presStyleIdx="3" presStyleCnt="7"/>
      <dgm:spPr/>
    </dgm:pt>
    <dgm:pt modelId="{AF077C84-2C05-4BE0-8BA9-447A04F500FA}" type="pres">
      <dgm:prSet presAssocID="{17FE03EB-BDDF-4E2A-94C8-62A73FA25A2C}" presName="iconRect" presStyleLbl="node1" presStyleIdx="3"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omputer"/>
        </a:ext>
      </dgm:extLst>
    </dgm:pt>
    <dgm:pt modelId="{D121FE7F-8927-4455-A33B-A494885E5B28}" type="pres">
      <dgm:prSet presAssocID="{17FE03EB-BDDF-4E2A-94C8-62A73FA25A2C}" presName="spaceRect" presStyleCnt="0"/>
      <dgm:spPr/>
    </dgm:pt>
    <dgm:pt modelId="{4835703A-1C64-46FF-A267-169C8314FF8A}" type="pres">
      <dgm:prSet presAssocID="{17FE03EB-BDDF-4E2A-94C8-62A73FA25A2C}" presName="parTx" presStyleLbl="revTx" presStyleIdx="3" presStyleCnt="7">
        <dgm:presLayoutVars>
          <dgm:chMax val="0"/>
          <dgm:chPref val="0"/>
        </dgm:presLayoutVars>
      </dgm:prSet>
      <dgm:spPr/>
    </dgm:pt>
    <dgm:pt modelId="{224F56EE-3227-4C4E-BBD6-5EDDBAC7BD73}" type="pres">
      <dgm:prSet presAssocID="{2A29C276-EF6B-4381-83AA-E8339B537A61}" presName="sibTrans" presStyleCnt="0"/>
      <dgm:spPr/>
    </dgm:pt>
    <dgm:pt modelId="{E23747EA-3C5A-424F-84F9-51EB576903F4}" type="pres">
      <dgm:prSet presAssocID="{F12F1760-A02C-4241-94D3-4757A50DC7AD}" presName="compNode" presStyleCnt="0"/>
      <dgm:spPr/>
    </dgm:pt>
    <dgm:pt modelId="{882FAC5E-AB19-4C2A-92A4-73B4F36866CC}" type="pres">
      <dgm:prSet presAssocID="{F12F1760-A02C-4241-94D3-4757A50DC7AD}" presName="bgRect" presStyleLbl="bgShp" presStyleIdx="4" presStyleCnt="7"/>
      <dgm:spPr/>
    </dgm:pt>
    <dgm:pt modelId="{2A655B57-006B-4B04-959E-BEB58E320211}" type="pres">
      <dgm:prSet presAssocID="{F12F1760-A02C-4241-94D3-4757A50DC7AD}" presName="iconRect" presStyleLbl="node1" presStyleIdx="4"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Upward trend"/>
        </a:ext>
      </dgm:extLst>
    </dgm:pt>
    <dgm:pt modelId="{A5192B8F-2D21-4342-9C01-E420212012C2}" type="pres">
      <dgm:prSet presAssocID="{F12F1760-A02C-4241-94D3-4757A50DC7AD}" presName="spaceRect" presStyleCnt="0"/>
      <dgm:spPr/>
    </dgm:pt>
    <dgm:pt modelId="{0B4D4FA9-EB7E-4F79-AEC6-FFEBDA80A548}" type="pres">
      <dgm:prSet presAssocID="{F12F1760-A02C-4241-94D3-4757A50DC7AD}" presName="parTx" presStyleLbl="revTx" presStyleIdx="4" presStyleCnt="7">
        <dgm:presLayoutVars>
          <dgm:chMax val="0"/>
          <dgm:chPref val="0"/>
        </dgm:presLayoutVars>
      </dgm:prSet>
      <dgm:spPr/>
    </dgm:pt>
    <dgm:pt modelId="{C237F95B-08F9-430F-8B5B-1BCDEA57AF0A}" type="pres">
      <dgm:prSet presAssocID="{830D3863-D097-41E8-B186-3FC13E92F34C}" presName="sibTrans" presStyleCnt="0"/>
      <dgm:spPr/>
    </dgm:pt>
    <dgm:pt modelId="{F4683BA9-9A52-4B18-9A0D-05CCB0A05B24}" type="pres">
      <dgm:prSet presAssocID="{E377B420-7252-4A2D-8DB8-EDE63343AEE2}" presName="compNode" presStyleCnt="0"/>
      <dgm:spPr/>
    </dgm:pt>
    <dgm:pt modelId="{48CA2D1D-61F2-47E5-963B-1DC2FF8F4C4E}" type="pres">
      <dgm:prSet presAssocID="{E377B420-7252-4A2D-8DB8-EDE63343AEE2}" presName="bgRect" presStyleLbl="bgShp" presStyleIdx="5" presStyleCnt="7"/>
      <dgm:spPr/>
    </dgm:pt>
    <dgm:pt modelId="{BCAAABBE-CC28-48ED-81B9-F044C0165967}" type="pres">
      <dgm:prSet presAssocID="{E377B420-7252-4A2D-8DB8-EDE63343AEE2}"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Gears"/>
        </a:ext>
      </dgm:extLst>
    </dgm:pt>
    <dgm:pt modelId="{5A603627-9694-4A69-8536-1955126ACF93}" type="pres">
      <dgm:prSet presAssocID="{E377B420-7252-4A2D-8DB8-EDE63343AEE2}" presName="spaceRect" presStyleCnt="0"/>
      <dgm:spPr/>
    </dgm:pt>
    <dgm:pt modelId="{DA1C47B0-5AD6-491C-A084-F764D13B44FF}" type="pres">
      <dgm:prSet presAssocID="{E377B420-7252-4A2D-8DB8-EDE63343AEE2}" presName="parTx" presStyleLbl="revTx" presStyleIdx="5" presStyleCnt="7">
        <dgm:presLayoutVars>
          <dgm:chMax val="0"/>
          <dgm:chPref val="0"/>
        </dgm:presLayoutVars>
      </dgm:prSet>
      <dgm:spPr/>
    </dgm:pt>
    <dgm:pt modelId="{4C215D3F-7C9B-4CF5-B6A1-76C2A218103A}" type="pres">
      <dgm:prSet presAssocID="{5DC8B17E-22DF-4A16-9046-5FB0595D8154}" presName="sibTrans" presStyleCnt="0"/>
      <dgm:spPr/>
    </dgm:pt>
    <dgm:pt modelId="{D7B195E5-7B22-4469-B407-D0187A638E89}" type="pres">
      <dgm:prSet presAssocID="{EE68056B-6A59-43B7-B3C1-463ACEAD9081}" presName="compNode" presStyleCnt="0"/>
      <dgm:spPr/>
    </dgm:pt>
    <dgm:pt modelId="{EDA17188-2FE4-475F-B68E-A33393043AB9}" type="pres">
      <dgm:prSet presAssocID="{EE68056B-6A59-43B7-B3C1-463ACEAD9081}" presName="bgRect" presStyleLbl="bgShp" presStyleIdx="6" presStyleCnt="7"/>
      <dgm:spPr/>
    </dgm:pt>
    <dgm:pt modelId="{A17DFC4A-0E66-4344-BB31-51D5C6D1BEDA}" type="pres">
      <dgm:prSet presAssocID="{EE68056B-6A59-43B7-B3C1-463ACEAD9081}"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Call center"/>
        </a:ext>
      </dgm:extLst>
    </dgm:pt>
    <dgm:pt modelId="{5BBF6F4B-A791-4C33-AAF7-AD4F18480822}" type="pres">
      <dgm:prSet presAssocID="{EE68056B-6A59-43B7-B3C1-463ACEAD9081}" presName="spaceRect" presStyleCnt="0"/>
      <dgm:spPr/>
    </dgm:pt>
    <dgm:pt modelId="{4F577342-AA3A-4C01-A632-2DB5B29EAA93}" type="pres">
      <dgm:prSet presAssocID="{EE68056B-6A59-43B7-B3C1-463ACEAD9081}" presName="parTx" presStyleLbl="revTx" presStyleIdx="6" presStyleCnt="7">
        <dgm:presLayoutVars>
          <dgm:chMax val="0"/>
          <dgm:chPref val="0"/>
        </dgm:presLayoutVars>
      </dgm:prSet>
      <dgm:spPr/>
    </dgm:pt>
  </dgm:ptLst>
  <dgm:cxnLst>
    <dgm:cxn modelId="{2C9CC208-66F6-4ABD-BE66-07B96AAC0E72}" srcId="{C80CD2B8-FF75-4DBD-9C53-5705C20ABDF9}" destId="{7529FA82-5E5A-49A6-93E2-22E9FD9D99BA}" srcOrd="1" destOrd="0" parTransId="{7A046C0C-FB9C-4FE3-9F97-EAFADF75526F}" sibTransId="{1510A536-F846-486B-8778-4EAA2CFD059C}"/>
    <dgm:cxn modelId="{5E6ADF21-0894-46A3-8289-5062C0B2C542}" srcId="{C80CD2B8-FF75-4DBD-9C53-5705C20ABDF9}" destId="{6F7FE6A3-5227-437E-B01A-212DBFD20045}" srcOrd="0" destOrd="0" parTransId="{69DE33E6-A18F-473A-B59A-BF88FB3ECF8A}" sibTransId="{0C092BEE-EADF-4317-B5E8-744BF73A0C62}"/>
    <dgm:cxn modelId="{32CC4123-DDD2-4C9E-AC4A-A7C094980C79}" type="presOf" srcId="{7529FA82-5E5A-49A6-93E2-22E9FD9D99BA}" destId="{053AAB37-430D-4DC3-8CE1-7305A2C6964C}" srcOrd="0" destOrd="0" presId="urn:microsoft.com/office/officeart/2018/2/layout/IconVerticalSolidList"/>
    <dgm:cxn modelId="{DAF89325-33CD-4418-8849-BE982DE838AC}" srcId="{C80CD2B8-FF75-4DBD-9C53-5705C20ABDF9}" destId="{E377B420-7252-4A2D-8DB8-EDE63343AEE2}" srcOrd="5" destOrd="0" parTransId="{808DC18D-F4B6-4D40-A588-133B51CE72A7}" sibTransId="{5DC8B17E-22DF-4A16-9046-5FB0595D8154}"/>
    <dgm:cxn modelId="{3D05B271-D3A4-45AC-AB9F-E391BE6A8E3C}" srcId="{C80CD2B8-FF75-4DBD-9C53-5705C20ABDF9}" destId="{47B938B5-5496-470A-B8EB-4271634D601E}" srcOrd="2" destOrd="0" parTransId="{9F02355D-7BF8-4CDF-B624-648AB97BF1C7}" sibTransId="{3CDB4A09-0070-46E1-BC91-F1498C80F24E}"/>
    <dgm:cxn modelId="{2064D974-459C-4AB2-A82E-6A7C73497B45}" srcId="{C80CD2B8-FF75-4DBD-9C53-5705C20ABDF9}" destId="{17FE03EB-BDDF-4E2A-94C8-62A73FA25A2C}" srcOrd="3" destOrd="0" parTransId="{9CDA38FA-2ECE-4E44-9845-5FDDFB33B1AD}" sibTransId="{2A29C276-EF6B-4381-83AA-E8339B537A61}"/>
    <dgm:cxn modelId="{56DF1E8B-89BF-41C7-99B5-7AAA643D9D41}" srcId="{C80CD2B8-FF75-4DBD-9C53-5705C20ABDF9}" destId="{EE68056B-6A59-43B7-B3C1-463ACEAD9081}" srcOrd="6" destOrd="0" parTransId="{0384D8EE-02D3-4863-BC54-9399BEA31DA5}" sibTransId="{1A436EDB-4306-4378-B0EB-C5CBD5B3422B}"/>
    <dgm:cxn modelId="{A99EA6C6-A939-4807-9635-C0A005C864F0}" type="presOf" srcId="{EE68056B-6A59-43B7-B3C1-463ACEAD9081}" destId="{4F577342-AA3A-4C01-A632-2DB5B29EAA93}" srcOrd="0" destOrd="0" presId="urn:microsoft.com/office/officeart/2018/2/layout/IconVerticalSolidList"/>
    <dgm:cxn modelId="{284FEBC8-2E58-4BA7-8363-79CBA401E331}" type="presOf" srcId="{6F7FE6A3-5227-437E-B01A-212DBFD20045}" destId="{31569AF2-C52E-4544-9067-1C5977E0EA8C}" srcOrd="0" destOrd="0" presId="urn:microsoft.com/office/officeart/2018/2/layout/IconVerticalSolidList"/>
    <dgm:cxn modelId="{9AE329D2-0446-4378-A1A4-1C15213E0D98}" srcId="{C80CD2B8-FF75-4DBD-9C53-5705C20ABDF9}" destId="{F12F1760-A02C-4241-94D3-4757A50DC7AD}" srcOrd="4" destOrd="0" parTransId="{8CEB72C5-9907-4403-B796-B27A85DDCED4}" sibTransId="{830D3863-D097-41E8-B186-3FC13E92F34C}"/>
    <dgm:cxn modelId="{F8C49CD2-A3FF-4535-A6C2-81B406DB921C}" type="presOf" srcId="{17FE03EB-BDDF-4E2A-94C8-62A73FA25A2C}" destId="{4835703A-1C64-46FF-A267-169C8314FF8A}" srcOrd="0" destOrd="0" presId="urn:microsoft.com/office/officeart/2018/2/layout/IconVerticalSolidList"/>
    <dgm:cxn modelId="{F8A1B5D5-D7AD-4B19-AB78-8DC47114E1DB}" type="presOf" srcId="{47B938B5-5496-470A-B8EB-4271634D601E}" destId="{A9697DB0-B34C-4688-9E0F-9ABEF54D6411}" srcOrd="0" destOrd="0" presId="urn:microsoft.com/office/officeart/2018/2/layout/IconVerticalSolidList"/>
    <dgm:cxn modelId="{D62617E8-33CE-417D-A8B1-78BF31BD0F84}" type="presOf" srcId="{F12F1760-A02C-4241-94D3-4757A50DC7AD}" destId="{0B4D4FA9-EB7E-4F79-AEC6-FFEBDA80A548}" srcOrd="0" destOrd="0" presId="urn:microsoft.com/office/officeart/2018/2/layout/IconVerticalSolidList"/>
    <dgm:cxn modelId="{C54781E9-3C6B-4F43-8145-F6E6A2F3388B}" type="presOf" srcId="{E377B420-7252-4A2D-8DB8-EDE63343AEE2}" destId="{DA1C47B0-5AD6-491C-A084-F764D13B44FF}" srcOrd="0" destOrd="0" presId="urn:microsoft.com/office/officeart/2018/2/layout/IconVerticalSolidList"/>
    <dgm:cxn modelId="{3A84ABEC-7557-4CBD-8B4D-FA786D0466DD}" type="presOf" srcId="{C80CD2B8-FF75-4DBD-9C53-5705C20ABDF9}" destId="{0C60C57F-9F68-4A32-9E60-11DF93F5C1F6}" srcOrd="0" destOrd="0" presId="urn:microsoft.com/office/officeart/2018/2/layout/IconVerticalSolidList"/>
    <dgm:cxn modelId="{42E31274-820B-40DE-84C1-6EB7F567B1AD}" type="presParOf" srcId="{0C60C57F-9F68-4A32-9E60-11DF93F5C1F6}" destId="{516DBA02-A791-4E8C-9C4E-B40C6AA096BA}" srcOrd="0" destOrd="0" presId="urn:microsoft.com/office/officeart/2018/2/layout/IconVerticalSolidList"/>
    <dgm:cxn modelId="{30CC8821-E293-4259-B7F2-982066B31163}" type="presParOf" srcId="{516DBA02-A791-4E8C-9C4E-B40C6AA096BA}" destId="{28743282-5F18-4F8B-A44B-649AA107DE8D}" srcOrd="0" destOrd="0" presId="urn:microsoft.com/office/officeart/2018/2/layout/IconVerticalSolidList"/>
    <dgm:cxn modelId="{3FF4060D-5945-444A-9910-F6BC6DEF5AA1}" type="presParOf" srcId="{516DBA02-A791-4E8C-9C4E-B40C6AA096BA}" destId="{01455F65-1D11-4F63-B2D0-83A899703677}" srcOrd="1" destOrd="0" presId="urn:microsoft.com/office/officeart/2018/2/layout/IconVerticalSolidList"/>
    <dgm:cxn modelId="{9C7E5CC0-9E52-4123-882B-434473FF4563}" type="presParOf" srcId="{516DBA02-A791-4E8C-9C4E-B40C6AA096BA}" destId="{2C561802-3985-4159-A7C7-01F20E55E3AA}" srcOrd="2" destOrd="0" presId="urn:microsoft.com/office/officeart/2018/2/layout/IconVerticalSolidList"/>
    <dgm:cxn modelId="{60F90298-42CA-448C-8AF1-88572792975B}" type="presParOf" srcId="{516DBA02-A791-4E8C-9C4E-B40C6AA096BA}" destId="{31569AF2-C52E-4544-9067-1C5977E0EA8C}" srcOrd="3" destOrd="0" presId="urn:microsoft.com/office/officeart/2018/2/layout/IconVerticalSolidList"/>
    <dgm:cxn modelId="{8E7A0E84-1261-452C-A616-49BCC3A59A73}" type="presParOf" srcId="{0C60C57F-9F68-4A32-9E60-11DF93F5C1F6}" destId="{B8C4F43F-F08E-451D-89F8-1F87F5FADFA8}" srcOrd="1" destOrd="0" presId="urn:microsoft.com/office/officeart/2018/2/layout/IconVerticalSolidList"/>
    <dgm:cxn modelId="{256D68F7-38D8-449F-9E92-BB11B711B2FA}" type="presParOf" srcId="{0C60C57F-9F68-4A32-9E60-11DF93F5C1F6}" destId="{482D063E-A334-4C08-B27E-43D6D4FE633F}" srcOrd="2" destOrd="0" presId="urn:microsoft.com/office/officeart/2018/2/layout/IconVerticalSolidList"/>
    <dgm:cxn modelId="{D7965CE0-E0DC-4EC0-944F-E732DFDAE155}" type="presParOf" srcId="{482D063E-A334-4C08-B27E-43D6D4FE633F}" destId="{E6A55751-7EE6-457A-ADE8-EF6C6398F055}" srcOrd="0" destOrd="0" presId="urn:microsoft.com/office/officeart/2018/2/layout/IconVerticalSolidList"/>
    <dgm:cxn modelId="{84126C32-88C7-45D5-9322-E8487C22B06F}" type="presParOf" srcId="{482D063E-A334-4C08-B27E-43D6D4FE633F}" destId="{868D180A-09BC-4CD0-B375-B1071FD31B3F}" srcOrd="1" destOrd="0" presId="urn:microsoft.com/office/officeart/2018/2/layout/IconVerticalSolidList"/>
    <dgm:cxn modelId="{C7E1DB29-BC16-4C54-9928-F4518ACBE8BF}" type="presParOf" srcId="{482D063E-A334-4C08-B27E-43D6D4FE633F}" destId="{B76B8513-B131-40FF-B2CE-E7F6EFC69794}" srcOrd="2" destOrd="0" presId="urn:microsoft.com/office/officeart/2018/2/layout/IconVerticalSolidList"/>
    <dgm:cxn modelId="{CBE67564-778D-4EE8-A805-4F1FC96B9ABD}" type="presParOf" srcId="{482D063E-A334-4C08-B27E-43D6D4FE633F}" destId="{053AAB37-430D-4DC3-8CE1-7305A2C6964C}" srcOrd="3" destOrd="0" presId="urn:microsoft.com/office/officeart/2018/2/layout/IconVerticalSolidList"/>
    <dgm:cxn modelId="{236CA010-9B9C-4FD2-9FD1-3B16EEED589F}" type="presParOf" srcId="{0C60C57F-9F68-4A32-9E60-11DF93F5C1F6}" destId="{B543F110-AF9B-4F10-A123-8E677D829F57}" srcOrd="3" destOrd="0" presId="urn:microsoft.com/office/officeart/2018/2/layout/IconVerticalSolidList"/>
    <dgm:cxn modelId="{827C0AD3-AD6F-4977-9E14-D3E80AB44141}" type="presParOf" srcId="{0C60C57F-9F68-4A32-9E60-11DF93F5C1F6}" destId="{F191DD9A-5A4C-4632-ACEF-7B92E1F6DC8A}" srcOrd="4" destOrd="0" presId="urn:microsoft.com/office/officeart/2018/2/layout/IconVerticalSolidList"/>
    <dgm:cxn modelId="{0429F234-AF60-466A-8F11-0508FC8574F4}" type="presParOf" srcId="{F191DD9A-5A4C-4632-ACEF-7B92E1F6DC8A}" destId="{C6E0E8A2-E003-4CB3-9A09-5C3B2A964737}" srcOrd="0" destOrd="0" presId="urn:microsoft.com/office/officeart/2018/2/layout/IconVerticalSolidList"/>
    <dgm:cxn modelId="{2A1DDA9B-9BC9-4BA4-9097-B574CD71C1E8}" type="presParOf" srcId="{F191DD9A-5A4C-4632-ACEF-7B92E1F6DC8A}" destId="{2CA93F1B-EC84-4D74-BBCE-AF75BD5A3172}" srcOrd="1" destOrd="0" presId="urn:microsoft.com/office/officeart/2018/2/layout/IconVerticalSolidList"/>
    <dgm:cxn modelId="{A5962C91-13AC-4CA8-8461-9A895CE146D6}" type="presParOf" srcId="{F191DD9A-5A4C-4632-ACEF-7B92E1F6DC8A}" destId="{7B6EE5BE-7A0E-400C-BD88-C9BC5ECA6E68}" srcOrd="2" destOrd="0" presId="urn:microsoft.com/office/officeart/2018/2/layout/IconVerticalSolidList"/>
    <dgm:cxn modelId="{C369027D-2051-40D0-9C10-B7761CB7623D}" type="presParOf" srcId="{F191DD9A-5A4C-4632-ACEF-7B92E1F6DC8A}" destId="{A9697DB0-B34C-4688-9E0F-9ABEF54D6411}" srcOrd="3" destOrd="0" presId="urn:microsoft.com/office/officeart/2018/2/layout/IconVerticalSolidList"/>
    <dgm:cxn modelId="{DCDF9BD5-BA70-4F92-AB98-131D3D6A14BB}" type="presParOf" srcId="{0C60C57F-9F68-4A32-9E60-11DF93F5C1F6}" destId="{708987D5-5786-4894-9EC3-6484CDDE466C}" srcOrd="5" destOrd="0" presId="urn:microsoft.com/office/officeart/2018/2/layout/IconVerticalSolidList"/>
    <dgm:cxn modelId="{42A3B42F-A1F3-4C17-92D4-EAAB41573727}" type="presParOf" srcId="{0C60C57F-9F68-4A32-9E60-11DF93F5C1F6}" destId="{AB85C215-B4F1-4045-8101-71FF14CF4BCE}" srcOrd="6" destOrd="0" presId="urn:microsoft.com/office/officeart/2018/2/layout/IconVerticalSolidList"/>
    <dgm:cxn modelId="{B1DD4071-EDA3-49D4-8850-4C40160C89A0}" type="presParOf" srcId="{AB85C215-B4F1-4045-8101-71FF14CF4BCE}" destId="{27EA0169-9C64-4A07-BB0B-9BD8E1A400FD}" srcOrd="0" destOrd="0" presId="urn:microsoft.com/office/officeart/2018/2/layout/IconVerticalSolidList"/>
    <dgm:cxn modelId="{4A62DDC6-A78B-4ABA-9712-D162AAB435D7}" type="presParOf" srcId="{AB85C215-B4F1-4045-8101-71FF14CF4BCE}" destId="{AF077C84-2C05-4BE0-8BA9-447A04F500FA}" srcOrd="1" destOrd="0" presId="urn:microsoft.com/office/officeart/2018/2/layout/IconVerticalSolidList"/>
    <dgm:cxn modelId="{5E9BCB2B-4B7E-4334-B5BD-E066DF62C0EB}" type="presParOf" srcId="{AB85C215-B4F1-4045-8101-71FF14CF4BCE}" destId="{D121FE7F-8927-4455-A33B-A494885E5B28}" srcOrd="2" destOrd="0" presId="urn:microsoft.com/office/officeart/2018/2/layout/IconVerticalSolidList"/>
    <dgm:cxn modelId="{80EAD3AC-D917-44EF-8C0C-18FFE87AECE9}" type="presParOf" srcId="{AB85C215-B4F1-4045-8101-71FF14CF4BCE}" destId="{4835703A-1C64-46FF-A267-169C8314FF8A}" srcOrd="3" destOrd="0" presId="urn:microsoft.com/office/officeart/2018/2/layout/IconVerticalSolidList"/>
    <dgm:cxn modelId="{D3BEB351-BE35-434B-B520-22B29F5FBFBE}" type="presParOf" srcId="{0C60C57F-9F68-4A32-9E60-11DF93F5C1F6}" destId="{224F56EE-3227-4C4E-BBD6-5EDDBAC7BD73}" srcOrd="7" destOrd="0" presId="urn:microsoft.com/office/officeart/2018/2/layout/IconVerticalSolidList"/>
    <dgm:cxn modelId="{805AC23E-BB24-4DFC-8034-CA1D495A3E81}" type="presParOf" srcId="{0C60C57F-9F68-4A32-9E60-11DF93F5C1F6}" destId="{E23747EA-3C5A-424F-84F9-51EB576903F4}" srcOrd="8" destOrd="0" presId="urn:microsoft.com/office/officeart/2018/2/layout/IconVerticalSolidList"/>
    <dgm:cxn modelId="{20CBD4A2-E680-4F42-B24F-83497C009955}" type="presParOf" srcId="{E23747EA-3C5A-424F-84F9-51EB576903F4}" destId="{882FAC5E-AB19-4C2A-92A4-73B4F36866CC}" srcOrd="0" destOrd="0" presId="urn:microsoft.com/office/officeart/2018/2/layout/IconVerticalSolidList"/>
    <dgm:cxn modelId="{31A6FC2B-E645-491E-9E52-A6403C73AB47}" type="presParOf" srcId="{E23747EA-3C5A-424F-84F9-51EB576903F4}" destId="{2A655B57-006B-4B04-959E-BEB58E320211}" srcOrd="1" destOrd="0" presId="urn:microsoft.com/office/officeart/2018/2/layout/IconVerticalSolidList"/>
    <dgm:cxn modelId="{31A0A4D9-55A5-4A0A-8DDA-2FA18BB7E139}" type="presParOf" srcId="{E23747EA-3C5A-424F-84F9-51EB576903F4}" destId="{A5192B8F-2D21-4342-9C01-E420212012C2}" srcOrd="2" destOrd="0" presId="urn:microsoft.com/office/officeart/2018/2/layout/IconVerticalSolidList"/>
    <dgm:cxn modelId="{83775FAE-A6B1-44DB-905D-1F887CC50228}" type="presParOf" srcId="{E23747EA-3C5A-424F-84F9-51EB576903F4}" destId="{0B4D4FA9-EB7E-4F79-AEC6-FFEBDA80A548}" srcOrd="3" destOrd="0" presId="urn:microsoft.com/office/officeart/2018/2/layout/IconVerticalSolidList"/>
    <dgm:cxn modelId="{3BBFA9AF-FE75-4997-9B8F-395D1994CFCC}" type="presParOf" srcId="{0C60C57F-9F68-4A32-9E60-11DF93F5C1F6}" destId="{C237F95B-08F9-430F-8B5B-1BCDEA57AF0A}" srcOrd="9" destOrd="0" presId="urn:microsoft.com/office/officeart/2018/2/layout/IconVerticalSolidList"/>
    <dgm:cxn modelId="{8AE56E4F-B57C-4EF0-A67D-9FD10941D5BA}" type="presParOf" srcId="{0C60C57F-9F68-4A32-9E60-11DF93F5C1F6}" destId="{F4683BA9-9A52-4B18-9A0D-05CCB0A05B24}" srcOrd="10" destOrd="0" presId="urn:microsoft.com/office/officeart/2018/2/layout/IconVerticalSolidList"/>
    <dgm:cxn modelId="{FAC18F80-17FD-49B4-A220-A6ACEFC2FEA8}" type="presParOf" srcId="{F4683BA9-9A52-4B18-9A0D-05CCB0A05B24}" destId="{48CA2D1D-61F2-47E5-963B-1DC2FF8F4C4E}" srcOrd="0" destOrd="0" presId="urn:microsoft.com/office/officeart/2018/2/layout/IconVerticalSolidList"/>
    <dgm:cxn modelId="{F956B66A-FE78-46C6-9108-B83820AA1B31}" type="presParOf" srcId="{F4683BA9-9A52-4B18-9A0D-05CCB0A05B24}" destId="{BCAAABBE-CC28-48ED-81B9-F044C0165967}" srcOrd="1" destOrd="0" presId="urn:microsoft.com/office/officeart/2018/2/layout/IconVerticalSolidList"/>
    <dgm:cxn modelId="{43322B67-116A-4C82-86E4-594B4C42F3A2}" type="presParOf" srcId="{F4683BA9-9A52-4B18-9A0D-05CCB0A05B24}" destId="{5A603627-9694-4A69-8536-1955126ACF93}" srcOrd="2" destOrd="0" presId="urn:microsoft.com/office/officeart/2018/2/layout/IconVerticalSolidList"/>
    <dgm:cxn modelId="{206D28A5-A866-40F6-A64D-5A9C1D0021F1}" type="presParOf" srcId="{F4683BA9-9A52-4B18-9A0D-05CCB0A05B24}" destId="{DA1C47B0-5AD6-491C-A084-F764D13B44FF}" srcOrd="3" destOrd="0" presId="urn:microsoft.com/office/officeart/2018/2/layout/IconVerticalSolidList"/>
    <dgm:cxn modelId="{7F6E7B7A-C425-40E5-B262-B1DEEA996584}" type="presParOf" srcId="{0C60C57F-9F68-4A32-9E60-11DF93F5C1F6}" destId="{4C215D3F-7C9B-4CF5-B6A1-76C2A218103A}" srcOrd="11" destOrd="0" presId="urn:microsoft.com/office/officeart/2018/2/layout/IconVerticalSolidList"/>
    <dgm:cxn modelId="{01D485F8-7339-4183-A043-2E153C249191}" type="presParOf" srcId="{0C60C57F-9F68-4A32-9E60-11DF93F5C1F6}" destId="{D7B195E5-7B22-4469-B407-D0187A638E89}" srcOrd="12" destOrd="0" presId="urn:microsoft.com/office/officeart/2018/2/layout/IconVerticalSolidList"/>
    <dgm:cxn modelId="{65691035-83FF-412B-B799-143B99066F1E}" type="presParOf" srcId="{D7B195E5-7B22-4469-B407-D0187A638E89}" destId="{EDA17188-2FE4-475F-B68E-A33393043AB9}" srcOrd="0" destOrd="0" presId="urn:microsoft.com/office/officeart/2018/2/layout/IconVerticalSolidList"/>
    <dgm:cxn modelId="{7CA91EE3-C26F-4779-BD6F-3979B1475F34}" type="presParOf" srcId="{D7B195E5-7B22-4469-B407-D0187A638E89}" destId="{A17DFC4A-0E66-4344-BB31-51D5C6D1BEDA}" srcOrd="1" destOrd="0" presId="urn:microsoft.com/office/officeart/2018/2/layout/IconVerticalSolidList"/>
    <dgm:cxn modelId="{A27F6BF8-6FE2-4224-B048-303A2E5EA69D}" type="presParOf" srcId="{D7B195E5-7B22-4469-B407-D0187A638E89}" destId="{5BBF6F4B-A791-4C33-AAF7-AD4F18480822}" srcOrd="2" destOrd="0" presId="urn:microsoft.com/office/officeart/2018/2/layout/IconVerticalSolidList"/>
    <dgm:cxn modelId="{78B1175E-9C57-4792-8BF7-2F0899D829CA}" type="presParOf" srcId="{D7B195E5-7B22-4469-B407-D0187A638E89}" destId="{4F577342-AA3A-4C01-A632-2DB5B29EAA93}"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42038A7-755D-45DE-BFBA-AE38B125C893}"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78F36048-02BE-4218-A108-F4E2E1997C49}">
      <dgm:prSet/>
      <dgm:spPr/>
      <dgm:t>
        <a:bodyPr/>
        <a:lstStyle/>
        <a:p>
          <a:r>
            <a:rPr lang="en-US" dirty="0"/>
            <a:t>A hypervisor, a.k.a. a virtual machine manager/monitor (VMM), is a program that allows multiple OSs to share a single hardware host.  </a:t>
          </a:r>
        </a:p>
      </dgm:t>
    </dgm:pt>
    <dgm:pt modelId="{C2D7FB15-4164-4395-897C-458DA14C4DBC}" type="parTrans" cxnId="{E96EA8FA-61C8-416D-91CC-394297A2C61D}">
      <dgm:prSet/>
      <dgm:spPr/>
      <dgm:t>
        <a:bodyPr/>
        <a:lstStyle/>
        <a:p>
          <a:endParaRPr lang="en-US"/>
        </a:p>
      </dgm:t>
    </dgm:pt>
    <dgm:pt modelId="{54E9D4CE-BCAB-4A32-9394-ACF154A72F23}" type="sibTrans" cxnId="{E96EA8FA-61C8-416D-91CC-394297A2C61D}">
      <dgm:prSet/>
      <dgm:spPr/>
      <dgm:t>
        <a:bodyPr/>
        <a:lstStyle/>
        <a:p>
          <a:endParaRPr lang="en-US"/>
        </a:p>
      </dgm:t>
    </dgm:pt>
    <dgm:pt modelId="{5343ED46-9D53-4320-9E32-BC2F920757C8}">
      <dgm:prSet/>
      <dgm:spPr/>
      <dgm:t>
        <a:bodyPr/>
        <a:lstStyle/>
        <a:p>
          <a:r>
            <a:rPr lang="en-US"/>
            <a:t>Each guest OS appears to have processor, memory, and other resources all to itself. </a:t>
          </a:r>
        </a:p>
      </dgm:t>
    </dgm:pt>
    <dgm:pt modelId="{14DF48D6-A160-4F5E-A437-81EB7EE0B6D7}" type="parTrans" cxnId="{CE897715-389C-412E-A835-65EF9437FB97}">
      <dgm:prSet/>
      <dgm:spPr/>
      <dgm:t>
        <a:bodyPr/>
        <a:lstStyle/>
        <a:p>
          <a:endParaRPr lang="en-US"/>
        </a:p>
      </dgm:t>
    </dgm:pt>
    <dgm:pt modelId="{720C4BD3-F7A1-4BCC-AB64-4C535575BD12}" type="sibTrans" cxnId="{CE897715-389C-412E-A835-65EF9437FB97}">
      <dgm:prSet/>
      <dgm:spPr/>
      <dgm:t>
        <a:bodyPr/>
        <a:lstStyle/>
        <a:p>
          <a:endParaRPr lang="en-US"/>
        </a:p>
      </dgm:t>
    </dgm:pt>
    <dgm:pt modelId="{1A8034BE-04B1-47A6-BDFB-32CFB982784B}">
      <dgm:prSet/>
      <dgm:spPr/>
      <dgm:t>
        <a:bodyPr/>
        <a:lstStyle/>
        <a:p>
          <a:r>
            <a:rPr lang="en-US"/>
            <a:t>It controls the host processor &amp; resources, allocating what is needed to each OS, making sure that the VMs don't disrupt each other. </a:t>
          </a:r>
        </a:p>
      </dgm:t>
    </dgm:pt>
    <dgm:pt modelId="{9F239584-F613-4B85-945F-B44CF56386D0}" type="parTrans" cxnId="{0CDE999F-A479-48EB-9630-DBDAEAEB2555}">
      <dgm:prSet/>
      <dgm:spPr/>
      <dgm:t>
        <a:bodyPr/>
        <a:lstStyle/>
        <a:p>
          <a:endParaRPr lang="en-US"/>
        </a:p>
      </dgm:t>
    </dgm:pt>
    <dgm:pt modelId="{8BC67020-3AF2-4F72-BBDA-C375BC1E61AE}" type="sibTrans" cxnId="{0CDE999F-A479-48EB-9630-DBDAEAEB2555}">
      <dgm:prSet/>
      <dgm:spPr/>
      <dgm:t>
        <a:bodyPr/>
        <a:lstStyle/>
        <a:p>
          <a:endParaRPr lang="en-US"/>
        </a:p>
      </dgm:t>
    </dgm:pt>
    <dgm:pt modelId="{B545AF42-188A-4FA8-A65B-26C435829207}" type="pres">
      <dgm:prSet presAssocID="{942038A7-755D-45DE-BFBA-AE38B125C893}" presName="linear" presStyleCnt="0">
        <dgm:presLayoutVars>
          <dgm:animLvl val="lvl"/>
          <dgm:resizeHandles val="exact"/>
        </dgm:presLayoutVars>
      </dgm:prSet>
      <dgm:spPr/>
    </dgm:pt>
    <dgm:pt modelId="{EB632754-E306-40BF-B964-B780646C61D2}" type="pres">
      <dgm:prSet presAssocID="{78F36048-02BE-4218-A108-F4E2E1997C49}" presName="parentText" presStyleLbl="node1" presStyleIdx="0" presStyleCnt="3">
        <dgm:presLayoutVars>
          <dgm:chMax val="0"/>
          <dgm:bulletEnabled val="1"/>
        </dgm:presLayoutVars>
      </dgm:prSet>
      <dgm:spPr/>
    </dgm:pt>
    <dgm:pt modelId="{0EB216C6-21E7-4694-A390-284AEA7F6571}" type="pres">
      <dgm:prSet presAssocID="{54E9D4CE-BCAB-4A32-9394-ACF154A72F23}" presName="spacer" presStyleCnt="0"/>
      <dgm:spPr/>
    </dgm:pt>
    <dgm:pt modelId="{52763130-6EAC-478B-A651-AE28FA9AE9E2}" type="pres">
      <dgm:prSet presAssocID="{5343ED46-9D53-4320-9E32-BC2F920757C8}" presName="parentText" presStyleLbl="node1" presStyleIdx="1" presStyleCnt="3">
        <dgm:presLayoutVars>
          <dgm:chMax val="0"/>
          <dgm:bulletEnabled val="1"/>
        </dgm:presLayoutVars>
      </dgm:prSet>
      <dgm:spPr/>
    </dgm:pt>
    <dgm:pt modelId="{257AB695-9268-4638-95BC-C9B8EF6B842D}" type="pres">
      <dgm:prSet presAssocID="{720C4BD3-F7A1-4BCC-AB64-4C535575BD12}" presName="spacer" presStyleCnt="0"/>
      <dgm:spPr/>
    </dgm:pt>
    <dgm:pt modelId="{97281DB5-8F55-4AED-A1D7-D811FBCB7752}" type="pres">
      <dgm:prSet presAssocID="{1A8034BE-04B1-47A6-BDFB-32CFB982784B}" presName="parentText" presStyleLbl="node1" presStyleIdx="2" presStyleCnt="3">
        <dgm:presLayoutVars>
          <dgm:chMax val="0"/>
          <dgm:bulletEnabled val="1"/>
        </dgm:presLayoutVars>
      </dgm:prSet>
      <dgm:spPr/>
    </dgm:pt>
  </dgm:ptLst>
  <dgm:cxnLst>
    <dgm:cxn modelId="{909F870B-9321-434C-8C24-F140E2F4FC7A}" type="presOf" srcId="{1A8034BE-04B1-47A6-BDFB-32CFB982784B}" destId="{97281DB5-8F55-4AED-A1D7-D811FBCB7752}" srcOrd="0" destOrd="0" presId="urn:microsoft.com/office/officeart/2005/8/layout/vList2"/>
    <dgm:cxn modelId="{CE897715-389C-412E-A835-65EF9437FB97}" srcId="{942038A7-755D-45DE-BFBA-AE38B125C893}" destId="{5343ED46-9D53-4320-9E32-BC2F920757C8}" srcOrd="1" destOrd="0" parTransId="{14DF48D6-A160-4F5E-A437-81EB7EE0B6D7}" sibTransId="{720C4BD3-F7A1-4BCC-AB64-4C535575BD12}"/>
    <dgm:cxn modelId="{9B3F8D1D-836B-4036-9AF6-4E8C4BA7ECE7}" type="presOf" srcId="{78F36048-02BE-4218-A108-F4E2E1997C49}" destId="{EB632754-E306-40BF-B964-B780646C61D2}" srcOrd="0" destOrd="0" presId="urn:microsoft.com/office/officeart/2005/8/layout/vList2"/>
    <dgm:cxn modelId="{7340BC8F-48A0-443F-B1AB-394236C366A5}" type="presOf" srcId="{942038A7-755D-45DE-BFBA-AE38B125C893}" destId="{B545AF42-188A-4FA8-A65B-26C435829207}" srcOrd="0" destOrd="0" presId="urn:microsoft.com/office/officeart/2005/8/layout/vList2"/>
    <dgm:cxn modelId="{27E78093-3E32-449F-966B-521078C7A83B}" type="presOf" srcId="{5343ED46-9D53-4320-9E32-BC2F920757C8}" destId="{52763130-6EAC-478B-A651-AE28FA9AE9E2}" srcOrd="0" destOrd="0" presId="urn:microsoft.com/office/officeart/2005/8/layout/vList2"/>
    <dgm:cxn modelId="{0CDE999F-A479-48EB-9630-DBDAEAEB2555}" srcId="{942038A7-755D-45DE-BFBA-AE38B125C893}" destId="{1A8034BE-04B1-47A6-BDFB-32CFB982784B}" srcOrd="2" destOrd="0" parTransId="{9F239584-F613-4B85-945F-B44CF56386D0}" sibTransId="{8BC67020-3AF2-4F72-BBDA-C375BC1E61AE}"/>
    <dgm:cxn modelId="{E96EA8FA-61C8-416D-91CC-394297A2C61D}" srcId="{942038A7-755D-45DE-BFBA-AE38B125C893}" destId="{78F36048-02BE-4218-A108-F4E2E1997C49}" srcOrd="0" destOrd="0" parTransId="{C2D7FB15-4164-4395-897C-458DA14C4DBC}" sibTransId="{54E9D4CE-BCAB-4A32-9394-ACF154A72F23}"/>
    <dgm:cxn modelId="{CAE26EC5-4236-4B1C-8251-BA6C066A77CF}" type="presParOf" srcId="{B545AF42-188A-4FA8-A65B-26C435829207}" destId="{EB632754-E306-40BF-B964-B780646C61D2}" srcOrd="0" destOrd="0" presId="urn:microsoft.com/office/officeart/2005/8/layout/vList2"/>
    <dgm:cxn modelId="{CA5FA49F-FD7B-4583-8559-718788B81FE6}" type="presParOf" srcId="{B545AF42-188A-4FA8-A65B-26C435829207}" destId="{0EB216C6-21E7-4694-A390-284AEA7F6571}" srcOrd="1" destOrd="0" presId="urn:microsoft.com/office/officeart/2005/8/layout/vList2"/>
    <dgm:cxn modelId="{A51C4F4B-50AF-43B3-8473-E081FED6A21A}" type="presParOf" srcId="{B545AF42-188A-4FA8-A65B-26C435829207}" destId="{52763130-6EAC-478B-A651-AE28FA9AE9E2}" srcOrd="2" destOrd="0" presId="urn:microsoft.com/office/officeart/2005/8/layout/vList2"/>
    <dgm:cxn modelId="{A0AF8F4F-7395-4EBB-B7C4-AD9524A8B7CD}" type="presParOf" srcId="{B545AF42-188A-4FA8-A65B-26C435829207}" destId="{257AB695-9268-4638-95BC-C9B8EF6B842D}" srcOrd="3" destOrd="0" presId="urn:microsoft.com/office/officeart/2005/8/layout/vList2"/>
    <dgm:cxn modelId="{7BF81963-CEE6-4F9C-B331-42788587886D}" type="presParOf" srcId="{B545AF42-188A-4FA8-A65B-26C435829207}" destId="{97281DB5-8F55-4AED-A1D7-D811FBCB7752}"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F43E744-5E6C-4667-8EAE-E74DE3A0A184}"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D27F30EF-7747-4D80-91CA-881FA12EAFB5}">
      <dgm:prSet/>
      <dgm:spPr/>
      <dgm:t>
        <a:bodyPr/>
        <a:lstStyle/>
        <a:p>
          <a:pPr>
            <a:lnSpc>
              <a:spcPct val="100000"/>
            </a:lnSpc>
          </a:pPr>
          <a:r>
            <a:rPr lang="en-US"/>
            <a:t>Type 1 (native) hypervisor is typically used with server virtualization. </a:t>
          </a:r>
        </a:p>
      </dgm:t>
    </dgm:pt>
    <dgm:pt modelId="{25686FEF-D65D-40C0-B3C6-360580998049}" type="parTrans" cxnId="{6787BA21-B25E-469E-BACF-99BF16DA3DE1}">
      <dgm:prSet/>
      <dgm:spPr/>
      <dgm:t>
        <a:bodyPr/>
        <a:lstStyle/>
        <a:p>
          <a:endParaRPr lang="en-US"/>
        </a:p>
      </dgm:t>
    </dgm:pt>
    <dgm:pt modelId="{F7EDAF04-1A4E-4D5C-9550-EA3D04EA5C8E}" type="sibTrans" cxnId="{6787BA21-B25E-469E-BACF-99BF16DA3DE1}">
      <dgm:prSet/>
      <dgm:spPr/>
      <dgm:t>
        <a:bodyPr/>
        <a:lstStyle/>
        <a:p>
          <a:endParaRPr lang="en-US"/>
        </a:p>
      </dgm:t>
    </dgm:pt>
    <dgm:pt modelId="{276969C2-2A72-426E-B520-CEC0103FBD0A}">
      <dgm:prSet custT="1"/>
      <dgm:spPr/>
      <dgm:t>
        <a:bodyPr/>
        <a:lstStyle/>
        <a:p>
          <a:pPr>
            <a:lnSpc>
              <a:spcPct val="100000"/>
            </a:lnSpc>
          </a:pPr>
          <a:r>
            <a:rPr lang="en-US" sz="1500" dirty="0"/>
            <a:t>Used in data centers and cloud computing.</a:t>
          </a:r>
        </a:p>
      </dgm:t>
    </dgm:pt>
    <dgm:pt modelId="{3517E94D-30AB-4720-B70B-F3AE503C21C2}" type="parTrans" cxnId="{651032FB-5674-43D5-92D8-7DF478B873BD}">
      <dgm:prSet/>
      <dgm:spPr/>
      <dgm:t>
        <a:bodyPr/>
        <a:lstStyle/>
        <a:p>
          <a:endParaRPr lang="en-US"/>
        </a:p>
      </dgm:t>
    </dgm:pt>
    <dgm:pt modelId="{76E35C8F-56AA-49F9-AC3D-C686730A3689}" type="sibTrans" cxnId="{651032FB-5674-43D5-92D8-7DF478B873BD}">
      <dgm:prSet/>
      <dgm:spPr/>
      <dgm:t>
        <a:bodyPr/>
        <a:lstStyle/>
        <a:p>
          <a:endParaRPr lang="en-US"/>
        </a:p>
      </dgm:t>
    </dgm:pt>
    <dgm:pt modelId="{68DF9E77-6BA5-4CF0-8B90-F3DB267B9823}">
      <dgm:prSet/>
      <dgm:spPr/>
      <dgm:t>
        <a:bodyPr/>
        <a:lstStyle/>
        <a:p>
          <a:pPr>
            <a:lnSpc>
              <a:spcPct val="100000"/>
            </a:lnSpc>
          </a:pPr>
          <a:r>
            <a:rPr lang="en-US" dirty="0"/>
            <a:t>Runs directly on hardware of a host and manages the allocation of system resources to VMs.</a:t>
          </a:r>
        </a:p>
      </dgm:t>
    </dgm:pt>
    <dgm:pt modelId="{12418280-5E3E-47A0-9071-F8AB581B0FA8}" type="parTrans" cxnId="{1343B7F0-7E4A-41A5-97CE-DD95C788779C}">
      <dgm:prSet/>
      <dgm:spPr/>
      <dgm:t>
        <a:bodyPr/>
        <a:lstStyle/>
        <a:p>
          <a:endParaRPr lang="en-US"/>
        </a:p>
      </dgm:t>
    </dgm:pt>
    <dgm:pt modelId="{0DB6F96D-4EB8-4190-9235-439DE774C6DC}" type="sibTrans" cxnId="{1343B7F0-7E4A-41A5-97CE-DD95C788779C}">
      <dgm:prSet/>
      <dgm:spPr/>
      <dgm:t>
        <a:bodyPr/>
        <a:lstStyle/>
        <a:p>
          <a:endParaRPr lang="en-US"/>
        </a:p>
      </dgm:t>
    </dgm:pt>
    <dgm:pt modelId="{F8944CD2-6660-415C-97C9-339D25BA9646}">
      <dgm:prSet/>
      <dgm:spPr/>
      <dgm:t>
        <a:bodyPr/>
        <a:lstStyle/>
        <a:p>
          <a:pPr>
            <a:lnSpc>
              <a:spcPct val="100000"/>
            </a:lnSpc>
          </a:pPr>
          <a:r>
            <a:rPr lang="en-US"/>
            <a:t>The examples of Type 1 Hypervisor are:</a:t>
          </a:r>
        </a:p>
      </dgm:t>
    </dgm:pt>
    <dgm:pt modelId="{4AB40F88-624C-481D-B3FE-0073AAC81050}" type="parTrans" cxnId="{B4BFFB09-2461-4242-93F8-C2B88E180685}">
      <dgm:prSet/>
      <dgm:spPr/>
      <dgm:t>
        <a:bodyPr/>
        <a:lstStyle/>
        <a:p>
          <a:endParaRPr lang="en-US"/>
        </a:p>
      </dgm:t>
    </dgm:pt>
    <dgm:pt modelId="{A295B692-4E99-4752-BE51-2DDAB5E48714}" type="sibTrans" cxnId="{B4BFFB09-2461-4242-93F8-C2B88E180685}">
      <dgm:prSet/>
      <dgm:spPr/>
      <dgm:t>
        <a:bodyPr/>
        <a:lstStyle/>
        <a:p>
          <a:endParaRPr lang="en-US"/>
        </a:p>
      </dgm:t>
    </dgm:pt>
    <dgm:pt modelId="{6DC5612E-3B96-4AB9-90A5-EA9691BD2A8F}">
      <dgm:prSet custT="1"/>
      <dgm:spPr/>
      <dgm:t>
        <a:bodyPr/>
        <a:lstStyle/>
        <a:p>
          <a:pPr>
            <a:lnSpc>
              <a:spcPct val="100000"/>
            </a:lnSpc>
          </a:pPr>
          <a:r>
            <a:rPr lang="en-US" sz="1500" dirty="0"/>
            <a:t>VMware </a:t>
          </a:r>
          <a:r>
            <a:rPr lang="en-US" sz="1500" dirty="0" err="1"/>
            <a:t>ESXi</a:t>
          </a:r>
          <a:r>
            <a:rPr lang="en-US" sz="1500" dirty="0"/>
            <a:t>, vSphere XEN, Oracle VM Server, Microsoft Hyper-V</a:t>
          </a:r>
        </a:p>
      </dgm:t>
    </dgm:pt>
    <dgm:pt modelId="{EE4D23F7-8E54-482A-BE14-334CA79443EF}" type="parTrans" cxnId="{7F8D7BFB-886F-4D8F-87FF-51E33F966D55}">
      <dgm:prSet/>
      <dgm:spPr/>
      <dgm:t>
        <a:bodyPr/>
        <a:lstStyle/>
        <a:p>
          <a:endParaRPr lang="en-US"/>
        </a:p>
      </dgm:t>
    </dgm:pt>
    <dgm:pt modelId="{64FBBC57-E99E-4BD3-BB5D-D6C87A20CC62}" type="sibTrans" cxnId="{7F8D7BFB-886F-4D8F-87FF-51E33F966D55}">
      <dgm:prSet/>
      <dgm:spPr/>
      <dgm:t>
        <a:bodyPr/>
        <a:lstStyle/>
        <a:p>
          <a:endParaRPr lang="en-US"/>
        </a:p>
      </dgm:t>
    </dgm:pt>
    <dgm:pt modelId="{48CB581B-E8AD-4F3F-BBB8-B19D8D244F14}" type="pres">
      <dgm:prSet presAssocID="{AF43E744-5E6C-4667-8EAE-E74DE3A0A184}" presName="root" presStyleCnt="0">
        <dgm:presLayoutVars>
          <dgm:dir/>
          <dgm:resizeHandles val="exact"/>
        </dgm:presLayoutVars>
      </dgm:prSet>
      <dgm:spPr/>
    </dgm:pt>
    <dgm:pt modelId="{77317361-E19D-443E-8481-BEC6CFC60BA2}" type="pres">
      <dgm:prSet presAssocID="{D27F30EF-7747-4D80-91CA-881FA12EAFB5}" presName="compNode" presStyleCnt="0"/>
      <dgm:spPr/>
    </dgm:pt>
    <dgm:pt modelId="{EFD7C823-0460-4F6B-A019-B17FB26AB315}" type="pres">
      <dgm:prSet presAssocID="{D27F30EF-7747-4D80-91CA-881FA12EAFB5}" presName="bgRect" presStyleLbl="bgShp" presStyleIdx="0" presStyleCnt="3"/>
      <dgm:spPr/>
    </dgm:pt>
    <dgm:pt modelId="{7C2886FB-8E90-4E30-BFE5-8F7B276F639C}" type="pres">
      <dgm:prSet presAssocID="{D27F30EF-7747-4D80-91CA-881FA12EAFB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loud Computing"/>
        </a:ext>
      </dgm:extLst>
    </dgm:pt>
    <dgm:pt modelId="{BFCAF4B7-DA95-42A2-A4DF-497544BB2F05}" type="pres">
      <dgm:prSet presAssocID="{D27F30EF-7747-4D80-91CA-881FA12EAFB5}" presName="spaceRect" presStyleCnt="0"/>
      <dgm:spPr/>
    </dgm:pt>
    <dgm:pt modelId="{C4944DEE-5A9F-4984-A150-D23420EE7C7A}" type="pres">
      <dgm:prSet presAssocID="{D27F30EF-7747-4D80-91CA-881FA12EAFB5}" presName="parTx" presStyleLbl="revTx" presStyleIdx="0" presStyleCnt="5">
        <dgm:presLayoutVars>
          <dgm:chMax val="0"/>
          <dgm:chPref val="0"/>
        </dgm:presLayoutVars>
      </dgm:prSet>
      <dgm:spPr/>
    </dgm:pt>
    <dgm:pt modelId="{5D551146-18DF-4F62-BDA2-4CC5C137A1A2}" type="pres">
      <dgm:prSet presAssocID="{D27F30EF-7747-4D80-91CA-881FA12EAFB5}" presName="desTx" presStyleLbl="revTx" presStyleIdx="1" presStyleCnt="5">
        <dgm:presLayoutVars/>
      </dgm:prSet>
      <dgm:spPr/>
    </dgm:pt>
    <dgm:pt modelId="{184A79CE-06F5-404C-898C-953037512CB9}" type="pres">
      <dgm:prSet presAssocID="{F7EDAF04-1A4E-4D5C-9550-EA3D04EA5C8E}" presName="sibTrans" presStyleCnt="0"/>
      <dgm:spPr/>
    </dgm:pt>
    <dgm:pt modelId="{BD958126-4AE6-4679-A979-737FDA44AAAB}" type="pres">
      <dgm:prSet presAssocID="{68DF9E77-6BA5-4CF0-8B90-F3DB267B9823}" presName="compNode" presStyleCnt="0"/>
      <dgm:spPr/>
    </dgm:pt>
    <dgm:pt modelId="{8ED21480-5323-4D55-8CA5-33FC238E43B9}" type="pres">
      <dgm:prSet presAssocID="{68DF9E77-6BA5-4CF0-8B90-F3DB267B9823}" presName="bgRect" presStyleLbl="bgShp" presStyleIdx="1" presStyleCnt="3"/>
      <dgm:spPr/>
    </dgm:pt>
    <dgm:pt modelId="{B2BDD8F0-1256-4068-BC11-EE151B778D94}" type="pres">
      <dgm:prSet presAssocID="{68DF9E77-6BA5-4CF0-8B90-F3DB267B982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rocessor"/>
        </a:ext>
      </dgm:extLst>
    </dgm:pt>
    <dgm:pt modelId="{153C108B-C89B-4C06-85D4-BCF54BBBBA94}" type="pres">
      <dgm:prSet presAssocID="{68DF9E77-6BA5-4CF0-8B90-F3DB267B9823}" presName="spaceRect" presStyleCnt="0"/>
      <dgm:spPr/>
    </dgm:pt>
    <dgm:pt modelId="{4FC5174A-7A67-47C6-8DAB-66B8F8AC022A}" type="pres">
      <dgm:prSet presAssocID="{68DF9E77-6BA5-4CF0-8B90-F3DB267B9823}" presName="parTx" presStyleLbl="revTx" presStyleIdx="2" presStyleCnt="5">
        <dgm:presLayoutVars>
          <dgm:chMax val="0"/>
          <dgm:chPref val="0"/>
        </dgm:presLayoutVars>
      </dgm:prSet>
      <dgm:spPr/>
    </dgm:pt>
    <dgm:pt modelId="{90ADDD31-DD0A-4E58-B830-C74A78BD4B9D}" type="pres">
      <dgm:prSet presAssocID="{0DB6F96D-4EB8-4190-9235-439DE774C6DC}" presName="sibTrans" presStyleCnt="0"/>
      <dgm:spPr/>
    </dgm:pt>
    <dgm:pt modelId="{8F71998F-9751-4C85-AA8E-26A6D6CA47C6}" type="pres">
      <dgm:prSet presAssocID="{F8944CD2-6660-415C-97C9-339D25BA9646}" presName="compNode" presStyleCnt="0"/>
      <dgm:spPr/>
    </dgm:pt>
    <dgm:pt modelId="{B4B114DC-DAE6-419B-A412-703FE5E34A35}" type="pres">
      <dgm:prSet presAssocID="{F8944CD2-6660-415C-97C9-339D25BA9646}" presName="bgRect" presStyleLbl="bgShp" presStyleIdx="2" presStyleCnt="3"/>
      <dgm:spPr/>
    </dgm:pt>
    <dgm:pt modelId="{848CF4C3-E93B-4387-82C4-6AEDA4D1637B}" type="pres">
      <dgm:prSet presAssocID="{F8944CD2-6660-415C-97C9-339D25BA964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omputer"/>
        </a:ext>
      </dgm:extLst>
    </dgm:pt>
    <dgm:pt modelId="{BB231130-954C-492A-969A-7A4E92599B2F}" type="pres">
      <dgm:prSet presAssocID="{F8944CD2-6660-415C-97C9-339D25BA9646}" presName="spaceRect" presStyleCnt="0"/>
      <dgm:spPr/>
    </dgm:pt>
    <dgm:pt modelId="{26721795-61C5-4271-96DA-DD202C135977}" type="pres">
      <dgm:prSet presAssocID="{F8944CD2-6660-415C-97C9-339D25BA9646}" presName="parTx" presStyleLbl="revTx" presStyleIdx="3" presStyleCnt="5">
        <dgm:presLayoutVars>
          <dgm:chMax val="0"/>
          <dgm:chPref val="0"/>
        </dgm:presLayoutVars>
      </dgm:prSet>
      <dgm:spPr/>
    </dgm:pt>
    <dgm:pt modelId="{C84A5C9C-961B-4F2C-AE93-B8DE161653D5}" type="pres">
      <dgm:prSet presAssocID="{F8944CD2-6660-415C-97C9-339D25BA9646}" presName="desTx" presStyleLbl="revTx" presStyleIdx="4" presStyleCnt="5">
        <dgm:presLayoutVars/>
      </dgm:prSet>
      <dgm:spPr/>
    </dgm:pt>
  </dgm:ptLst>
  <dgm:cxnLst>
    <dgm:cxn modelId="{B4BFFB09-2461-4242-93F8-C2B88E180685}" srcId="{AF43E744-5E6C-4667-8EAE-E74DE3A0A184}" destId="{F8944CD2-6660-415C-97C9-339D25BA9646}" srcOrd="2" destOrd="0" parTransId="{4AB40F88-624C-481D-B3FE-0073AAC81050}" sibTransId="{A295B692-4E99-4752-BE51-2DDAB5E48714}"/>
    <dgm:cxn modelId="{A7546721-B618-4F02-B7A4-5BE7726E98E6}" type="presOf" srcId="{AF43E744-5E6C-4667-8EAE-E74DE3A0A184}" destId="{48CB581B-E8AD-4F3F-BBB8-B19D8D244F14}" srcOrd="0" destOrd="0" presId="urn:microsoft.com/office/officeart/2018/2/layout/IconVerticalSolidList"/>
    <dgm:cxn modelId="{6787BA21-B25E-469E-BACF-99BF16DA3DE1}" srcId="{AF43E744-5E6C-4667-8EAE-E74DE3A0A184}" destId="{D27F30EF-7747-4D80-91CA-881FA12EAFB5}" srcOrd="0" destOrd="0" parTransId="{25686FEF-D65D-40C0-B3C6-360580998049}" sibTransId="{F7EDAF04-1A4E-4D5C-9550-EA3D04EA5C8E}"/>
    <dgm:cxn modelId="{B5A94526-3AD6-4A8E-811A-DDE695AE077B}" type="presOf" srcId="{6DC5612E-3B96-4AB9-90A5-EA9691BD2A8F}" destId="{C84A5C9C-961B-4F2C-AE93-B8DE161653D5}" srcOrd="0" destOrd="0" presId="urn:microsoft.com/office/officeart/2018/2/layout/IconVerticalSolidList"/>
    <dgm:cxn modelId="{F254FF6B-C884-4374-939D-20CAE12B28CB}" type="presOf" srcId="{D27F30EF-7747-4D80-91CA-881FA12EAFB5}" destId="{C4944DEE-5A9F-4984-A150-D23420EE7C7A}" srcOrd="0" destOrd="0" presId="urn:microsoft.com/office/officeart/2018/2/layout/IconVerticalSolidList"/>
    <dgm:cxn modelId="{109E65CA-830F-4FD7-90E3-11DDC3B1D03E}" type="presOf" srcId="{F8944CD2-6660-415C-97C9-339D25BA9646}" destId="{26721795-61C5-4271-96DA-DD202C135977}" srcOrd="0" destOrd="0" presId="urn:microsoft.com/office/officeart/2018/2/layout/IconVerticalSolidList"/>
    <dgm:cxn modelId="{7CC2B4D3-8FF0-4523-AAD7-5258398BC5FB}" type="presOf" srcId="{68DF9E77-6BA5-4CF0-8B90-F3DB267B9823}" destId="{4FC5174A-7A67-47C6-8DAB-66B8F8AC022A}" srcOrd="0" destOrd="0" presId="urn:microsoft.com/office/officeart/2018/2/layout/IconVerticalSolidList"/>
    <dgm:cxn modelId="{5E7278E7-F34B-4619-BED4-31F410EF9B01}" type="presOf" srcId="{276969C2-2A72-426E-B520-CEC0103FBD0A}" destId="{5D551146-18DF-4F62-BDA2-4CC5C137A1A2}" srcOrd="0" destOrd="0" presId="urn:microsoft.com/office/officeart/2018/2/layout/IconVerticalSolidList"/>
    <dgm:cxn modelId="{1343B7F0-7E4A-41A5-97CE-DD95C788779C}" srcId="{AF43E744-5E6C-4667-8EAE-E74DE3A0A184}" destId="{68DF9E77-6BA5-4CF0-8B90-F3DB267B9823}" srcOrd="1" destOrd="0" parTransId="{12418280-5E3E-47A0-9071-F8AB581B0FA8}" sibTransId="{0DB6F96D-4EB8-4190-9235-439DE774C6DC}"/>
    <dgm:cxn modelId="{651032FB-5674-43D5-92D8-7DF478B873BD}" srcId="{D27F30EF-7747-4D80-91CA-881FA12EAFB5}" destId="{276969C2-2A72-426E-B520-CEC0103FBD0A}" srcOrd="0" destOrd="0" parTransId="{3517E94D-30AB-4720-B70B-F3AE503C21C2}" sibTransId="{76E35C8F-56AA-49F9-AC3D-C686730A3689}"/>
    <dgm:cxn modelId="{7F8D7BFB-886F-4D8F-87FF-51E33F966D55}" srcId="{F8944CD2-6660-415C-97C9-339D25BA9646}" destId="{6DC5612E-3B96-4AB9-90A5-EA9691BD2A8F}" srcOrd="0" destOrd="0" parTransId="{EE4D23F7-8E54-482A-BE14-334CA79443EF}" sibTransId="{64FBBC57-E99E-4BD3-BB5D-D6C87A20CC62}"/>
    <dgm:cxn modelId="{692A9C96-6720-4DA8-B0E7-21C35D004B93}" type="presParOf" srcId="{48CB581B-E8AD-4F3F-BBB8-B19D8D244F14}" destId="{77317361-E19D-443E-8481-BEC6CFC60BA2}" srcOrd="0" destOrd="0" presId="urn:microsoft.com/office/officeart/2018/2/layout/IconVerticalSolidList"/>
    <dgm:cxn modelId="{9263477F-01A9-4DA6-964E-6CF0C6C094E3}" type="presParOf" srcId="{77317361-E19D-443E-8481-BEC6CFC60BA2}" destId="{EFD7C823-0460-4F6B-A019-B17FB26AB315}" srcOrd="0" destOrd="0" presId="urn:microsoft.com/office/officeart/2018/2/layout/IconVerticalSolidList"/>
    <dgm:cxn modelId="{839C6925-F12E-4DC5-B484-361269FC00CB}" type="presParOf" srcId="{77317361-E19D-443E-8481-BEC6CFC60BA2}" destId="{7C2886FB-8E90-4E30-BFE5-8F7B276F639C}" srcOrd="1" destOrd="0" presId="urn:microsoft.com/office/officeart/2018/2/layout/IconVerticalSolidList"/>
    <dgm:cxn modelId="{8161F90C-C021-4CB4-ABC0-79B0F3C6E6C9}" type="presParOf" srcId="{77317361-E19D-443E-8481-BEC6CFC60BA2}" destId="{BFCAF4B7-DA95-42A2-A4DF-497544BB2F05}" srcOrd="2" destOrd="0" presId="urn:microsoft.com/office/officeart/2018/2/layout/IconVerticalSolidList"/>
    <dgm:cxn modelId="{3542394A-6221-46FB-A4A2-51AB82D72303}" type="presParOf" srcId="{77317361-E19D-443E-8481-BEC6CFC60BA2}" destId="{C4944DEE-5A9F-4984-A150-D23420EE7C7A}" srcOrd="3" destOrd="0" presId="urn:microsoft.com/office/officeart/2018/2/layout/IconVerticalSolidList"/>
    <dgm:cxn modelId="{853D391D-EFDC-40F5-82F9-C804CFF85B94}" type="presParOf" srcId="{77317361-E19D-443E-8481-BEC6CFC60BA2}" destId="{5D551146-18DF-4F62-BDA2-4CC5C137A1A2}" srcOrd="4" destOrd="0" presId="urn:microsoft.com/office/officeart/2018/2/layout/IconVerticalSolidList"/>
    <dgm:cxn modelId="{1FE7C5D7-2DB5-4447-8390-5F02F7808F0C}" type="presParOf" srcId="{48CB581B-E8AD-4F3F-BBB8-B19D8D244F14}" destId="{184A79CE-06F5-404C-898C-953037512CB9}" srcOrd="1" destOrd="0" presId="urn:microsoft.com/office/officeart/2018/2/layout/IconVerticalSolidList"/>
    <dgm:cxn modelId="{F5346EB9-C14C-4CA3-902A-78984153A6D7}" type="presParOf" srcId="{48CB581B-E8AD-4F3F-BBB8-B19D8D244F14}" destId="{BD958126-4AE6-4679-A979-737FDA44AAAB}" srcOrd="2" destOrd="0" presId="urn:microsoft.com/office/officeart/2018/2/layout/IconVerticalSolidList"/>
    <dgm:cxn modelId="{DF74FBF8-7B6F-47F9-B4BA-B25DDECDAF22}" type="presParOf" srcId="{BD958126-4AE6-4679-A979-737FDA44AAAB}" destId="{8ED21480-5323-4D55-8CA5-33FC238E43B9}" srcOrd="0" destOrd="0" presId="urn:microsoft.com/office/officeart/2018/2/layout/IconVerticalSolidList"/>
    <dgm:cxn modelId="{1AC52D93-12DD-4FE8-80AB-335C901CA8DD}" type="presParOf" srcId="{BD958126-4AE6-4679-A979-737FDA44AAAB}" destId="{B2BDD8F0-1256-4068-BC11-EE151B778D94}" srcOrd="1" destOrd="0" presId="urn:microsoft.com/office/officeart/2018/2/layout/IconVerticalSolidList"/>
    <dgm:cxn modelId="{62725F54-7A42-4AF3-9B96-60A17A6DB97D}" type="presParOf" srcId="{BD958126-4AE6-4679-A979-737FDA44AAAB}" destId="{153C108B-C89B-4C06-85D4-BCF54BBBBA94}" srcOrd="2" destOrd="0" presId="urn:microsoft.com/office/officeart/2018/2/layout/IconVerticalSolidList"/>
    <dgm:cxn modelId="{7D6505C5-2D6E-4696-88BD-F239CE3F40EF}" type="presParOf" srcId="{BD958126-4AE6-4679-A979-737FDA44AAAB}" destId="{4FC5174A-7A67-47C6-8DAB-66B8F8AC022A}" srcOrd="3" destOrd="0" presId="urn:microsoft.com/office/officeart/2018/2/layout/IconVerticalSolidList"/>
    <dgm:cxn modelId="{A74B981C-E646-4631-9662-081C46E7E194}" type="presParOf" srcId="{48CB581B-E8AD-4F3F-BBB8-B19D8D244F14}" destId="{90ADDD31-DD0A-4E58-B830-C74A78BD4B9D}" srcOrd="3" destOrd="0" presId="urn:microsoft.com/office/officeart/2018/2/layout/IconVerticalSolidList"/>
    <dgm:cxn modelId="{79619E4E-F25B-4190-A909-BBAB5596453D}" type="presParOf" srcId="{48CB581B-E8AD-4F3F-BBB8-B19D8D244F14}" destId="{8F71998F-9751-4C85-AA8E-26A6D6CA47C6}" srcOrd="4" destOrd="0" presId="urn:microsoft.com/office/officeart/2018/2/layout/IconVerticalSolidList"/>
    <dgm:cxn modelId="{2F45DAD9-AC9D-4A20-9B20-1EDF33F55924}" type="presParOf" srcId="{8F71998F-9751-4C85-AA8E-26A6D6CA47C6}" destId="{B4B114DC-DAE6-419B-A412-703FE5E34A35}" srcOrd="0" destOrd="0" presId="urn:microsoft.com/office/officeart/2018/2/layout/IconVerticalSolidList"/>
    <dgm:cxn modelId="{F058D90C-CC4F-4D7F-8DEA-CDC4EC27EF3D}" type="presParOf" srcId="{8F71998F-9751-4C85-AA8E-26A6D6CA47C6}" destId="{848CF4C3-E93B-4387-82C4-6AEDA4D1637B}" srcOrd="1" destOrd="0" presId="urn:microsoft.com/office/officeart/2018/2/layout/IconVerticalSolidList"/>
    <dgm:cxn modelId="{C52296AC-0BBD-435C-9840-386780FC414B}" type="presParOf" srcId="{8F71998F-9751-4C85-AA8E-26A6D6CA47C6}" destId="{BB231130-954C-492A-969A-7A4E92599B2F}" srcOrd="2" destOrd="0" presId="urn:microsoft.com/office/officeart/2018/2/layout/IconVerticalSolidList"/>
    <dgm:cxn modelId="{B97ECDC6-7BC5-4C31-B8ED-0FA1FAE55C4F}" type="presParOf" srcId="{8F71998F-9751-4C85-AA8E-26A6D6CA47C6}" destId="{26721795-61C5-4271-96DA-DD202C135977}" srcOrd="3" destOrd="0" presId="urn:microsoft.com/office/officeart/2018/2/layout/IconVerticalSolidList"/>
    <dgm:cxn modelId="{06CFB258-015B-4A05-B919-2742C289F7B2}" type="presParOf" srcId="{8F71998F-9751-4C85-AA8E-26A6D6CA47C6}" destId="{C84A5C9C-961B-4F2C-AE93-B8DE161653D5}"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DBAA266-BFCE-44A3-A6FF-072D7B6D43E9}" type="doc">
      <dgm:prSet loTypeId="urn:microsoft.com/office/officeart/2018/5/layout/CenteredIconLabelDescriptionList" loCatId="icon" qsTypeId="urn:microsoft.com/office/officeart/2005/8/quickstyle/simple1" qsCatId="simple" csTypeId="urn:microsoft.com/office/officeart/2018/5/colors/Iconchunking_neutralbg_accent1_2" csCatId="accent1" phldr="1"/>
      <dgm:spPr/>
      <dgm:t>
        <a:bodyPr/>
        <a:lstStyle/>
        <a:p>
          <a:endParaRPr lang="en-US"/>
        </a:p>
      </dgm:t>
    </dgm:pt>
    <dgm:pt modelId="{685EA475-0D42-4327-9B73-2067D71DCB57}">
      <dgm:prSet/>
      <dgm:spPr/>
      <dgm:t>
        <a:bodyPr/>
        <a:lstStyle/>
        <a:p>
          <a:pPr>
            <a:defRPr b="1"/>
          </a:pPr>
          <a:r>
            <a:rPr lang="en-US"/>
            <a:t>Also known as Platform Virtualization</a:t>
          </a:r>
        </a:p>
      </dgm:t>
    </dgm:pt>
    <dgm:pt modelId="{8B6F38A2-6A8C-42E1-8D54-7E7DE0F94F45}" type="parTrans" cxnId="{38683F0A-BF79-40A5-A30A-693F3055028B}">
      <dgm:prSet/>
      <dgm:spPr/>
      <dgm:t>
        <a:bodyPr/>
        <a:lstStyle/>
        <a:p>
          <a:endParaRPr lang="en-US"/>
        </a:p>
      </dgm:t>
    </dgm:pt>
    <dgm:pt modelId="{EC892E63-4B3F-4229-8875-AF8DD7627E9F}" type="sibTrans" cxnId="{38683F0A-BF79-40A5-A30A-693F3055028B}">
      <dgm:prSet/>
      <dgm:spPr/>
      <dgm:t>
        <a:bodyPr/>
        <a:lstStyle/>
        <a:p>
          <a:endParaRPr lang="en-US"/>
        </a:p>
      </dgm:t>
    </dgm:pt>
    <dgm:pt modelId="{77E26A7B-8D9D-49A4-A7F8-733FCEF0191C}">
      <dgm:prSet/>
      <dgm:spPr/>
      <dgm:t>
        <a:bodyPr/>
        <a:lstStyle/>
        <a:p>
          <a:pPr>
            <a:defRPr b="1"/>
          </a:pPr>
          <a:r>
            <a:rPr lang="en-US"/>
            <a:t>Creates virtual versions of physical hardware</a:t>
          </a:r>
        </a:p>
      </dgm:t>
    </dgm:pt>
    <dgm:pt modelId="{BECCA401-3D04-4971-B116-E552357B93D2}" type="parTrans" cxnId="{E756F3FF-6A53-4E4D-A800-759E4DBD07F5}">
      <dgm:prSet/>
      <dgm:spPr/>
      <dgm:t>
        <a:bodyPr/>
        <a:lstStyle/>
        <a:p>
          <a:endParaRPr lang="en-US"/>
        </a:p>
      </dgm:t>
    </dgm:pt>
    <dgm:pt modelId="{3FA6AEEC-5D59-46B5-B3B9-A089E95D9991}" type="sibTrans" cxnId="{E756F3FF-6A53-4E4D-A800-759E4DBD07F5}">
      <dgm:prSet/>
      <dgm:spPr/>
      <dgm:t>
        <a:bodyPr/>
        <a:lstStyle/>
        <a:p>
          <a:endParaRPr lang="en-US"/>
        </a:p>
      </dgm:t>
    </dgm:pt>
    <dgm:pt modelId="{1F6AA407-3825-45A1-8B5F-DDFF0689781A}">
      <dgm:prSet/>
      <dgm:spPr/>
      <dgm:t>
        <a:bodyPr/>
        <a:lstStyle/>
        <a:p>
          <a:pPr>
            <a:defRPr b="1"/>
          </a:pPr>
          <a:r>
            <a:rPr lang="en-US"/>
            <a:t>Types:</a:t>
          </a:r>
        </a:p>
      </dgm:t>
    </dgm:pt>
    <dgm:pt modelId="{AFB9E43D-23E0-4A77-BC3A-82B60C8D81C5}" type="parTrans" cxnId="{FBB62881-D382-43E5-8B68-4D4F1B07529D}">
      <dgm:prSet/>
      <dgm:spPr/>
      <dgm:t>
        <a:bodyPr/>
        <a:lstStyle/>
        <a:p>
          <a:endParaRPr lang="en-US"/>
        </a:p>
      </dgm:t>
    </dgm:pt>
    <dgm:pt modelId="{D3279E2C-404F-4182-BC30-7AFB6E140990}" type="sibTrans" cxnId="{FBB62881-D382-43E5-8B68-4D4F1B07529D}">
      <dgm:prSet/>
      <dgm:spPr/>
      <dgm:t>
        <a:bodyPr/>
        <a:lstStyle/>
        <a:p>
          <a:endParaRPr lang="en-US"/>
        </a:p>
      </dgm:t>
    </dgm:pt>
    <dgm:pt modelId="{358CF440-3775-4B0F-9756-F1696A87AACE}">
      <dgm:prSet/>
      <dgm:spPr/>
      <dgm:t>
        <a:bodyPr/>
        <a:lstStyle/>
        <a:p>
          <a:r>
            <a:rPr lang="en-US"/>
            <a:t>Full Virtualization</a:t>
          </a:r>
        </a:p>
      </dgm:t>
    </dgm:pt>
    <dgm:pt modelId="{7C620E47-52A2-4282-8EA3-E4258A9FFB8A}" type="parTrans" cxnId="{01CFCA73-7B9A-4623-AD16-CF9AA023AB76}">
      <dgm:prSet/>
      <dgm:spPr/>
      <dgm:t>
        <a:bodyPr/>
        <a:lstStyle/>
        <a:p>
          <a:endParaRPr lang="en-US"/>
        </a:p>
      </dgm:t>
    </dgm:pt>
    <dgm:pt modelId="{39466E4B-8925-4745-8AC4-C457FA5A76C1}" type="sibTrans" cxnId="{01CFCA73-7B9A-4623-AD16-CF9AA023AB76}">
      <dgm:prSet/>
      <dgm:spPr/>
      <dgm:t>
        <a:bodyPr/>
        <a:lstStyle/>
        <a:p>
          <a:endParaRPr lang="en-US"/>
        </a:p>
      </dgm:t>
    </dgm:pt>
    <dgm:pt modelId="{2E1279A5-2ABE-42D6-AB93-EAFA1664FF7F}">
      <dgm:prSet/>
      <dgm:spPr/>
      <dgm:t>
        <a:bodyPr/>
        <a:lstStyle/>
        <a:p>
          <a:r>
            <a:rPr lang="en-US"/>
            <a:t>Paravirtualization</a:t>
          </a:r>
        </a:p>
      </dgm:t>
    </dgm:pt>
    <dgm:pt modelId="{9E3536B6-080D-4EFC-AD7A-79DF00598D67}" type="parTrans" cxnId="{BEA9B754-78FC-480C-994E-3F850A136A2E}">
      <dgm:prSet/>
      <dgm:spPr/>
      <dgm:t>
        <a:bodyPr/>
        <a:lstStyle/>
        <a:p>
          <a:endParaRPr lang="en-US"/>
        </a:p>
      </dgm:t>
    </dgm:pt>
    <dgm:pt modelId="{343078C4-AF71-4BA9-9EA1-1D5DCE386E71}" type="sibTrans" cxnId="{BEA9B754-78FC-480C-994E-3F850A136A2E}">
      <dgm:prSet/>
      <dgm:spPr/>
      <dgm:t>
        <a:bodyPr/>
        <a:lstStyle/>
        <a:p>
          <a:endParaRPr lang="en-US"/>
        </a:p>
      </dgm:t>
    </dgm:pt>
    <dgm:pt modelId="{F0AEB686-2D58-4168-8A0E-130DBA7CA404}">
      <dgm:prSet/>
      <dgm:spPr/>
      <dgm:t>
        <a:bodyPr/>
        <a:lstStyle/>
        <a:p>
          <a:r>
            <a:rPr lang="en-US"/>
            <a:t>Hardware-assisted Virtualization</a:t>
          </a:r>
        </a:p>
      </dgm:t>
    </dgm:pt>
    <dgm:pt modelId="{F7B574FC-273A-44B8-84F3-7B795B9241F0}" type="parTrans" cxnId="{95ACAAC3-7365-4EEA-BEB3-2BA205BBC1DD}">
      <dgm:prSet/>
      <dgm:spPr/>
      <dgm:t>
        <a:bodyPr/>
        <a:lstStyle/>
        <a:p>
          <a:endParaRPr lang="en-US"/>
        </a:p>
      </dgm:t>
    </dgm:pt>
    <dgm:pt modelId="{D098041E-4B1B-4AF5-BB1B-50431F647CB2}" type="sibTrans" cxnId="{95ACAAC3-7365-4EEA-BEB3-2BA205BBC1DD}">
      <dgm:prSet/>
      <dgm:spPr/>
      <dgm:t>
        <a:bodyPr/>
        <a:lstStyle/>
        <a:p>
          <a:endParaRPr lang="en-US"/>
        </a:p>
      </dgm:t>
    </dgm:pt>
    <dgm:pt modelId="{91D95BF5-492C-4F68-B3EB-2AE9890C0ED3}">
      <dgm:prSet/>
      <dgm:spPr/>
      <dgm:t>
        <a:bodyPr/>
        <a:lstStyle/>
        <a:p>
          <a:pPr>
            <a:defRPr b="1"/>
          </a:pPr>
          <a:r>
            <a:rPr lang="en-US"/>
            <a:t>Examples: VMware vSphere, Microsoft Hyper-V, KVM</a:t>
          </a:r>
        </a:p>
      </dgm:t>
    </dgm:pt>
    <dgm:pt modelId="{C8DF3DE8-F047-45C3-97B7-DCC08FFE2E93}" type="parTrans" cxnId="{61CC1B06-D68F-4CA2-9819-B419E95639CF}">
      <dgm:prSet/>
      <dgm:spPr/>
      <dgm:t>
        <a:bodyPr/>
        <a:lstStyle/>
        <a:p>
          <a:endParaRPr lang="en-US"/>
        </a:p>
      </dgm:t>
    </dgm:pt>
    <dgm:pt modelId="{EB734CF0-9B2D-4578-AB9F-D3630485DC2C}" type="sibTrans" cxnId="{61CC1B06-D68F-4CA2-9819-B419E95639CF}">
      <dgm:prSet/>
      <dgm:spPr/>
      <dgm:t>
        <a:bodyPr/>
        <a:lstStyle/>
        <a:p>
          <a:endParaRPr lang="en-US"/>
        </a:p>
      </dgm:t>
    </dgm:pt>
    <dgm:pt modelId="{074F68AE-62A7-4FD5-89E8-0721B56824C1}" type="pres">
      <dgm:prSet presAssocID="{7DBAA266-BFCE-44A3-A6FF-072D7B6D43E9}" presName="root" presStyleCnt="0">
        <dgm:presLayoutVars>
          <dgm:dir/>
          <dgm:resizeHandles val="exact"/>
        </dgm:presLayoutVars>
      </dgm:prSet>
      <dgm:spPr/>
    </dgm:pt>
    <dgm:pt modelId="{67FE74B8-8F27-417B-9BFC-BD17B8C93FC3}" type="pres">
      <dgm:prSet presAssocID="{685EA475-0D42-4327-9B73-2067D71DCB57}" presName="compNode" presStyleCnt="0"/>
      <dgm:spPr/>
    </dgm:pt>
    <dgm:pt modelId="{1623A37F-D5F2-4C9F-882F-86DD1E06BC6E}" type="pres">
      <dgm:prSet presAssocID="{685EA475-0D42-4327-9B73-2067D71DCB57}"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mart Phone"/>
        </a:ext>
      </dgm:extLst>
    </dgm:pt>
    <dgm:pt modelId="{75D4C5A2-3EFA-407C-BFE8-FD4AA9DAFD09}" type="pres">
      <dgm:prSet presAssocID="{685EA475-0D42-4327-9B73-2067D71DCB57}" presName="iconSpace" presStyleCnt="0"/>
      <dgm:spPr/>
    </dgm:pt>
    <dgm:pt modelId="{5DE1B464-B591-448B-89D1-3D78416FD96D}" type="pres">
      <dgm:prSet presAssocID="{685EA475-0D42-4327-9B73-2067D71DCB57}" presName="parTx" presStyleLbl="revTx" presStyleIdx="0" presStyleCnt="8">
        <dgm:presLayoutVars>
          <dgm:chMax val="0"/>
          <dgm:chPref val="0"/>
        </dgm:presLayoutVars>
      </dgm:prSet>
      <dgm:spPr/>
    </dgm:pt>
    <dgm:pt modelId="{15ABFC01-C020-405F-AC90-361EECB06C1C}" type="pres">
      <dgm:prSet presAssocID="{685EA475-0D42-4327-9B73-2067D71DCB57}" presName="txSpace" presStyleCnt="0"/>
      <dgm:spPr/>
    </dgm:pt>
    <dgm:pt modelId="{982FACEA-2E82-4CC0-B36A-FDACDFA23BE8}" type="pres">
      <dgm:prSet presAssocID="{685EA475-0D42-4327-9B73-2067D71DCB57}" presName="desTx" presStyleLbl="revTx" presStyleIdx="1" presStyleCnt="8">
        <dgm:presLayoutVars/>
      </dgm:prSet>
      <dgm:spPr/>
    </dgm:pt>
    <dgm:pt modelId="{DBF60675-0B37-4B99-A62D-9063F54609A0}" type="pres">
      <dgm:prSet presAssocID="{EC892E63-4B3F-4229-8875-AF8DD7627E9F}" presName="sibTrans" presStyleCnt="0"/>
      <dgm:spPr/>
    </dgm:pt>
    <dgm:pt modelId="{59E038F0-5339-433E-BF0A-C2BE0ED77D66}" type="pres">
      <dgm:prSet presAssocID="{77E26A7B-8D9D-49A4-A7F8-733FCEF0191C}" presName="compNode" presStyleCnt="0"/>
      <dgm:spPr/>
    </dgm:pt>
    <dgm:pt modelId="{83EB6D75-BBCA-445F-AC84-41ADC9A5F761}" type="pres">
      <dgm:prSet presAssocID="{77E26A7B-8D9D-49A4-A7F8-733FCEF0191C}"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mputer"/>
        </a:ext>
      </dgm:extLst>
    </dgm:pt>
    <dgm:pt modelId="{0752F0A3-6EA6-46EA-AC35-36638E92B732}" type="pres">
      <dgm:prSet presAssocID="{77E26A7B-8D9D-49A4-A7F8-733FCEF0191C}" presName="iconSpace" presStyleCnt="0"/>
      <dgm:spPr/>
    </dgm:pt>
    <dgm:pt modelId="{8C43CE03-5075-49B1-A9B1-83E3B01AA98A}" type="pres">
      <dgm:prSet presAssocID="{77E26A7B-8D9D-49A4-A7F8-733FCEF0191C}" presName="parTx" presStyleLbl="revTx" presStyleIdx="2" presStyleCnt="8">
        <dgm:presLayoutVars>
          <dgm:chMax val="0"/>
          <dgm:chPref val="0"/>
        </dgm:presLayoutVars>
      </dgm:prSet>
      <dgm:spPr/>
    </dgm:pt>
    <dgm:pt modelId="{C3312A5C-30C6-4BD8-BE75-587D2409B05D}" type="pres">
      <dgm:prSet presAssocID="{77E26A7B-8D9D-49A4-A7F8-733FCEF0191C}" presName="txSpace" presStyleCnt="0"/>
      <dgm:spPr/>
    </dgm:pt>
    <dgm:pt modelId="{DD33012B-DE55-4228-A7A9-5E01A348B668}" type="pres">
      <dgm:prSet presAssocID="{77E26A7B-8D9D-49A4-A7F8-733FCEF0191C}" presName="desTx" presStyleLbl="revTx" presStyleIdx="3" presStyleCnt="8">
        <dgm:presLayoutVars/>
      </dgm:prSet>
      <dgm:spPr/>
    </dgm:pt>
    <dgm:pt modelId="{086991B3-39FE-4EEC-AC9A-9018D13DD3C1}" type="pres">
      <dgm:prSet presAssocID="{3FA6AEEC-5D59-46B5-B3B9-A089E95D9991}" presName="sibTrans" presStyleCnt="0"/>
      <dgm:spPr/>
    </dgm:pt>
    <dgm:pt modelId="{47846554-F14A-4120-B66F-E5B60572E585}" type="pres">
      <dgm:prSet presAssocID="{1F6AA407-3825-45A1-8B5F-DDFF0689781A}" presName="compNode" presStyleCnt="0"/>
      <dgm:spPr/>
    </dgm:pt>
    <dgm:pt modelId="{CD89057F-DAA9-4449-ACCC-DFF57B544E62}" type="pres">
      <dgm:prSet presAssocID="{1F6AA407-3825-45A1-8B5F-DDFF0689781A}"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obot"/>
        </a:ext>
      </dgm:extLst>
    </dgm:pt>
    <dgm:pt modelId="{FAB81340-DE85-451C-AA90-639289C54EBC}" type="pres">
      <dgm:prSet presAssocID="{1F6AA407-3825-45A1-8B5F-DDFF0689781A}" presName="iconSpace" presStyleCnt="0"/>
      <dgm:spPr/>
    </dgm:pt>
    <dgm:pt modelId="{CE7194EB-F4F7-46C3-BEE3-DD2B380390B0}" type="pres">
      <dgm:prSet presAssocID="{1F6AA407-3825-45A1-8B5F-DDFF0689781A}" presName="parTx" presStyleLbl="revTx" presStyleIdx="4" presStyleCnt="8">
        <dgm:presLayoutVars>
          <dgm:chMax val="0"/>
          <dgm:chPref val="0"/>
        </dgm:presLayoutVars>
      </dgm:prSet>
      <dgm:spPr/>
    </dgm:pt>
    <dgm:pt modelId="{846BBD72-1649-4859-8255-900D8C635175}" type="pres">
      <dgm:prSet presAssocID="{1F6AA407-3825-45A1-8B5F-DDFF0689781A}" presName="txSpace" presStyleCnt="0"/>
      <dgm:spPr/>
    </dgm:pt>
    <dgm:pt modelId="{E4A69D7A-D293-4EF0-800F-D018C77FEEF7}" type="pres">
      <dgm:prSet presAssocID="{1F6AA407-3825-45A1-8B5F-DDFF0689781A}" presName="desTx" presStyleLbl="revTx" presStyleIdx="5" presStyleCnt="8">
        <dgm:presLayoutVars/>
      </dgm:prSet>
      <dgm:spPr/>
    </dgm:pt>
    <dgm:pt modelId="{39AAB555-531A-492E-81C8-5BC4B4E137B2}" type="pres">
      <dgm:prSet presAssocID="{D3279E2C-404F-4182-BC30-7AFB6E140990}" presName="sibTrans" presStyleCnt="0"/>
      <dgm:spPr/>
    </dgm:pt>
    <dgm:pt modelId="{DE8B0AB6-B4B0-441E-B16A-5F80A3964035}" type="pres">
      <dgm:prSet presAssocID="{91D95BF5-492C-4F68-B3EB-2AE9890C0ED3}" presName="compNode" presStyleCnt="0"/>
      <dgm:spPr/>
    </dgm:pt>
    <dgm:pt modelId="{C353874A-9CAA-47DA-BC58-8F1694C577B3}" type="pres">
      <dgm:prSet presAssocID="{91D95BF5-492C-4F68-B3EB-2AE9890C0ED3}"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loud"/>
        </a:ext>
      </dgm:extLst>
    </dgm:pt>
    <dgm:pt modelId="{F00B85FD-AF20-47A0-9698-7259D02A6E84}" type="pres">
      <dgm:prSet presAssocID="{91D95BF5-492C-4F68-B3EB-2AE9890C0ED3}" presName="iconSpace" presStyleCnt="0"/>
      <dgm:spPr/>
    </dgm:pt>
    <dgm:pt modelId="{43CDFD64-47E5-4ACF-A5DF-DB492EA6371F}" type="pres">
      <dgm:prSet presAssocID="{91D95BF5-492C-4F68-B3EB-2AE9890C0ED3}" presName="parTx" presStyleLbl="revTx" presStyleIdx="6" presStyleCnt="8">
        <dgm:presLayoutVars>
          <dgm:chMax val="0"/>
          <dgm:chPref val="0"/>
        </dgm:presLayoutVars>
      </dgm:prSet>
      <dgm:spPr/>
    </dgm:pt>
    <dgm:pt modelId="{8728A1B6-4409-4F59-85D7-F02EFD4F5EC9}" type="pres">
      <dgm:prSet presAssocID="{91D95BF5-492C-4F68-B3EB-2AE9890C0ED3}" presName="txSpace" presStyleCnt="0"/>
      <dgm:spPr/>
    </dgm:pt>
    <dgm:pt modelId="{9D27C398-FFC9-41D4-9FBC-8A35812683BB}" type="pres">
      <dgm:prSet presAssocID="{91D95BF5-492C-4F68-B3EB-2AE9890C0ED3}" presName="desTx" presStyleLbl="revTx" presStyleIdx="7" presStyleCnt="8">
        <dgm:presLayoutVars/>
      </dgm:prSet>
      <dgm:spPr/>
    </dgm:pt>
  </dgm:ptLst>
  <dgm:cxnLst>
    <dgm:cxn modelId="{7E8AA704-9B8C-49BB-A83A-60279975293A}" type="presOf" srcId="{1F6AA407-3825-45A1-8B5F-DDFF0689781A}" destId="{CE7194EB-F4F7-46C3-BEE3-DD2B380390B0}" srcOrd="0" destOrd="0" presId="urn:microsoft.com/office/officeart/2018/5/layout/CenteredIconLabelDescriptionList"/>
    <dgm:cxn modelId="{61CC1B06-D68F-4CA2-9819-B419E95639CF}" srcId="{7DBAA266-BFCE-44A3-A6FF-072D7B6D43E9}" destId="{91D95BF5-492C-4F68-B3EB-2AE9890C0ED3}" srcOrd="3" destOrd="0" parTransId="{C8DF3DE8-F047-45C3-97B7-DCC08FFE2E93}" sibTransId="{EB734CF0-9B2D-4578-AB9F-D3630485DC2C}"/>
    <dgm:cxn modelId="{38683F0A-BF79-40A5-A30A-693F3055028B}" srcId="{7DBAA266-BFCE-44A3-A6FF-072D7B6D43E9}" destId="{685EA475-0D42-4327-9B73-2067D71DCB57}" srcOrd="0" destOrd="0" parTransId="{8B6F38A2-6A8C-42E1-8D54-7E7DE0F94F45}" sibTransId="{EC892E63-4B3F-4229-8875-AF8DD7627E9F}"/>
    <dgm:cxn modelId="{9E98F40E-02A8-4413-9DCC-E3E3867680D3}" type="presOf" srcId="{2E1279A5-2ABE-42D6-AB93-EAFA1664FF7F}" destId="{E4A69D7A-D293-4EF0-800F-D018C77FEEF7}" srcOrd="0" destOrd="1" presId="urn:microsoft.com/office/officeart/2018/5/layout/CenteredIconLabelDescriptionList"/>
    <dgm:cxn modelId="{01CFCA73-7B9A-4623-AD16-CF9AA023AB76}" srcId="{1F6AA407-3825-45A1-8B5F-DDFF0689781A}" destId="{358CF440-3775-4B0F-9756-F1696A87AACE}" srcOrd="0" destOrd="0" parTransId="{7C620E47-52A2-4282-8EA3-E4258A9FFB8A}" sibTransId="{39466E4B-8925-4745-8AC4-C457FA5A76C1}"/>
    <dgm:cxn modelId="{BEA9B754-78FC-480C-994E-3F850A136A2E}" srcId="{1F6AA407-3825-45A1-8B5F-DDFF0689781A}" destId="{2E1279A5-2ABE-42D6-AB93-EAFA1664FF7F}" srcOrd="1" destOrd="0" parTransId="{9E3536B6-080D-4EFC-AD7A-79DF00598D67}" sibTransId="{343078C4-AF71-4BA9-9EA1-1D5DCE386E71}"/>
    <dgm:cxn modelId="{5BC31278-DA54-445F-928A-EBC6597172C9}" type="presOf" srcId="{77E26A7B-8D9D-49A4-A7F8-733FCEF0191C}" destId="{8C43CE03-5075-49B1-A9B1-83E3B01AA98A}" srcOrd="0" destOrd="0" presId="urn:microsoft.com/office/officeart/2018/5/layout/CenteredIconLabelDescriptionList"/>
    <dgm:cxn modelId="{FBB62881-D382-43E5-8B68-4D4F1B07529D}" srcId="{7DBAA266-BFCE-44A3-A6FF-072D7B6D43E9}" destId="{1F6AA407-3825-45A1-8B5F-DDFF0689781A}" srcOrd="2" destOrd="0" parTransId="{AFB9E43D-23E0-4A77-BC3A-82B60C8D81C5}" sibTransId="{D3279E2C-404F-4182-BC30-7AFB6E140990}"/>
    <dgm:cxn modelId="{D51DF395-002D-4352-862C-477349A39702}" type="presOf" srcId="{91D95BF5-492C-4F68-B3EB-2AE9890C0ED3}" destId="{43CDFD64-47E5-4ACF-A5DF-DB492EA6371F}" srcOrd="0" destOrd="0" presId="urn:microsoft.com/office/officeart/2018/5/layout/CenteredIconLabelDescriptionList"/>
    <dgm:cxn modelId="{A4F2ADB6-0424-46FA-BBD8-29C2C68912DB}" type="presOf" srcId="{685EA475-0D42-4327-9B73-2067D71DCB57}" destId="{5DE1B464-B591-448B-89D1-3D78416FD96D}" srcOrd="0" destOrd="0" presId="urn:microsoft.com/office/officeart/2018/5/layout/CenteredIconLabelDescriptionList"/>
    <dgm:cxn modelId="{7243F7B6-A8C4-4D7D-87A6-9295AE4277AF}" type="presOf" srcId="{F0AEB686-2D58-4168-8A0E-130DBA7CA404}" destId="{E4A69D7A-D293-4EF0-800F-D018C77FEEF7}" srcOrd="0" destOrd="2" presId="urn:microsoft.com/office/officeart/2018/5/layout/CenteredIconLabelDescriptionList"/>
    <dgm:cxn modelId="{95ACAAC3-7365-4EEA-BEB3-2BA205BBC1DD}" srcId="{1F6AA407-3825-45A1-8B5F-DDFF0689781A}" destId="{F0AEB686-2D58-4168-8A0E-130DBA7CA404}" srcOrd="2" destOrd="0" parTransId="{F7B574FC-273A-44B8-84F3-7B795B9241F0}" sibTransId="{D098041E-4B1B-4AF5-BB1B-50431F647CB2}"/>
    <dgm:cxn modelId="{97FC03D5-33A8-42B0-B6B1-6D8A41D1174C}" type="presOf" srcId="{358CF440-3775-4B0F-9756-F1696A87AACE}" destId="{E4A69D7A-D293-4EF0-800F-D018C77FEEF7}" srcOrd="0" destOrd="0" presId="urn:microsoft.com/office/officeart/2018/5/layout/CenteredIconLabelDescriptionList"/>
    <dgm:cxn modelId="{70D171FB-0809-43D7-90DF-EE2F30B6B0FD}" type="presOf" srcId="{7DBAA266-BFCE-44A3-A6FF-072D7B6D43E9}" destId="{074F68AE-62A7-4FD5-89E8-0721B56824C1}" srcOrd="0" destOrd="0" presId="urn:microsoft.com/office/officeart/2018/5/layout/CenteredIconLabelDescriptionList"/>
    <dgm:cxn modelId="{E756F3FF-6A53-4E4D-A800-759E4DBD07F5}" srcId="{7DBAA266-BFCE-44A3-A6FF-072D7B6D43E9}" destId="{77E26A7B-8D9D-49A4-A7F8-733FCEF0191C}" srcOrd="1" destOrd="0" parTransId="{BECCA401-3D04-4971-B116-E552357B93D2}" sibTransId="{3FA6AEEC-5D59-46B5-B3B9-A089E95D9991}"/>
    <dgm:cxn modelId="{345105A8-2F89-429E-8D06-03E0426F20A5}" type="presParOf" srcId="{074F68AE-62A7-4FD5-89E8-0721B56824C1}" destId="{67FE74B8-8F27-417B-9BFC-BD17B8C93FC3}" srcOrd="0" destOrd="0" presId="urn:microsoft.com/office/officeart/2018/5/layout/CenteredIconLabelDescriptionList"/>
    <dgm:cxn modelId="{82851627-EA58-4EDF-8B80-5C7FD3BCCBB8}" type="presParOf" srcId="{67FE74B8-8F27-417B-9BFC-BD17B8C93FC3}" destId="{1623A37F-D5F2-4C9F-882F-86DD1E06BC6E}" srcOrd="0" destOrd="0" presId="urn:microsoft.com/office/officeart/2018/5/layout/CenteredIconLabelDescriptionList"/>
    <dgm:cxn modelId="{E9C0B5B1-F92F-4004-B5DC-4DDAD824FE34}" type="presParOf" srcId="{67FE74B8-8F27-417B-9BFC-BD17B8C93FC3}" destId="{75D4C5A2-3EFA-407C-BFE8-FD4AA9DAFD09}" srcOrd="1" destOrd="0" presId="urn:microsoft.com/office/officeart/2018/5/layout/CenteredIconLabelDescriptionList"/>
    <dgm:cxn modelId="{684DCDF2-9F93-40B8-987C-304011ED7D46}" type="presParOf" srcId="{67FE74B8-8F27-417B-9BFC-BD17B8C93FC3}" destId="{5DE1B464-B591-448B-89D1-3D78416FD96D}" srcOrd="2" destOrd="0" presId="urn:microsoft.com/office/officeart/2018/5/layout/CenteredIconLabelDescriptionList"/>
    <dgm:cxn modelId="{4395E11C-FB18-4857-A6AC-D897F5BE542D}" type="presParOf" srcId="{67FE74B8-8F27-417B-9BFC-BD17B8C93FC3}" destId="{15ABFC01-C020-405F-AC90-361EECB06C1C}" srcOrd="3" destOrd="0" presId="urn:microsoft.com/office/officeart/2018/5/layout/CenteredIconLabelDescriptionList"/>
    <dgm:cxn modelId="{B8C65488-D754-4853-830E-8F48E1AACE3D}" type="presParOf" srcId="{67FE74B8-8F27-417B-9BFC-BD17B8C93FC3}" destId="{982FACEA-2E82-4CC0-B36A-FDACDFA23BE8}" srcOrd="4" destOrd="0" presId="urn:microsoft.com/office/officeart/2018/5/layout/CenteredIconLabelDescriptionList"/>
    <dgm:cxn modelId="{952032D9-126B-43C7-997A-C565D4B1243A}" type="presParOf" srcId="{074F68AE-62A7-4FD5-89E8-0721B56824C1}" destId="{DBF60675-0B37-4B99-A62D-9063F54609A0}" srcOrd="1" destOrd="0" presId="urn:microsoft.com/office/officeart/2018/5/layout/CenteredIconLabelDescriptionList"/>
    <dgm:cxn modelId="{5A5053F3-CE28-414C-8535-586A4D32664A}" type="presParOf" srcId="{074F68AE-62A7-4FD5-89E8-0721B56824C1}" destId="{59E038F0-5339-433E-BF0A-C2BE0ED77D66}" srcOrd="2" destOrd="0" presId="urn:microsoft.com/office/officeart/2018/5/layout/CenteredIconLabelDescriptionList"/>
    <dgm:cxn modelId="{4DDB2502-DC32-4FAE-BA54-AD99B33E2B43}" type="presParOf" srcId="{59E038F0-5339-433E-BF0A-C2BE0ED77D66}" destId="{83EB6D75-BBCA-445F-AC84-41ADC9A5F761}" srcOrd="0" destOrd="0" presId="urn:microsoft.com/office/officeart/2018/5/layout/CenteredIconLabelDescriptionList"/>
    <dgm:cxn modelId="{14EE8904-39BF-44FC-9DB1-55D16EA588AC}" type="presParOf" srcId="{59E038F0-5339-433E-BF0A-C2BE0ED77D66}" destId="{0752F0A3-6EA6-46EA-AC35-36638E92B732}" srcOrd="1" destOrd="0" presId="urn:microsoft.com/office/officeart/2018/5/layout/CenteredIconLabelDescriptionList"/>
    <dgm:cxn modelId="{04DF4714-176A-4602-8801-EA18B4B0C278}" type="presParOf" srcId="{59E038F0-5339-433E-BF0A-C2BE0ED77D66}" destId="{8C43CE03-5075-49B1-A9B1-83E3B01AA98A}" srcOrd="2" destOrd="0" presId="urn:microsoft.com/office/officeart/2018/5/layout/CenteredIconLabelDescriptionList"/>
    <dgm:cxn modelId="{35AD7ED7-CD10-4DBF-8DBB-6E6C58D4CEA6}" type="presParOf" srcId="{59E038F0-5339-433E-BF0A-C2BE0ED77D66}" destId="{C3312A5C-30C6-4BD8-BE75-587D2409B05D}" srcOrd="3" destOrd="0" presId="urn:microsoft.com/office/officeart/2018/5/layout/CenteredIconLabelDescriptionList"/>
    <dgm:cxn modelId="{F41DA942-E645-47E2-A2EB-C16C201CE230}" type="presParOf" srcId="{59E038F0-5339-433E-BF0A-C2BE0ED77D66}" destId="{DD33012B-DE55-4228-A7A9-5E01A348B668}" srcOrd="4" destOrd="0" presId="urn:microsoft.com/office/officeart/2018/5/layout/CenteredIconLabelDescriptionList"/>
    <dgm:cxn modelId="{D4DB6F7E-F8D8-4619-BF66-EE3525671A2C}" type="presParOf" srcId="{074F68AE-62A7-4FD5-89E8-0721B56824C1}" destId="{086991B3-39FE-4EEC-AC9A-9018D13DD3C1}" srcOrd="3" destOrd="0" presId="urn:microsoft.com/office/officeart/2018/5/layout/CenteredIconLabelDescriptionList"/>
    <dgm:cxn modelId="{F1C651CB-4E35-4E7E-9E3E-59FEB9C16308}" type="presParOf" srcId="{074F68AE-62A7-4FD5-89E8-0721B56824C1}" destId="{47846554-F14A-4120-B66F-E5B60572E585}" srcOrd="4" destOrd="0" presId="urn:microsoft.com/office/officeart/2018/5/layout/CenteredIconLabelDescriptionList"/>
    <dgm:cxn modelId="{C2F50656-7B78-4A2F-B41B-6CEF074371CC}" type="presParOf" srcId="{47846554-F14A-4120-B66F-E5B60572E585}" destId="{CD89057F-DAA9-4449-ACCC-DFF57B544E62}" srcOrd="0" destOrd="0" presId="urn:microsoft.com/office/officeart/2018/5/layout/CenteredIconLabelDescriptionList"/>
    <dgm:cxn modelId="{D4D56562-97E4-4B03-AFD7-7DA6C965BD75}" type="presParOf" srcId="{47846554-F14A-4120-B66F-E5B60572E585}" destId="{FAB81340-DE85-451C-AA90-639289C54EBC}" srcOrd="1" destOrd="0" presId="urn:microsoft.com/office/officeart/2018/5/layout/CenteredIconLabelDescriptionList"/>
    <dgm:cxn modelId="{4FB67885-2CB3-403F-9D74-B6BE302A6B5F}" type="presParOf" srcId="{47846554-F14A-4120-B66F-E5B60572E585}" destId="{CE7194EB-F4F7-46C3-BEE3-DD2B380390B0}" srcOrd="2" destOrd="0" presId="urn:microsoft.com/office/officeart/2018/5/layout/CenteredIconLabelDescriptionList"/>
    <dgm:cxn modelId="{A80CFCF6-EEDF-4BE7-9602-BCCC7F9DFEDE}" type="presParOf" srcId="{47846554-F14A-4120-B66F-E5B60572E585}" destId="{846BBD72-1649-4859-8255-900D8C635175}" srcOrd="3" destOrd="0" presId="urn:microsoft.com/office/officeart/2018/5/layout/CenteredIconLabelDescriptionList"/>
    <dgm:cxn modelId="{EBDB6F20-FDA3-4F9B-B051-1BBBA27C1F21}" type="presParOf" srcId="{47846554-F14A-4120-B66F-E5B60572E585}" destId="{E4A69D7A-D293-4EF0-800F-D018C77FEEF7}" srcOrd="4" destOrd="0" presId="urn:microsoft.com/office/officeart/2018/5/layout/CenteredIconLabelDescriptionList"/>
    <dgm:cxn modelId="{6C5F2C02-D460-41BA-ADB5-7DA05E6AD87F}" type="presParOf" srcId="{074F68AE-62A7-4FD5-89E8-0721B56824C1}" destId="{39AAB555-531A-492E-81C8-5BC4B4E137B2}" srcOrd="5" destOrd="0" presId="urn:microsoft.com/office/officeart/2018/5/layout/CenteredIconLabelDescriptionList"/>
    <dgm:cxn modelId="{CB579579-BA5C-4052-BA7A-5FBE9541FA73}" type="presParOf" srcId="{074F68AE-62A7-4FD5-89E8-0721B56824C1}" destId="{DE8B0AB6-B4B0-441E-B16A-5F80A3964035}" srcOrd="6" destOrd="0" presId="urn:microsoft.com/office/officeart/2018/5/layout/CenteredIconLabelDescriptionList"/>
    <dgm:cxn modelId="{781DA7F0-446F-45B2-A4A8-10CFDE8291FA}" type="presParOf" srcId="{DE8B0AB6-B4B0-441E-B16A-5F80A3964035}" destId="{C353874A-9CAA-47DA-BC58-8F1694C577B3}" srcOrd="0" destOrd="0" presId="urn:microsoft.com/office/officeart/2018/5/layout/CenteredIconLabelDescriptionList"/>
    <dgm:cxn modelId="{65440358-57CC-434A-A61E-1CC386F793EC}" type="presParOf" srcId="{DE8B0AB6-B4B0-441E-B16A-5F80A3964035}" destId="{F00B85FD-AF20-47A0-9698-7259D02A6E84}" srcOrd="1" destOrd="0" presId="urn:microsoft.com/office/officeart/2018/5/layout/CenteredIconLabelDescriptionList"/>
    <dgm:cxn modelId="{7CE2E53D-7338-4A3F-8A3B-3760FD677C9B}" type="presParOf" srcId="{DE8B0AB6-B4B0-441E-B16A-5F80A3964035}" destId="{43CDFD64-47E5-4ACF-A5DF-DB492EA6371F}" srcOrd="2" destOrd="0" presId="urn:microsoft.com/office/officeart/2018/5/layout/CenteredIconLabelDescriptionList"/>
    <dgm:cxn modelId="{633E905B-4116-4A84-B6A1-DF10B5CE5305}" type="presParOf" srcId="{DE8B0AB6-B4B0-441E-B16A-5F80A3964035}" destId="{8728A1B6-4409-4F59-85D7-F02EFD4F5EC9}" srcOrd="3" destOrd="0" presId="urn:microsoft.com/office/officeart/2018/5/layout/CenteredIconLabelDescriptionList"/>
    <dgm:cxn modelId="{30ACB99A-AC57-482E-A404-9BBB95B3FCDB}" type="presParOf" srcId="{DE8B0AB6-B4B0-441E-B16A-5F80A3964035}" destId="{9D27C398-FFC9-41D4-9FBC-8A35812683BB}"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78E5CB5-26BF-4FE1-BF4A-423C69E12FA3}"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BF63F6E5-E39F-4883-B08D-88D32AF12728}">
      <dgm:prSet/>
      <dgm:spPr/>
      <dgm:t>
        <a:bodyPr/>
        <a:lstStyle/>
        <a:p>
          <a:r>
            <a:rPr lang="en-US"/>
            <a:t>Creates virtual instances of software applications or operating systems</a:t>
          </a:r>
        </a:p>
      </dgm:t>
    </dgm:pt>
    <dgm:pt modelId="{96CFE160-06B3-48E0-97E7-977E4CA79B56}" type="parTrans" cxnId="{DAC2190B-2E63-4214-9C7A-E1A676644E22}">
      <dgm:prSet/>
      <dgm:spPr/>
      <dgm:t>
        <a:bodyPr/>
        <a:lstStyle/>
        <a:p>
          <a:endParaRPr lang="en-US"/>
        </a:p>
      </dgm:t>
    </dgm:pt>
    <dgm:pt modelId="{8BA51E04-7A7F-41A4-BFF8-1E60415CCA89}" type="sibTrans" cxnId="{DAC2190B-2E63-4214-9C7A-E1A676644E22}">
      <dgm:prSet/>
      <dgm:spPr/>
      <dgm:t>
        <a:bodyPr/>
        <a:lstStyle/>
        <a:p>
          <a:endParaRPr lang="en-US"/>
        </a:p>
      </dgm:t>
    </dgm:pt>
    <dgm:pt modelId="{2048CD41-B5BA-4EE2-8246-744BECB777A4}">
      <dgm:prSet/>
      <dgm:spPr/>
      <dgm:t>
        <a:bodyPr/>
        <a:lstStyle/>
        <a:p>
          <a:r>
            <a:rPr lang="en-US"/>
            <a:t>Types:</a:t>
          </a:r>
        </a:p>
      </dgm:t>
    </dgm:pt>
    <dgm:pt modelId="{0F1D5F09-6F0D-4994-89ED-BF9CF7047015}" type="parTrans" cxnId="{A47D3C04-9FD2-4F72-8A47-287ED69103F1}">
      <dgm:prSet/>
      <dgm:spPr/>
      <dgm:t>
        <a:bodyPr/>
        <a:lstStyle/>
        <a:p>
          <a:endParaRPr lang="en-US"/>
        </a:p>
      </dgm:t>
    </dgm:pt>
    <dgm:pt modelId="{B239C916-FEEC-4F24-ACE5-ABEADC601092}" type="sibTrans" cxnId="{A47D3C04-9FD2-4F72-8A47-287ED69103F1}">
      <dgm:prSet/>
      <dgm:spPr/>
      <dgm:t>
        <a:bodyPr/>
        <a:lstStyle/>
        <a:p>
          <a:endParaRPr lang="en-US"/>
        </a:p>
      </dgm:t>
    </dgm:pt>
    <dgm:pt modelId="{B8C145F7-38EA-4779-8C9B-72D2A39EC9A2}">
      <dgm:prSet/>
      <dgm:spPr/>
      <dgm:t>
        <a:bodyPr/>
        <a:lstStyle/>
        <a:p>
          <a:r>
            <a:rPr lang="en-US"/>
            <a:t>Application Virtualization</a:t>
          </a:r>
        </a:p>
      </dgm:t>
    </dgm:pt>
    <dgm:pt modelId="{B9F90FCB-CE10-44AD-8973-345B3E40A8F6}" type="parTrans" cxnId="{F1C0AB74-382A-4825-84AD-09D22C2E617D}">
      <dgm:prSet/>
      <dgm:spPr/>
      <dgm:t>
        <a:bodyPr/>
        <a:lstStyle/>
        <a:p>
          <a:endParaRPr lang="en-US"/>
        </a:p>
      </dgm:t>
    </dgm:pt>
    <dgm:pt modelId="{C1CD20C8-0637-47F5-9A1B-469DE47A5E0D}" type="sibTrans" cxnId="{F1C0AB74-382A-4825-84AD-09D22C2E617D}">
      <dgm:prSet/>
      <dgm:spPr/>
      <dgm:t>
        <a:bodyPr/>
        <a:lstStyle/>
        <a:p>
          <a:endParaRPr lang="en-US"/>
        </a:p>
      </dgm:t>
    </dgm:pt>
    <dgm:pt modelId="{F2C203FE-A5B7-4B1D-BC46-A58511EEF73B}">
      <dgm:prSet/>
      <dgm:spPr/>
      <dgm:t>
        <a:bodyPr/>
        <a:lstStyle/>
        <a:p>
          <a:r>
            <a:rPr lang="en-US"/>
            <a:t>Operating System Virtualization</a:t>
          </a:r>
        </a:p>
      </dgm:t>
    </dgm:pt>
    <dgm:pt modelId="{1D4F0CCA-EB89-4B27-A56D-17737049B915}" type="parTrans" cxnId="{AAC45615-6974-4C77-A124-59254A0CEA85}">
      <dgm:prSet/>
      <dgm:spPr/>
      <dgm:t>
        <a:bodyPr/>
        <a:lstStyle/>
        <a:p>
          <a:endParaRPr lang="en-US"/>
        </a:p>
      </dgm:t>
    </dgm:pt>
    <dgm:pt modelId="{812BCABA-49E0-42CA-870C-60A60A052F04}" type="sibTrans" cxnId="{AAC45615-6974-4C77-A124-59254A0CEA85}">
      <dgm:prSet/>
      <dgm:spPr/>
      <dgm:t>
        <a:bodyPr/>
        <a:lstStyle/>
        <a:p>
          <a:endParaRPr lang="en-US"/>
        </a:p>
      </dgm:t>
    </dgm:pt>
    <dgm:pt modelId="{6A754030-E34D-4CC5-B857-6FD9F04E990B}">
      <dgm:prSet/>
      <dgm:spPr/>
      <dgm:t>
        <a:bodyPr/>
        <a:lstStyle/>
        <a:p>
          <a:r>
            <a:rPr lang="en-US"/>
            <a:t>Benefits: Improved compatibility, easier deployment, and management</a:t>
          </a:r>
        </a:p>
      </dgm:t>
    </dgm:pt>
    <dgm:pt modelId="{BD1124CE-A50E-4439-A2D0-9C0A989E0D11}" type="parTrans" cxnId="{4C429598-77DB-4867-A065-06CA11D66A71}">
      <dgm:prSet/>
      <dgm:spPr/>
      <dgm:t>
        <a:bodyPr/>
        <a:lstStyle/>
        <a:p>
          <a:endParaRPr lang="en-US"/>
        </a:p>
      </dgm:t>
    </dgm:pt>
    <dgm:pt modelId="{11297B46-5300-4559-9199-C3AC022713A6}" type="sibTrans" cxnId="{4C429598-77DB-4867-A065-06CA11D66A71}">
      <dgm:prSet/>
      <dgm:spPr/>
      <dgm:t>
        <a:bodyPr/>
        <a:lstStyle/>
        <a:p>
          <a:endParaRPr lang="en-US"/>
        </a:p>
      </dgm:t>
    </dgm:pt>
    <dgm:pt modelId="{ED4F7FA2-69BB-42E8-8CA4-22CD202A84A3}">
      <dgm:prSet/>
      <dgm:spPr/>
      <dgm:t>
        <a:bodyPr/>
        <a:lstStyle/>
        <a:p>
          <a:r>
            <a:rPr lang="en-US"/>
            <a:t>Examples: Docker, Wine, Citrix XenApp</a:t>
          </a:r>
        </a:p>
      </dgm:t>
    </dgm:pt>
    <dgm:pt modelId="{95FC5B93-CEC4-4CE9-A459-D2BC26042616}" type="parTrans" cxnId="{383D12AF-98D4-44A3-8ED5-315662F19E57}">
      <dgm:prSet/>
      <dgm:spPr/>
      <dgm:t>
        <a:bodyPr/>
        <a:lstStyle/>
        <a:p>
          <a:endParaRPr lang="en-US"/>
        </a:p>
      </dgm:t>
    </dgm:pt>
    <dgm:pt modelId="{AF12B110-35DE-4900-9C4F-30019E0BF7A0}" type="sibTrans" cxnId="{383D12AF-98D4-44A3-8ED5-315662F19E57}">
      <dgm:prSet/>
      <dgm:spPr/>
      <dgm:t>
        <a:bodyPr/>
        <a:lstStyle/>
        <a:p>
          <a:endParaRPr lang="en-US"/>
        </a:p>
      </dgm:t>
    </dgm:pt>
    <dgm:pt modelId="{35A2473C-E158-4934-9470-ACEA9A6E24BA}" type="pres">
      <dgm:prSet presAssocID="{678E5CB5-26BF-4FE1-BF4A-423C69E12FA3}" presName="root" presStyleCnt="0">
        <dgm:presLayoutVars>
          <dgm:dir/>
          <dgm:resizeHandles val="exact"/>
        </dgm:presLayoutVars>
      </dgm:prSet>
      <dgm:spPr/>
    </dgm:pt>
    <dgm:pt modelId="{128EE107-F5D9-4091-8576-AD550CC9DAF4}" type="pres">
      <dgm:prSet presAssocID="{BF63F6E5-E39F-4883-B08D-88D32AF12728}" presName="compNode" presStyleCnt="0"/>
      <dgm:spPr/>
    </dgm:pt>
    <dgm:pt modelId="{33552908-8CA0-4005-8205-CAE48C1D2C63}" type="pres">
      <dgm:prSet presAssocID="{BF63F6E5-E39F-4883-B08D-88D32AF12728}" presName="bgRect" presStyleLbl="bgShp" presStyleIdx="0" presStyleCnt="4"/>
      <dgm:spPr/>
    </dgm:pt>
    <dgm:pt modelId="{705C86B5-4174-4F19-AB4B-26B1A7691F9E}" type="pres">
      <dgm:prSet presAssocID="{BF63F6E5-E39F-4883-B08D-88D32AF1272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mputer"/>
        </a:ext>
      </dgm:extLst>
    </dgm:pt>
    <dgm:pt modelId="{167890ED-D5D3-4B44-9F4A-5082E8B54761}" type="pres">
      <dgm:prSet presAssocID="{BF63F6E5-E39F-4883-B08D-88D32AF12728}" presName="spaceRect" presStyleCnt="0"/>
      <dgm:spPr/>
    </dgm:pt>
    <dgm:pt modelId="{336A331B-3419-40D5-A42A-41425A684B3E}" type="pres">
      <dgm:prSet presAssocID="{BF63F6E5-E39F-4883-B08D-88D32AF12728}" presName="parTx" presStyleLbl="revTx" presStyleIdx="0" presStyleCnt="5">
        <dgm:presLayoutVars>
          <dgm:chMax val="0"/>
          <dgm:chPref val="0"/>
        </dgm:presLayoutVars>
      </dgm:prSet>
      <dgm:spPr/>
    </dgm:pt>
    <dgm:pt modelId="{D06810AD-F81A-4B94-B5BA-D40DFB949729}" type="pres">
      <dgm:prSet presAssocID="{8BA51E04-7A7F-41A4-BFF8-1E60415CCA89}" presName="sibTrans" presStyleCnt="0"/>
      <dgm:spPr/>
    </dgm:pt>
    <dgm:pt modelId="{F9858575-D9E1-418B-8092-5978F1CA8F9D}" type="pres">
      <dgm:prSet presAssocID="{2048CD41-B5BA-4EE2-8246-744BECB777A4}" presName="compNode" presStyleCnt="0"/>
      <dgm:spPr/>
    </dgm:pt>
    <dgm:pt modelId="{1108D5E8-67D7-4740-8E53-FDF4C4BAE541}" type="pres">
      <dgm:prSet presAssocID="{2048CD41-B5BA-4EE2-8246-744BECB777A4}" presName="bgRect" presStyleLbl="bgShp" presStyleIdx="1" presStyleCnt="4"/>
      <dgm:spPr/>
    </dgm:pt>
    <dgm:pt modelId="{8862CAB1-DE95-4A0B-8FE3-BFBD370A2BD3}" type="pres">
      <dgm:prSet presAssocID="{2048CD41-B5BA-4EE2-8246-744BECB777A4}"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obot"/>
        </a:ext>
      </dgm:extLst>
    </dgm:pt>
    <dgm:pt modelId="{562BDB26-CE4E-4F86-9EDE-5C8B1DEB0F27}" type="pres">
      <dgm:prSet presAssocID="{2048CD41-B5BA-4EE2-8246-744BECB777A4}" presName="spaceRect" presStyleCnt="0"/>
      <dgm:spPr/>
    </dgm:pt>
    <dgm:pt modelId="{E7E16F65-810B-4534-965D-9925D0C625E6}" type="pres">
      <dgm:prSet presAssocID="{2048CD41-B5BA-4EE2-8246-744BECB777A4}" presName="parTx" presStyleLbl="revTx" presStyleIdx="1" presStyleCnt="5">
        <dgm:presLayoutVars>
          <dgm:chMax val="0"/>
          <dgm:chPref val="0"/>
        </dgm:presLayoutVars>
      </dgm:prSet>
      <dgm:spPr/>
    </dgm:pt>
    <dgm:pt modelId="{48CE3714-3BA9-4CDC-9AFE-AC5B5A80C330}" type="pres">
      <dgm:prSet presAssocID="{2048CD41-B5BA-4EE2-8246-744BECB777A4}" presName="desTx" presStyleLbl="revTx" presStyleIdx="2" presStyleCnt="5">
        <dgm:presLayoutVars/>
      </dgm:prSet>
      <dgm:spPr/>
    </dgm:pt>
    <dgm:pt modelId="{01458D2C-EC31-45F9-B8E6-A2A8EAB05B03}" type="pres">
      <dgm:prSet presAssocID="{B239C916-FEEC-4F24-ACE5-ABEADC601092}" presName="sibTrans" presStyleCnt="0"/>
      <dgm:spPr/>
    </dgm:pt>
    <dgm:pt modelId="{2371A332-61FC-4205-A621-9103A869092D}" type="pres">
      <dgm:prSet presAssocID="{6A754030-E34D-4CC5-B857-6FD9F04E990B}" presName="compNode" presStyleCnt="0"/>
      <dgm:spPr/>
    </dgm:pt>
    <dgm:pt modelId="{2A323AB1-0B11-4C3E-9D26-C3E68B1CB0A7}" type="pres">
      <dgm:prSet presAssocID="{6A754030-E34D-4CC5-B857-6FD9F04E990B}" presName="bgRect" presStyleLbl="bgShp" presStyleIdx="2" presStyleCnt="4"/>
      <dgm:spPr/>
    </dgm:pt>
    <dgm:pt modelId="{7429877E-FCA4-45C0-87FA-F9F588A1F1BA}" type="pres">
      <dgm:prSet presAssocID="{6A754030-E34D-4CC5-B857-6FD9F04E990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Angel Face Outline"/>
        </a:ext>
      </dgm:extLst>
    </dgm:pt>
    <dgm:pt modelId="{D1F0386B-39B2-4555-9784-FE8DCBB3A61A}" type="pres">
      <dgm:prSet presAssocID="{6A754030-E34D-4CC5-B857-6FD9F04E990B}" presName="spaceRect" presStyleCnt="0"/>
      <dgm:spPr/>
    </dgm:pt>
    <dgm:pt modelId="{41D6D177-5EC8-482E-A292-AA58177EC567}" type="pres">
      <dgm:prSet presAssocID="{6A754030-E34D-4CC5-B857-6FD9F04E990B}" presName="parTx" presStyleLbl="revTx" presStyleIdx="3" presStyleCnt="5">
        <dgm:presLayoutVars>
          <dgm:chMax val="0"/>
          <dgm:chPref val="0"/>
        </dgm:presLayoutVars>
      </dgm:prSet>
      <dgm:spPr/>
    </dgm:pt>
    <dgm:pt modelId="{0108EB52-E1F5-4895-A2F4-AFC2DEB07A76}" type="pres">
      <dgm:prSet presAssocID="{11297B46-5300-4559-9199-C3AC022713A6}" presName="sibTrans" presStyleCnt="0"/>
      <dgm:spPr/>
    </dgm:pt>
    <dgm:pt modelId="{B703C407-3989-40D4-B7A1-931C48417E43}" type="pres">
      <dgm:prSet presAssocID="{ED4F7FA2-69BB-42E8-8CA4-22CD202A84A3}" presName="compNode" presStyleCnt="0"/>
      <dgm:spPr/>
    </dgm:pt>
    <dgm:pt modelId="{C5F31B3E-D142-4CFA-BD92-3B81A8B1012F}" type="pres">
      <dgm:prSet presAssocID="{ED4F7FA2-69BB-42E8-8CA4-22CD202A84A3}" presName="bgRect" presStyleLbl="bgShp" presStyleIdx="3" presStyleCnt="4"/>
      <dgm:spPr/>
    </dgm:pt>
    <dgm:pt modelId="{153A7EEA-6C86-4AC1-889D-65C256C5975C}" type="pres">
      <dgm:prSet presAssocID="{ED4F7FA2-69BB-42E8-8CA4-22CD202A84A3}"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loud"/>
        </a:ext>
      </dgm:extLst>
    </dgm:pt>
    <dgm:pt modelId="{807961FB-8433-4B14-BF5B-9D7466E08A95}" type="pres">
      <dgm:prSet presAssocID="{ED4F7FA2-69BB-42E8-8CA4-22CD202A84A3}" presName="spaceRect" presStyleCnt="0"/>
      <dgm:spPr/>
    </dgm:pt>
    <dgm:pt modelId="{9C229EF0-1313-471C-8530-031073C0F4DD}" type="pres">
      <dgm:prSet presAssocID="{ED4F7FA2-69BB-42E8-8CA4-22CD202A84A3}" presName="parTx" presStyleLbl="revTx" presStyleIdx="4" presStyleCnt="5">
        <dgm:presLayoutVars>
          <dgm:chMax val="0"/>
          <dgm:chPref val="0"/>
        </dgm:presLayoutVars>
      </dgm:prSet>
      <dgm:spPr/>
    </dgm:pt>
  </dgm:ptLst>
  <dgm:cxnLst>
    <dgm:cxn modelId="{A47D3C04-9FD2-4F72-8A47-287ED69103F1}" srcId="{678E5CB5-26BF-4FE1-BF4A-423C69E12FA3}" destId="{2048CD41-B5BA-4EE2-8246-744BECB777A4}" srcOrd="1" destOrd="0" parTransId="{0F1D5F09-6F0D-4994-89ED-BF9CF7047015}" sibTransId="{B239C916-FEEC-4F24-ACE5-ABEADC601092}"/>
    <dgm:cxn modelId="{DAC2190B-2E63-4214-9C7A-E1A676644E22}" srcId="{678E5CB5-26BF-4FE1-BF4A-423C69E12FA3}" destId="{BF63F6E5-E39F-4883-B08D-88D32AF12728}" srcOrd="0" destOrd="0" parTransId="{96CFE160-06B3-48E0-97E7-977E4CA79B56}" sibTransId="{8BA51E04-7A7F-41A4-BFF8-1E60415CCA89}"/>
    <dgm:cxn modelId="{AAC45615-6974-4C77-A124-59254A0CEA85}" srcId="{2048CD41-B5BA-4EE2-8246-744BECB777A4}" destId="{F2C203FE-A5B7-4B1D-BC46-A58511EEF73B}" srcOrd="1" destOrd="0" parTransId="{1D4F0CCA-EB89-4B27-A56D-17737049B915}" sibTransId="{812BCABA-49E0-42CA-870C-60A60A052F04}"/>
    <dgm:cxn modelId="{C087F13A-A4D7-4B84-9017-A21C505DD841}" type="presOf" srcId="{678E5CB5-26BF-4FE1-BF4A-423C69E12FA3}" destId="{35A2473C-E158-4934-9470-ACEA9A6E24BA}" srcOrd="0" destOrd="0" presId="urn:microsoft.com/office/officeart/2018/2/layout/IconVerticalSolidList"/>
    <dgm:cxn modelId="{CA511B63-0E30-4211-A30E-D6AE020460BB}" type="presOf" srcId="{B8C145F7-38EA-4779-8C9B-72D2A39EC9A2}" destId="{48CE3714-3BA9-4CDC-9AFE-AC5B5A80C330}" srcOrd="0" destOrd="0" presId="urn:microsoft.com/office/officeart/2018/2/layout/IconVerticalSolidList"/>
    <dgm:cxn modelId="{26EC2870-98CC-4DAA-BF1F-2748F111274D}" type="presOf" srcId="{2048CD41-B5BA-4EE2-8246-744BECB777A4}" destId="{E7E16F65-810B-4534-965D-9925D0C625E6}" srcOrd="0" destOrd="0" presId="urn:microsoft.com/office/officeart/2018/2/layout/IconVerticalSolidList"/>
    <dgm:cxn modelId="{F1C0AB74-382A-4825-84AD-09D22C2E617D}" srcId="{2048CD41-B5BA-4EE2-8246-744BECB777A4}" destId="{B8C145F7-38EA-4779-8C9B-72D2A39EC9A2}" srcOrd="0" destOrd="0" parTransId="{B9F90FCB-CE10-44AD-8973-345B3E40A8F6}" sibTransId="{C1CD20C8-0637-47F5-9A1B-469DE47A5E0D}"/>
    <dgm:cxn modelId="{0D893576-0576-425A-A297-389C7C5A6097}" type="presOf" srcId="{ED4F7FA2-69BB-42E8-8CA4-22CD202A84A3}" destId="{9C229EF0-1313-471C-8530-031073C0F4DD}" srcOrd="0" destOrd="0" presId="urn:microsoft.com/office/officeart/2018/2/layout/IconVerticalSolidList"/>
    <dgm:cxn modelId="{9A921195-4716-415C-AE77-725CCEB8441E}" type="presOf" srcId="{BF63F6E5-E39F-4883-B08D-88D32AF12728}" destId="{336A331B-3419-40D5-A42A-41425A684B3E}" srcOrd="0" destOrd="0" presId="urn:microsoft.com/office/officeart/2018/2/layout/IconVerticalSolidList"/>
    <dgm:cxn modelId="{4C429598-77DB-4867-A065-06CA11D66A71}" srcId="{678E5CB5-26BF-4FE1-BF4A-423C69E12FA3}" destId="{6A754030-E34D-4CC5-B857-6FD9F04E990B}" srcOrd="2" destOrd="0" parTransId="{BD1124CE-A50E-4439-A2D0-9C0A989E0D11}" sibTransId="{11297B46-5300-4559-9199-C3AC022713A6}"/>
    <dgm:cxn modelId="{063B49AC-ECEF-4329-ADE9-9FD441BC7A66}" type="presOf" srcId="{F2C203FE-A5B7-4B1D-BC46-A58511EEF73B}" destId="{48CE3714-3BA9-4CDC-9AFE-AC5B5A80C330}" srcOrd="0" destOrd="1" presId="urn:microsoft.com/office/officeart/2018/2/layout/IconVerticalSolidList"/>
    <dgm:cxn modelId="{383D12AF-98D4-44A3-8ED5-315662F19E57}" srcId="{678E5CB5-26BF-4FE1-BF4A-423C69E12FA3}" destId="{ED4F7FA2-69BB-42E8-8CA4-22CD202A84A3}" srcOrd="3" destOrd="0" parTransId="{95FC5B93-CEC4-4CE9-A459-D2BC26042616}" sibTransId="{AF12B110-35DE-4900-9C4F-30019E0BF7A0}"/>
    <dgm:cxn modelId="{A71256F1-A935-4B32-9178-0A73C8F170AB}" type="presOf" srcId="{6A754030-E34D-4CC5-B857-6FD9F04E990B}" destId="{41D6D177-5EC8-482E-A292-AA58177EC567}" srcOrd="0" destOrd="0" presId="urn:microsoft.com/office/officeart/2018/2/layout/IconVerticalSolidList"/>
    <dgm:cxn modelId="{EF4BF7F3-560A-46CD-A105-C208BEF7D0AF}" type="presParOf" srcId="{35A2473C-E158-4934-9470-ACEA9A6E24BA}" destId="{128EE107-F5D9-4091-8576-AD550CC9DAF4}" srcOrd="0" destOrd="0" presId="urn:microsoft.com/office/officeart/2018/2/layout/IconVerticalSolidList"/>
    <dgm:cxn modelId="{4132B690-FC93-4702-98C6-FE43C6E6B9BC}" type="presParOf" srcId="{128EE107-F5D9-4091-8576-AD550CC9DAF4}" destId="{33552908-8CA0-4005-8205-CAE48C1D2C63}" srcOrd="0" destOrd="0" presId="urn:microsoft.com/office/officeart/2018/2/layout/IconVerticalSolidList"/>
    <dgm:cxn modelId="{F2395EA2-A911-463F-B94A-3707E9AFA996}" type="presParOf" srcId="{128EE107-F5D9-4091-8576-AD550CC9DAF4}" destId="{705C86B5-4174-4F19-AB4B-26B1A7691F9E}" srcOrd="1" destOrd="0" presId="urn:microsoft.com/office/officeart/2018/2/layout/IconVerticalSolidList"/>
    <dgm:cxn modelId="{48188454-90F6-478F-AB38-C61E52B270DB}" type="presParOf" srcId="{128EE107-F5D9-4091-8576-AD550CC9DAF4}" destId="{167890ED-D5D3-4B44-9F4A-5082E8B54761}" srcOrd="2" destOrd="0" presId="urn:microsoft.com/office/officeart/2018/2/layout/IconVerticalSolidList"/>
    <dgm:cxn modelId="{2674FB1D-697A-44AF-A578-8A050AC3FF9E}" type="presParOf" srcId="{128EE107-F5D9-4091-8576-AD550CC9DAF4}" destId="{336A331B-3419-40D5-A42A-41425A684B3E}" srcOrd="3" destOrd="0" presId="urn:microsoft.com/office/officeart/2018/2/layout/IconVerticalSolidList"/>
    <dgm:cxn modelId="{52EC50CB-5B62-4691-9449-1F98585F8C76}" type="presParOf" srcId="{35A2473C-E158-4934-9470-ACEA9A6E24BA}" destId="{D06810AD-F81A-4B94-B5BA-D40DFB949729}" srcOrd="1" destOrd="0" presId="urn:microsoft.com/office/officeart/2018/2/layout/IconVerticalSolidList"/>
    <dgm:cxn modelId="{E85A84AD-A4AA-41C4-8AA2-642049D9D354}" type="presParOf" srcId="{35A2473C-E158-4934-9470-ACEA9A6E24BA}" destId="{F9858575-D9E1-418B-8092-5978F1CA8F9D}" srcOrd="2" destOrd="0" presId="urn:microsoft.com/office/officeart/2018/2/layout/IconVerticalSolidList"/>
    <dgm:cxn modelId="{502BC140-7613-4619-BE39-10D6495D3B2A}" type="presParOf" srcId="{F9858575-D9E1-418B-8092-5978F1CA8F9D}" destId="{1108D5E8-67D7-4740-8E53-FDF4C4BAE541}" srcOrd="0" destOrd="0" presId="urn:microsoft.com/office/officeart/2018/2/layout/IconVerticalSolidList"/>
    <dgm:cxn modelId="{C526FAC8-A9F9-4F39-B91E-EA218FF098FE}" type="presParOf" srcId="{F9858575-D9E1-418B-8092-5978F1CA8F9D}" destId="{8862CAB1-DE95-4A0B-8FE3-BFBD370A2BD3}" srcOrd="1" destOrd="0" presId="urn:microsoft.com/office/officeart/2018/2/layout/IconVerticalSolidList"/>
    <dgm:cxn modelId="{687D01B7-5BBC-4A65-8C97-2B4B2F89C7FD}" type="presParOf" srcId="{F9858575-D9E1-418B-8092-5978F1CA8F9D}" destId="{562BDB26-CE4E-4F86-9EDE-5C8B1DEB0F27}" srcOrd="2" destOrd="0" presId="urn:microsoft.com/office/officeart/2018/2/layout/IconVerticalSolidList"/>
    <dgm:cxn modelId="{25730617-8D93-44A2-9FB6-B5E31C95BD8D}" type="presParOf" srcId="{F9858575-D9E1-418B-8092-5978F1CA8F9D}" destId="{E7E16F65-810B-4534-965D-9925D0C625E6}" srcOrd="3" destOrd="0" presId="urn:microsoft.com/office/officeart/2018/2/layout/IconVerticalSolidList"/>
    <dgm:cxn modelId="{89CA7B22-79C8-431E-88A4-952073B4C09B}" type="presParOf" srcId="{F9858575-D9E1-418B-8092-5978F1CA8F9D}" destId="{48CE3714-3BA9-4CDC-9AFE-AC5B5A80C330}" srcOrd="4" destOrd="0" presId="urn:microsoft.com/office/officeart/2018/2/layout/IconVerticalSolidList"/>
    <dgm:cxn modelId="{E419D7B3-9312-440C-AF79-9C8486CB90D0}" type="presParOf" srcId="{35A2473C-E158-4934-9470-ACEA9A6E24BA}" destId="{01458D2C-EC31-45F9-B8E6-A2A8EAB05B03}" srcOrd="3" destOrd="0" presId="urn:microsoft.com/office/officeart/2018/2/layout/IconVerticalSolidList"/>
    <dgm:cxn modelId="{3F562679-CE23-4886-9F43-C21BEC3160F3}" type="presParOf" srcId="{35A2473C-E158-4934-9470-ACEA9A6E24BA}" destId="{2371A332-61FC-4205-A621-9103A869092D}" srcOrd="4" destOrd="0" presId="urn:microsoft.com/office/officeart/2018/2/layout/IconVerticalSolidList"/>
    <dgm:cxn modelId="{77DF9169-B075-473D-B923-39F8B8CDA532}" type="presParOf" srcId="{2371A332-61FC-4205-A621-9103A869092D}" destId="{2A323AB1-0B11-4C3E-9D26-C3E68B1CB0A7}" srcOrd="0" destOrd="0" presId="urn:microsoft.com/office/officeart/2018/2/layout/IconVerticalSolidList"/>
    <dgm:cxn modelId="{EE35BA26-E1FB-4D11-A643-BE24F20E28E2}" type="presParOf" srcId="{2371A332-61FC-4205-A621-9103A869092D}" destId="{7429877E-FCA4-45C0-87FA-F9F588A1F1BA}" srcOrd="1" destOrd="0" presId="urn:microsoft.com/office/officeart/2018/2/layout/IconVerticalSolidList"/>
    <dgm:cxn modelId="{1117E2E7-C39E-410B-983B-313739781EB8}" type="presParOf" srcId="{2371A332-61FC-4205-A621-9103A869092D}" destId="{D1F0386B-39B2-4555-9784-FE8DCBB3A61A}" srcOrd="2" destOrd="0" presId="urn:microsoft.com/office/officeart/2018/2/layout/IconVerticalSolidList"/>
    <dgm:cxn modelId="{273C95E1-2498-48F3-A27A-8B5BAC554D8D}" type="presParOf" srcId="{2371A332-61FC-4205-A621-9103A869092D}" destId="{41D6D177-5EC8-482E-A292-AA58177EC567}" srcOrd="3" destOrd="0" presId="urn:microsoft.com/office/officeart/2018/2/layout/IconVerticalSolidList"/>
    <dgm:cxn modelId="{67A8C9B3-6C9D-42D0-94D3-80094A453969}" type="presParOf" srcId="{35A2473C-E158-4934-9470-ACEA9A6E24BA}" destId="{0108EB52-E1F5-4895-A2F4-AFC2DEB07A76}" srcOrd="5" destOrd="0" presId="urn:microsoft.com/office/officeart/2018/2/layout/IconVerticalSolidList"/>
    <dgm:cxn modelId="{BF6EFAE2-B9EB-43C0-87F4-6C4C383AF6BC}" type="presParOf" srcId="{35A2473C-E158-4934-9470-ACEA9A6E24BA}" destId="{B703C407-3989-40D4-B7A1-931C48417E43}" srcOrd="6" destOrd="0" presId="urn:microsoft.com/office/officeart/2018/2/layout/IconVerticalSolidList"/>
    <dgm:cxn modelId="{758DC7A1-9FCF-43B9-A16D-AA7C7D8EA03B}" type="presParOf" srcId="{B703C407-3989-40D4-B7A1-931C48417E43}" destId="{C5F31B3E-D142-4CFA-BD92-3B81A8B1012F}" srcOrd="0" destOrd="0" presId="urn:microsoft.com/office/officeart/2018/2/layout/IconVerticalSolidList"/>
    <dgm:cxn modelId="{7A0E3BAA-176C-408A-8B4E-F5F853C3755B}" type="presParOf" srcId="{B703C407-3989-40D4-B7A1-931C48417E43}" destId="{153A7EEA-6C86-4AC1-889D-65C256C5975C}" srcOrd="1" destOrd="0" presId="urn:microsoft.com/office/officeart/2018/2/layout/IconVerticalSolidList"/>
    <dgm:cxn modelId="{17196968-DFE4-4D6B-9B70-212D394507CB}" type="presParOf" srcId="{B703C407-3989-40D4-B7A1-931C48417E43}" destId="{807961FB-8433-4B14-BF5B-9D7466E08A95}" srcOrd="2" destOrd="0" presId="urn:microsoft.com/office/officeart/2018/2/layout/IconVerticalSolidList"/>
    <dgm:cxn modelId="{80581B05-2494-40D1-B58F-323E007830F3}" type="presParOf" srcId="{B703C407-3989-40D4-B7A1-931C48417E43}" destId="{9C229EF0-1313-471C-8530-031073C0F4D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DD7C055-571B-4421-B4CC-30FC56C45809}"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BF95AE79-FE82-44A6-BCA2-F71878650ADE}">
      <dgm:prSet/>
      <dgm:spPr/>
      <dgm:t>
        <a:bodyPr/>
        <a:lstStyle/>
        <a:p>
          <a:r>
            <a:rPr lang="en-US"/>
            <a:t>Application virtualization helps a user to have remote access to an application from a server.</a:t>
          </a:r>
        </a:p>
      </dgm:t>
    </dgm:pt>
    <dgm:pt modelId="{D458D628-4CAC-4D0E-8D2F-527E7FB802CA}" type="parTrans" cxnId="{58C122D8-2097-4A3D-8CBC-99BF2A29CB91}">
      <dgm:prSet/>
      <dgm:spPr/>
      <dgm:t>
        <a:bodyPr/>
        <a:lstStyle/>
        <a:p>
          <a:endParaRPr lang="en-US"/>
        </a:p>
      </dgm:t>
    </dgm:pt>
    <dgm:pt modelId="{C55D0F39-D829-4467-8404-EC6C482D740C}" type="sibTrans" cxnId="{58C122D8-2097-4A3D-8CBC-99BF2A29CB91}">
      <dgm:prSet/>
      <dgm:spPr/>
      <dgm:t>
        <a:bodyPr/>
        <a:lstStyle/>
        <a:p>
          <a:endParaRPr lang="en-US"/>
        </a:p>
      </dgm:t>
    </dgm:pt>
    <dgm:pt modelId="{10E33C3A-5840-44E4-8F6D-493B28096D15}">
      <dgm:prSet/>
      <dgm:spPr/>
      <dgm:t>
        <a:bodyPr/>
        <a:lstStyle/>
        <a:p>
          <a:r>
            <a:rPr lang="en-US"/>
            <a:t>The server stores all information and characteristics of the application but can still run on a local machine through internet. </a:t>
          </a:r>
        </a:p>
      </dgm:t>
    </dgm:pt>
    <dgm:pt modelId="{86A406B9-8C38-46FB-86BF-1BBE41763AA4}" type="parTrans" cxnId="{A99498D4-2CE3-4743-8242-7E2A7F307A65}">
      <dgm:prSet/>
      <dgm:spPr/>
      <dgm:t>
        <a:bodyPr/>
        <a:lstStyle/>
        <a:p>
          <a:endParaRPr lang="en-US"/>
        </a:p>
      </dgm:t>
    </dgm:pt>
    <dgm:pt modelId="{AD43A322-B062-4C9B-BF66-86CD41464507}" type="sibTrans" cxnId="{A99498D4-2CE3-4743-8242-7E2A7F307A65}">
      <dgm:prSet/>
      <dgm:spPr/>
      <dgm:t>
        <a:bodyPr/>
        <a:lstStyle/>
        <a:p>
          <a:endParaRPr lang="en-US"/>
        </a:p>
      </dgm:t>
    </dgm:pt>
    <dgm:pt modelId="{A0A70F9C-3807-4FB1-BB93-1835A3E1087F}">
      <dgm:prSet/>
      <dgm:spPr/>
      <dgm:t>
        <a:bodyPr/>
        <a:lstStyle/>
        <a:p>
          <a:r>
            <a:rPr lang="en-US"/>
            <a:t>For example, users can run a Windows application on a Linux machine without changing the machine configuration. </a:t>
          </a:r>
        </a:p>
      </dgm:t>
    </dgm:pt>
    <dgm:pt modelId="{9DD3B087-35F8-4D3E-B433-47944B4D3B7B}" type="parTrans" cxnId="{4F28B588-6576-42C8-B955-1B4E58D41FB5}">
      <dgm:prSet/>
      <dgm:spPr/>
      <dgm:t>
        <a:bodyPr/>
        <a:lstStyle/>
        <a:p>
          <a:endParaRPr lang="en-US"/>
        </a:p>
      </dgm:t>
    </dgm:pt>
    <dgm:pt modelId="{A4BA36D7-FFAD-4B1B-9E05-35D94BC2BADD}" type="sibTrans" cxnId="{4F28B588-6576-42C8-B955-1B4E58D41FB5}">
      <dgm:prSet/>
      <dgm:spPr/>
      <dgm:t>
        <a:bodyPr/>
        <a:lstStyle/>
        <a:p>
          <a:endParaRPr lang="en-US"/>
        </a:p>
      </dgm:t>
    </dgm:pt>
    <dgm:pt modelId="{78E81B91-7881-4560-A246-68A1D29710A6}" type="pres">
      <dgm:prSet presAssocID="{3DD7C055-571B-4421-B4CC-30FC56C45809}" presName="root" presStyleCnt="0">
        <dgm:presLayoutVars>
          <dgm:dir/>
          <dgm:resizeHandles val="exact"/>
        </dgm:presLayoutVars>
      </dgm:prSet>
      <dgm:spPr/>
    </dgm:pt>
    <dgm:pt modelId="{2E84CA6A-6B94-4F6D-89E5-9F48F13C30D3}" type="pres">
      <dgm:prSet presAssocID="{BF95AE79-FE82-44A6-BCA2-F71878650ADE}" presName="compNode" presStyleCnt="0"/>
      <dgm:spPr/>
    </dgm:pt>
    <dgm:pt modelId="{E72CA686-F8E1-4541-AD68-6B704017CED3}" type="pres">
      <dgm:prSet presAssocID="{BF95AE79-FE82-44A6-BCA2-F71878650ADE}" presName="bgRect" presStyleLbl="bgShp" presStyleIdx="0" presStyleCnt="3"/>
      <dgm:spPr/>
    </dgm:pt>
    <dgm:pt modelId="{F6F527CD-1D02-45B2-B40B-A5D1CA083219}" type="pres">
      <dgm:prSet presAssocID="{BF95AE79-FE82-44A6-BCA2-F71878650ADE}"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oud Computing"/>
        </a:ext>
      </dgm:extLst>
    </dgm:pt>
    <dgm:pt modelId="{1B09D52F-5A0E-49AD-B610-DC8CDD232A1D}" type="pres">
      <dgm:prSet presAssocID="{BF95AE79-FE82-44A6-BCA2-F71878650ADE}" presName="spaceRect" presStyleCnt="0"/>
      <dgm:spPr/>
    </dgm:pt>
    <dgm:pt modelId="{9F429D0D-A989-4514-9B3D-D5318A4BFD8C}" type="pres">
      <dgm:prSet presAssocID="{BF95AE79-FE82-44A6-BCA2-F71878650ADE}" presName="parTx" presStyleLbl="revTx" presStyleIdx="0" presStyleCnt="3">
        <dgm:presLayoutVars>
          <dgm:chMax val="0"/>
          <dgm:chPref val="0"/>
        </dgm:presLayoutVars>
      </dgm:prSet>
      <dgm:spPr/>
    </dgm:pt>
    <dgm:pt modelId="{D7022647-C5E4-4555-A7AA-D127FB496D4B}" type="pres">
      <dgm:prSet presAssocID="{C55D0F39-D829-4467-8404-EC6C482D740C}" presName="sibTrans" presStyleCnt="0"/>
      <dgm:spPr/>
    </dgm:pt>
    <dgm:pt modelId="{9E122EB0-58FC-43A3-8585-F67EB6E06F9F}" type="pres">
      <dgm:prSet presAssocID="{10E33C3A-5840-44E4-8F6D-493B28096D15}" presName="compNode" presStyleCnt="0"/>
      <dgm:spPr/>
    </dgm:pt>
    <dgm:pt modelId="{E5BF5304-4B0A-4E61-ABF4-40D40E2609B8}" type="pres">
      <dgm:prSet presAssocID="{10E33C3A-5840-44E4-8F6D-493B28096D15}" presName="bgRect" presStyleLbl="bgShp" presStyleIdx="1" presStyleCnt="3"/>
      <dgm:spPr/>
    </dgm:pt>
    <dgm:pt modelId="{256A0A1C-33C1-4D8A-B174-46BEA75E64F8}" type="pres">
      <dgm:prSet presAssocID="{10E33C3A-5840-44E4-8F6D-493B28096D15}"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C1FE305A-62E6-4734-9576-BD06E65695CF}" type="pres">
      <dgm:prSet presAssocID="{10E33C3A-5840-44E4-8F6D-493B28096D15}" presName="spaceRect" presStyleCnt="0"/>
      <dgm:spPr/>
    </dgm:pt>
    <dgm:pt modelId="{82E579D3-82E4-41E9-A1F5-4599E01C9B10}" type="pres">
      <dgm:prSet presAssocID="{10E33C3A-5840-44E4-8F6D-493B28096D15}" presName="parTx" presStyleLbl="revTx" presStyleIdx="1" presStyleCnt="3">
        <dgm:presLayoutVars>
          <dgm:chMax val="0"/>
          <dgm:chPref val="0"/>
        </dgm:presLayoutVars>
      </dgm:prSet>
      <dgm:spPr/>
    </dgm:pt>
    <dgm:pt modelId="{5CD0D922-1FBB-4C37-B6D1-924530F3294D}" type="pres">
      <dgm:prSet presAssocID="{AD43A322-B062-4C9B-BF66-86CD41464507}" presName="sibTrans" presStyleCnt="0"/>
      <dgm:spPr/>
    </dgm:pt>
    <dgm:pt modelId="{30A0FF88-2F17-4E00-94A4-925E110BE9E3}" type="pres">
      <dgm:prSet presAssocID="{A0A70F9C-3807-4FB1-BB93-1835A3E1087F}" presName="compNode" presStyleCnt="0"/>
      <dgm:spPr/>
    </dgm:pt>
    <dgm:pt modelId="{4D09CF85-D057-4323-B649-E469C286C66A}" type="pres">
      <dgm:prSet presAssocID="{A0A70F9C-3807-4FB1-BB93-1835A3E1087F}" presName="bgRect" presStyleLbl="bgShp" presStyleIdx="2" presStyleCnt="3"/>
      <dgm:spPr/>
    </dgm:pt>
    <dgm:pt modelId="{8AADEA88-94C0-46B2-8A99-CBBDBFF3208F}" type="pres">
      <dgm:prSet presAssocID="{A0A70F9C-3807-4FB1-BB93-1835A3E1087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grammer"/>
        </a:ext>
      </dgm:extLst>
    </dgm:pt>
    <dgm:pt modelId="{C453EA5C-7A1B-44D5-86D5-7517C668B9AC}" type="pres">
      <dgm:prSet presAssocID="{A0A70F9C-3807-4FB1-BB93-1835A3E1087F}" presName="spaceRect" presStyleCnt="0"/>
      <dgm:spPr/>
    </dgm:pt>
    <dgm:pt modelId="{B507C6FD-0A2C-456C-A2F0-CCB068D64D5E}" type="pres">
      <dgm:prSet presAssocID="{A0A70F9C-3807-4FB1-BB93-1835A3E1087F}" presName="parTx" presStyleLbl="revTx" presStyleIdx="2" presStyleCnt="3">
        <dgm:presLayoutVars>
          <dgm:chMax val="0"/>
          <dgm:chPref val="0"/>
        </dgm:presLayoutVars>
      </dgm:prSet>
      <dgm:spPr/>
    </dgm:pt>
  </dgm:ptLst>
  <dgm:cxnLst>
    <dgm:cxn modelId="{554AAF16-A9FB-4D3F-8673-24E90E61AE99}" type="presOf" srcId="{3DD7C055-571B-4421-B4CC-30FC56C45809}" destId="{78E81B91-7881-4560-A246-68A1D29710A6}" srcOrd="0" destOrd="0" presId="urn:microsoft.com/office/officeart/2018/2/layout/IconVerticalSolidList"/>
    <dgm:cxn modelId="{A9A5B960-CE6F-41B3-B293-05B6FC9BC167}" type="presOf" srcId="{A0A70F9C-3807-4FB1-BB93-1835A3E1087F}" destId="{B507C6FD-0A2C-456C-A2F0-CCB068D64D5E}" srcOrd="0" destOrd="0" presId="urn:microsoft.com/office/officeart/2018/2/layout/IconVerticalSolidList"/>
    <dgm:cxn modelId="{0D7B4078-0051-4D57-85BD-189C01C1E942}" type="presOf" srcId="{10E33C3A-5840-44E4-8F6D-493B28096D15}" destId="{82E579D3-82E4-41E9-A1F5-4599E01C9B10}" srcOrd="0" destOrd="0" presId="urn:microsoft.com/office/officeart/2018/2/layout/IconVerticalSolidList"/>
    <dgm:cxn modelId="{4F28B588-6576-42C8-B955-1B4E58D41FB5}" srcId="{3DD7C055-571B-4421-B4CC-30FC56C45809}" destId="{A0A70F9C-3807-4FB1-BB93-1835A3E1087F}" srcOrd="2" destOrd="0" parTransId="{9DD3B087-35F8-4D3E-B433-47944B4D3B7B}" sibTransId="{A4BA36D7-FFAD-4B1B-9E05-35D94BC2BADD}"/>
    <dgm:cxn modelId="{CE6DFD93-5FC6-485F-BA1E-E05E749A6028}" type="presOf" srcId="{BF95AE79-FE82-44A6-BCA2-F71878650ADE}" destId="{9F429D0D-A989-4514-9B3D-D5318A4BFD8C}" srcOrd="0" destOrd="0" presId="urn:microsoft.com/office/officeart/2018/2/layout/IconVerticalSolidList"/>
    <dgm:cxn modelId="{A99498D4-2CE3-4743-8242-7E2A7F307A65}" srcId="{3DD7C055-571B-4421-B4CC-30FC56C45809}" destId="{10E33C3A-5840-44E4-8F6D-493B28096D15}" srcOrd="1" destOrd="0" parTransId="{86A406B9-8C38-46FB-86BF-1BBE41763AA4}" sibTransId="{AD43A322-B062-4C9B-BF66-86CD41464507}"/>
    <dgm:cxn modelId="{58C122D8-2097-4A3D-8CBC-99BF2A29CB91}" srcId="{3DD7C055-571B-4421-B4CC-30FC56C45809}" destId="{BF95AE79-FE82-44A6-BCA2-F71878650ADE}" srcOrd="0" destOrd="0" parTransId="{D458D628-4CAC-4D0E-8D2F-527E7FB802CA}" sibTransId="{C55D0F39-D829-4467-8404-EC6C482D740C}"/>
    <dgm:cxn modelId="{99DBD435-51E3-4BE8-9C8D-D71E4C64226E}" type="presParOf" srcId="{78E81B91-7881-4560-A246-68A1D29710A6}" destId="{2E84CA6A-6B94-4F6D-89E5-9F48F13C30D3}" srcOrd="0" destOrd="0" presId="urn:microsoft.com/office/officeart/2018/2/layout/IconVerticalSolidList"/>
    <dgm:cxn modelId="{DC83F33D-BED5-4174-950B-E1126CBCAC81}" type="presParOf" srcId="{2E84CA6A-6B94-4F6D-89E5-9F48F13C30D3}" destId="{E72CA686-F8E1-4541-AD68-6B704017CED3}" srcOrd="0" destOrd="0" presId="urn:microsoft.com/office/officeart/2018/2/layout/IconVerticalSolidList"/>
    <dgm:cxn modelId="{F35A9120-FA52-4D25-9617-F7DA324BD734}" type="presParOf" srcId="{2E84CA6A-6B94-4F6D-89E5-9F48F13C30D3}" destId="{F6F527CD-1D02-45B2-B40B-A5D1CA083219}" srcOrd="1" destOrd="0" presId="urn:microsoft.com/office/officeart/2018/2/layout/IconVerticalSolidList"/>
    <dgm:cxn modelId="{0BDD0B4D-489D-40FC-AAD8-91D9759A975B}" type="presParOf" srcId="{2E84CA6A-6B94-4F6D-89E5-9F48F13C30D3}" destId="{1B09D52F-5A0E-49AD-B610-DC8CDD232A1D}" srcOrd="2" destOrd="0" presId="urn:microsoft.com/office/officeart/2018/2/layout/IconVerticalSolidList"/>
    <dgm:cxn modelId="{B468B331-A142-41BB-9DBB-DC895061C20F}" type="presParOf" srcId="{2E84CA6A-6B94-4F6D-89E5-9F48F13C30D3}" destId="{9F429D0D-A989-4514-9B3D-D5318A4BFD8C}" srcOrd="3" destOrd="0" presId="urn:microsoft.com/office/officeart/2018/2/layout/IconVerticalSolidList"/>
    <dgm:cxn modelId="{ED5CCA9B-BBAD-438E-8987-F090C0EE61C9}" type="presParOf" srcId="{78E81B91-7881-4560-A246-68A1D29710A6}" destId="{D7022647-C5E4-4555-A7AA-D127FB496D4B}" srcOrd="1" destOrd="0" presId="urn:microsoft.com/office/officeart/2018/2/layout/IconVerticalSolidList"/>
    <dgm:cxn modelId="{7905B06E-96D7-44D5-8892-2628F13F8601}" type="presParOf" srcId="{78E81B91-7881-4560-A246-68A1D29710A6}" destId="{9E122EB0-58FC-43A3-8585-F67EB6E06F9F}" srcOrd="2" destOrd="0" presId="urn:microsoft.com/office/officeart/2018/2/layout/IconVerticalSolidList"/>
    <dgm:cxn modelId="{33EB706B-9F18-4405-A975-7B6839CC2F1F}" type="presParOf" srcId="{9E122EB0-58FC-43A3-8585-F67EB6E06F9F}" destId="{E5BF5304-4B0A-4E61-ABF4-40D40E2609B8}" srcOrd="0" destOrd="0" presId="urn:microsoft.com/office/officeart/2018/2/layout/IconVerticalSolidList"/>
    <dgm:cxn modelId="{1CD92D6E-D8B3-433B-A958-9F22B4CD2948}" type="presParOf" srcId="{9E122EB0-58FC-43A3-8585-F67EB6E06F9F}" destId="{256A0A1C-33C1-4D8A-B174-46BEA75E64F8}" srcOrd="1" destOrd="0" presId="urn:microsoft.com/office/officeart/2018/2/layout/IconVerticalSolidList"/>
    <dgm:cxn modelId="{F17C1A8E-91CC-4AE3-AFC7-A8E7FCA0751A}" type="presParOf" srcId="{9E122EB0-58FC-43A3-8585-F67EB6E06F9F}" destId="{C1FE305A-62E6-4734-9576-BD06E65695CF}" srcOrd="2" destOrd="0" presId="urn:microsoft.com/office/officeart/2018/2/layout/IconVerticalSolidList"/>
    <dgm:cxn modelId="{C5F7345B-0F21-419B-BF73-937D4404E915}" type="presParOf" srcId="{9E122EB0-58FC-43A3-8585-F67EB6E06F9F}" destId="{82E579D3-82E4-41E9-A1F5-4599E01C9B10}" srcOrd="3" destOrd="0" presId="urn:microsoft.com/office/officeart/2018/2/layout/IconVerticalSolidList"/>
    <dgm:cxn modelId="{64C40714-C95F-4829-8330-54510C47CD48}" type="presParOf" srcId="{78E81B91-7881-4560-A246-68A1D29710A6}" destId="{5CD0D922-1FBB-4C37-B6D1-924530F3294D}" srcOrd="3" destOrd="0" presId="urn:microsoft.com/office/officeart/2018/2/layout/IconVerticalSolidList"/>
    <dgm:cxn modelId="{46B07318-CA29-4390-8819-2473D4901461}" type="presParOf" srcId="{78E81B91-7881-4560-A246-68A1D29710A6}" destId="{30A0FF88-2F17-4E00-94A4-925E110BE9E3}" srcOrd="4" destOrd="0" presId="urn:microsoft.com/office/officeart/2018/2/layout/IconVerticalSolidList"/>
    <dgm:cxn modelId="{743BB871-7116-4A6F-BF8C-F31E4A6C8012}" type="presParOf" srcId="{30A0FF88-2F17-4E00-94A4-925E110BE9E3}" destId="{4D09CF85-D057-4323-B649-E469C286C66A}" srcOrd="0" destOrd="0" presId="urn:microsoft.com/office/officeart/2018/2/layout/IconVerticalSolidList"/>
    <dgm:cxn modelId="{43F1FA4A-74EC-4916-A77B-E1BCF3A5E916}" type="presParOf" srcId="{30A0FF88-2F17-4E00-94A4-925E110BE9E3}" destId="{8AADEA88-94C0-46B2-8A99-CBBDBFF3208F}" srcOrd="1" destOrd="0" presId="urn:microsoft.com/office/officeart/2018/2/layout/IconVerticalSolidList"/>
    <dgm:cxn modelId="{C591B790-D40C-415B-82E9-0D6FDE5570AE}" type="presParOf" srcId="{30A0FF88-2F17-4E00-94A4-925E110BE9E3}" destId="{C453EA5C-7A1B-44D5-86D5-7517C668B9AC}" srcOrd="2" destOrd="0" presId="urn:microsoft.com/office/officeart/2018/2/layout/IconVerticalSolidList"/>
    <dgm:cxn modelId="{32A60578-4198-47AF-A2D7-EDFABB8DF4E9}" type="presParOf" srcId="{30A0FF88-2F17-4E00-94A4-925E110BE9E3}" destId="{B507C6FD-0A2C-456C-A2F0-CCB068D64D5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919B8594-C72E-4689-8091-04F745AE14F0}"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3AA2B8EB-E9B7-4E19-9D73-9B516174659C}">
      <dgm:prSet/>
      <dgm:spPr/>
      <dgm:t>
        <a:bodyPr/>
        <a:lstStyle/>
        <a:p>
          <a:pPr>
            <a:lnSpc>
              <a:spcPct val="100000"/>
            </a:lnSpc>
          </a:pPr>
          <a:r>
            <a:rPr lang="en-US"/>
            <a:t>Combines hardware and software network resources into a single virtual network</a:t>
          </a:r>
        </a:p>
      </dgm:t>
    </dgm:pt>
    <dgm:pt modelId="{7C2591FB-A981-45C4-BB9E-9330FB5343F7}" type="parTrans" cxnId="{869FFA78-81BB-47DF-859E-F9D1578A4938}">
      <dgm:prSet/>
      <dgm:spPr/>
      <dgm:t>
        <a:bodyPr/>
        <a:lstStyle/>
        <a:p>
          <a:endParaRPr lang="en-US"/>
        </a:p>
      </dgm:t>
    </dgm:pt>
    <dgm:pt modelId="{182C5F63-2799-4D63-BDC2-F835A350DABF}" type="sibTrans" cxnId="{869FFA78-81BB-47DF-859E-F9D1578A4938}">
      <dgm:prSet/>
      <dgm:spPr/>
      <dgm:t>
        <a:bodyPr/>
        <a:lstStyle/>
        <a:p>
          <a:pPr>
            <a:lnSpc>
              <a:spcPct val="100000"/>
            </a:lnSpc>
          </a:pPr>
          <a:endParaRPr lang="en-US"/>
        </a:p>
      </dgm:t>
    </dgm:pt>
    <dgm:pt modelId="{6EDE26F4-C199-4DE0-88EE-57E92487626C}">
      <dgm:prSet/>
      <dgm:spPr/>
      <dgm:t>
        <a:bodyPr/>
        <a:lstStyle/>
        <a:p>
          <a:pPr>
            <a:lnSpc>
              <a:spcPct val="100000"/>
            </a:lnSpc>
          </a:pPr>
          <a:r>
            <a:rPr lang="en-US"/>
            <a:t>Key components: Virtual switches, NICs, and routers</a:t>
          </a:r>
        </a:p>
      </dgm:t>
    </dgm:pt>
    <dgm:pt modelId="{0956F984-9C17-448B-B999-830E55E03172}" type="parTrans" cxnId="{010EDA9D-DC39-4DF9-9A24-8ECB5BCDA17A}">
      <dgm:prSet/>
      <dgm:spPr/>
      <dgm:t>
        <a:bodyPr/>
        <a:lstStyle/>
        <a:p>
          <a:endParaRPr lang="en-US"/>
        </a:p>
      </dgm:t>
    </dgm:pt>
    <dgm:pt modelId="{20E6290A-37AE-4E94-88B3-FBEA423D5B04}" type="sibTrans" cxnId="{010EDA9D-DC39-4DF9-9A24-8ECB5BCDA17A}">
      <dgm:prSet/>
      <dgm:spPr/>
      <dgm:t>
        <a:bodyPr/>
        <a:lstStyle/>
        <a:p>
          <a:pPr>
            <a:lnSpc>
              <a:spcPct val="100000"/>
            </a:lnSpc>
          </a:pPr>
          <a:endParaRPr lang="en-US"/>
        </a:p>
      </dgm:t>
    </dgm:pt>
    <dgm:pt modelId="{2FBB7332-3D81-4C1E-91E6-FF708AEBEDAE}">
      <dgm:prSet/>
      <dgm:spPr/>
      <dgm:t>
        <a:bodyPr/>
        <a:lstStyle/>
        <a:p>
          <a:pPr>
            <a:lnSpc>
              <a:spcPct val="100000"/>
            </a:lnSpc>
          </a:pPr>
          <a:r>
            <a:rPr lang="en-US"/>
            <a:t>Benefits: Improved network flexibility, security, and scalability</a:t>
          </a:r>
        </a:p>
      </dgm:t>
    </dgm:pt>
    <dgm:pt modelId="{4590933F-9219-48DC-B801-0C5F8A17959A}" type="parTrans" cxnId="{6B60D38E-17AB-4560-88B7-897E2A8200A7}">
      <dgm:prSet/>
      <dgm:spPr/>
      <dgm:t>
        <a:bodyPr/>
        <a:lstStyle/>
        <a:p>
          <a:endParaRPr lang="en-US"/>
        </a:p>
      </dgm:t>
    </dgm:pt>
    <dgm:pt modelId="{2671D7F2-38B0-4E46-963E-40CF1B894294}" type="sibTrans" cxnId="{6B60D38E-17AB-4560-88B7-897E2A8200A7}">
      <dgm:prSet/>
      <dgm:spPr/>
      <dgm:t>
        <a:bodyPr/>
        <a:lstStyle/>
        <a:p>
          <a:pPr>
            <a:lnSpc>
              <a:spcPct val="100000"/>
            </a:lnSpc>
          </a:pPr>
          <a:endParaRPr lang="en-US"/>
        </a:p>
      </dgm:t>
    </dgm:pt>
    <dgm:pt modelId="{4175E31F-84E9-47F9-B96D-4D493B46A025}">
      <dgm:prSet/>
      <dgm:spPr/>
      <dgm:t>
        <a:bodyPr/>
        <a:lstStyle/>
        <a:p>
          <a:pPr>
            <a:lnSpc>
              <a:spcPct val="100000"/>
            </a:lnSpc>
          </a:pPr>
          <a:r>
            <a:rPr lang="en-US"/>
            <a:t>Examples: VMware NSX, Cisco ACI, OpenFlow</a:t>
          </a:r>
        </a:p>
      </dgm:t>
    </dgm:pt>
    <dgm:pt modelId="{6E370B58-7864-41F9-A0E1-8729F3D9B514}" type="parTrans" cxnId="{FFE56382-3C61-4DE2-B01A-B812A00FAC7C}">
      <dgm:prSet/>
      <dgm:spPr/>
      <dgm:t>
        <a:bodyPr/>
        <a:lstStyle/>
        <a:p>
          <a:endParaRPr lang="en-US"/>
        </a:p>
      </dgm:t>
    </dgm:pt>
    <dgm:pt modelId="{4CC0351D-21A2-4F88-A69D-DA69CF643653}" type="sibTrans" cxnId="{FFE56382-3C61-4DE2-B01A-B812A00FAC7C}">
      <dgm:prSet/>
      <dgm:spPr/>
      <dgm:t>
        <a:bodyPr/>
        <a:lstStyle/>
        <a:p>
          <a:endParaRPr lang="en-US"/>
        </a:p>
      </dgm:t>
    </dgm:pt>
    <dgm:pt modelId="{E762155C-1149-45EF-B76B-D6CEF18BA874}" type="pres">
      <dgm:prSet presAssocID="{919B8594-C72E-4689-8091-04F745AE14F0}" presName="root" presStyleCnt="0">
        <dgm:presLayoutVars>
          <dgm:dir/>
          <dgm:resizeHandles val="exact"/>
        </dgm:presLayoutVars>
      </dgm:prSet>
      <dgm:spPr/>
    </dgm:pt>
    <dgm:pt modelId="{EF82AD06-3268-40BC-A6DE-D110BCF4FBCD}" type="pres">
      <dgm:prSet presAssocID="{919B8594-C72E-4689-8091-04F745AE14F0}" presName="container" presStyleCnt="0">
        <dgm:presLayoutVars>
          <dgm:dir/>
          <dgm:resizeHandles val="exact"/>
        </dgm:presLayoutVars>
      </dgm:prSet>
      <dgm:spPr/>
    </dgm:pt>
    <dgm:pt modelId="{9650C55C-68BF-4A97-86A8-CFA28A370091}" type="pres">
      <dgm:prSet presAssocID="{3AA2B8EB-E9B7-4E19-9D73-9B516174659C}" presName="compNode" presStyleCnt="0"/>
      <dgm:spPr/>
    </dgm:pt>
    <dgm:pt modelId="{B2CCBD92-2114-4E9B-8D16-D54F51AF7827}" type="pres">
      <dgm:prSet presAssocID="{3AA2B8EB-E9B7-4E19-9D73-9B516174659C}" presName="iconBgRect" presStyleLbl="bgShp" presStyleIdx="0" presStyleCnt="4"/>
      <dgm:spPr/>
    </dgm:pt>
    <dgm:pt modelId="{F1ABECD5-E9FF-4AF4-8F8F-374C0F72E6A6}" type="pres">
      <dgm:prSet presAssocID="{3AA2B8EB-E9B7-4E19-9D73-9B516174659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omputer"/>
        </a:ext>
      </dgm:extLst>
    </dgm:pt>
    <dgm:pt modelId="{431B59AC-044D-446F-A04C-B226DF30B909}" type="pres">
      <dgm:prSet presAssocID="{3AA2B8EB-E9B7-4E19-9D73-9B516174659C}" presName="spaceRect" presStyleCnt="0"/>
      <dgm:spPr/>
    </dgm:pt>
    <dgm:pt modelId="{66596DB3-6AD8-460E-9952-4EACF3C6AED8}" type="pres">
      <dgm:prSet presAssocID="{3AA2B8EB-E9B7-4E19-9D73-9B516174659C}" presName="textRect" presStyleLbl="revTx" presStyleIdx="0" presStyleCnt="4">
        <dgm:presLayoutVars>
          <dgm:chMax val="1"/>
          <dgm:chPref val="1"/>
        </dgm:presLayoutVars>
      </dgm:prSet>
      <dgm:spPr/>
    </dgm:pt>
    <dgm:pt modelId="{E791430C-BCEE-4E84-A2A9-A45C53A8933E}" type="pres">
      <dgm:prSet presAssocID="{182C5F63-2799-4D63-BDC2-F835A350DABF}" presName="sibTrans" presStyleLbl="sibTrans2D1" presStyleIdx="0" presStyleCnt="0"/>
      <dgm:spPr/>
    </dgm:pt>
    <dgm:pt modelId="{D209F445-9C2F-4871-803B-92F0DEA53FE8}" type="pres">
      <dgm:prSet presAssocID="{6EDE26F4-C199-4DE0-88EE-57E92487626C}" presName="compNode" presStyleCnt="0"/>
      <dgm:spPr/>
    </dgm:pt>
    <dgm:pt modelId="{F3B6E11F-5AD5-4D43-80CE-1A0624E77482}" type="pres">
      <dgm:prSet presAssocID="{6EDE26F4-C199-4DE0-88EE-57E92487626C}" presName="iconBgRect" presStyleLbl="bgShp" presStyleIdx="1" presStyleCnt="4"/>
      <dgm:spPr/>
    </dgm:pt>
    <dgm:pt modelId="{49C51D62-7194-46FD-ACA9-911C7107F50A}" type="pres">
      <dgm:prSet presAssocID="{6EDE26F4-C199-4DE0-88EE-57E92487626C}"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isconnected"/>
        </a:ext>
      </dgm:extLst>
    </dgm:pt>
    <dgm:pt modelId="{B2D57721-CA58-4FDB-A789-72F63284B1F9}" type="pres">
      <dgm:prSet presAssocID="{6EDE26F4-C199-4DE0-88EE-57E92487626C}" presName="spaceRect" presStyleCnt="0"/>
      <dgm:spPr/>
    </dgm:pt>
    <dgm:pt modelId="{55FFD05A-1AAA-4C3A-B5CB-581E9D757678}" type="pres">
      <dgm:prSet presAssocID="{6EDE26F4-C199-4DE0-88EE-57E92487626C}" presName="textRect" presStyleLbl="revTx" presStyleIdx="1" presStyleCnt="4">
        <dgm:presLayoutVars>
          <dgm:chMax val="1"/>
          <dgm:chPref val="1"/>
        </dgm:presLayoutVars>
      </dgm:prSet>
      <dgm:spPr/>
    </dgm:pt>
    <dgm:pt modelId="{7A2EB919-6173-429D-86E4-6F81986A2774}" type="pres">
      <dgm:prSet presAssocID="{20E6290A-37AE-4E94-88B3-FBEA423D5B04}" presName="sibTrans" presStyleLbl="sibTrans2D1" presStyleIdx="0" presStyleCnt="0"/>
      <dgm:spPr/>
    </dgm:pt>
    <dgm:pt modelId="{1D7ECB0D-4337-4F68-9193-59859CF6E65F}" type="pres">
      <dgm:prSet presAssocID="{2FBB7332-3D81-4C1E-91E6-FF708AEBEDAE}" presName="compNode" presStyleCnt="0"/>
      <dgm:spPr/>
    </dgm:pt>
    <dgm:pt modelId="{D7EB1F4E-FE8D-4538-BA7B-CEB057AC0E21}" type="pres">
      <dgm:prSet presAssocID="{2FBB7332-3D81-4C1E-91E6-FF708AEBEDAE}" presName="iconBgRect" presStyleLbl="bgShp" presStyleIdx="2" presStyleCnt="4"/>
      <dgm:spPr/>
    </dgm:pt>
    <dgm:pt modelId="{DF823155-D420-42D9-838D-78C813EC48E6}" type="pres">
      <dgm:prSet presAssocID="{2FBB7332-3D81-4C1E-91E6-FF708AEBEDAE}"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onnections"/>
        </a:ext>
      </dgm:extLst>
    </dgm:pt>
    <dgm:pt modelId="{15B48A62-5D82-41F3-89FB-57C2ED092566}" type="pres">
      <dgm:prSet presAssocID="{2FBB7332-3D81-4C1E-91E6-FF708AEBEDAE}" presName="spaceRect" presStyleCnt="0"/>
      <dgm:spPr/>
    </dgm:pt>
    <dgm:pt modelId="{E161197A-E7A6-44DB-B9DC-71F4F7ED0F09}" type="pres">
      <dgm:prSet presAssocID="{2FBB7332-3D81-4C1E-91E6-FF708AEBEDAE}" presName="textRect" presStyleLbl="revTx" presStyleIdx="2" presStyleCnt="4">
        <dgm:presLayoutVars>
          <dgm:chMax val="1"/>
          <dgm:chPref val="1"/>
        </dgm:presLayoutVars>
      </dgm:prSet>
      <dgm:spPr/>
    </dgm:pt>
    <dgm:pt modelId="{A93FE964-4E58-49B7-A606-5598B3D1DCE9}" type="pres">
      <dgm:prSet presAssocID="{2671D7F2-38B0-4E46-963E-40CF1B894294}" presName="sibTrans" presStyleLbl="sibTrans2D1" presStyleIdx="0" presStyleCnt="0"/>
      <dgm:spPr/>
    </dgm:pt>
    <dgm:pt modelId="{CAFA83AB-AB4A-4AD5-95ED-B8075C3E40C9}" type="pres">
      <dgm:prSet presAssocID="{4175E31F-84E9-47F9-B96D-4D493B46A025}" presName="compNode" presStyleCnt="0"/>
      <dgm:spPr/>
    </dgm:pt>
    <dgm:pt modelId="{59B87DFD-1AB8-43F3-B70C-325DEF6A932D}" type="pres">
      <dgm:prSet presAssocID="{4175E31F-84E9-47F9-B96D-4D493B46A025}" presName="iconBgRect" presStyleLbl="bgShp" presStyleIdx="3" presStyleCnt="4"/>
      <dgm:spPr/>
    </dgm:pt>
    <dgm:pt modelId="{B4687470-6B05-4725-B575-9E11F22C3CED}" type="pres">
      <dgm:prSet presAssocID="{4175E31F-84E9-47F9-B96D-4D493B46A025}"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Processor"/>
        </a:ext>
      </dgm:extLst>
    </dgm:pt>
    <dgm:pt modelId="{81AC204A-0525-441E-A631-24589C17A349}" type="pres">
      <dgm:prSet presAssocID="{4175E31F-84E9-47F9-B96D-4D493B46A025}" presName="spaceRect" presStyleCnt="0"/>
      <dgm:spPr/>
    </dgm:pt>
    <dgm:pt modelId="{8A289EF3-B0E8-4192-AC24-D80980453CD2}" type="pres">
      <dgm:prSet presAssocID="{4175E31F-84E9-47F9-B96D-4D493B46A025}" presName="textRect" presStyleLbl="revTx" presStyleIdx="3" presStyleCnt="4">
        <dgm:presLayoutVars>
          <dgm:chMax val="1"/>
          <dgm:chPref val="1"/>
        </dgm:presLayoutVars>
      </dgm:prSet>
      <dgm:spPr/>
    </dgm:pt>
  </dgm:ptLst>
  <dgm:cxnLst>
    <dgm:cxn modelId="{A2B11D00-C871-4794-A240-E654E0DCCE87}" type="presOf" srcId="{3AA2B8EB-E9B7-4E19-9D73-9B516174659C}" destId="{66596DB3-6AD8-460E-9952-4EACF3C6AED8}" srcOrd="0" destOrd="0" presId="urn:microsoft.com/office/officeart/2018/2/layout/IconCircleList"/>
    <dgm:cxn modelId="{9C08C309-161B-47F9-9B4D-3BFE4D8A79BD}" type="presOf" srcId="{919B8594-C72E-4689-8091-04F745AE14F0}" destId="{E762155C-1149-45EF-B76B-D6CEF18BA874}" srcOrd="0" destOrd="0" presId="urn:microsoft.com/office/officeart/2018/2/layout/IconCircleList"/>
    <dgm:cxn modelId="{A3784B33-F259-455F-8055-9DA815ABB9E0}" type="presOf" srcId="{6EDE26F4-C199-4DE0-88EE-57E92487626C}" destId="{55FFD05A-1AAA-4C3A-B5CB-581E9D757678}" srcOrd="0" destOrd="0" presId="urn:microsoft.com/office/officeart/2018/2/layout/IconCircleList"/>
    <dgm:cxn modelId="{7D106A72-AB9F-4DB0-86E7-0E16BAA8CD8D}" type="presOf" srcId="{20E6290A-37AE-4E94-88B3-FBEA423D5B04}" destId="{7A2EB919-6173-429D-86E4-6F81986A2774}" srcOrd="0" destOrd="0" presId="urn:microsoft.com/office/officeart/2018/2/layout/IconCircleList"/>
    <dgm:cxn modelId="{869FFA78-81BB-47DF-859E-F9D1578A4938}" srcId="{919B8594-C72E-4689-8091-04F745AE14F0}" destId="{3AA2B8EB-E9B7-4E19-9D73-9B516174659C}" srcOrd="0" destOrd="0" parTransId="{7C2591FB-A981-45C4-BB9E-9330FB5343F7}" sibTransId="{182C5F63-2799-4D63-BDC2-F835A350DABF}"/>
    <dgm:cxn modelId="{FFE56382-3C61-4DE2-B01A-B812A00FAC7C}" srcId="{919B8594-C72E-4689-8091-04F745AE14F0}" destId="{4175E31F-84E9-47F9-B96D-4D493B46A025}" srcOrd="3" destOrd="0" parTransId="{6E370B58-7864-41F9-A0E1-8729F3D9B514}" sibTransId="{4CC0351D-21A2-4F88-A69D-DA69CF643653}"/>
    <dgm:cxn modelId="{03DA9886-7A26-44FA-BE10-4201DCB4D620}" type="presOf" srcId="{182C5F63-2799-4D63-BDC2-F835A350DABF}" destId="{E791430C-BCEE-4E84-A2A9-A45C53A8933E}" srcOrd="0" destOrd="0" presId="urn:microsoft.com/office/officeart/2018/2/layout/IconCircleList"/>
    <dgm:cxn modelId="{FF8C508D-6DD3-47D7-8F1F-290777C71389}" type="presOf" srcId="{2671D7F2-38B0-4E46-963E-40CF1B894294}" destId="{A93FE964-4E58-49B7-A606-5598B3D1DCE9}" srcOrd="0" destOrd="0" presId="urn:microsoft.com/office/officeart/2018/2/layout/IconCircleList"/>
    <dgm:cxn modelId="{6B60D38E-17AB-4560-88B7-897E2A8200A7}" srcId="{919B8594-C72E-4689-8091-04F745AE14F0}" destId="{2FBB7332-3D81-4C1E-91E6-FF708AEBEDAE}" srcOrd="2" destOrd="0" parTransId="{4590933F-9219-48DC-B801-0C5F8A17959A}" sibTransId="{2671D7F2-38B0-4E46-963E-40CF1B894294}"/>
    <dgm:cxn modelId="{010EDA9D-DC39-4DF9-9A24-8ECB5BCDA17A}" srcId="{919B8594-C72E-4689-8091-04F745AE14F0}" destId="{6EDE26F4-C199-4DE0-88EE-57E92487626C}" srcOrd="1" destOrd="0" parTransId="{0956F984-9C17-448B-B999-830E55E03172}" sibTransId="{20E6290A-37AE-4E94-88B3-FBEA423D5B04}"/>
    <dgm:cxn modelId="{C99544C4-0CCB-4F70-8A28-617662C473E0}" type="presOf" srcId="{4175E31F-84E9-47F9-B96D-4D493B46A025}" destId="{8A289EF3-B0E8-4192-AC24-D80980453CD2}" srcOrd="0" destOrd="0" presId="urn:microsoft.com/office/officeart/2018/2/layout/IconCircleList"/>
    <dgm:cxn modelId="{C41370DA-40C5-4799-AE6B-EB577E6029BB}" type="presOf" srcId="{2FBB7332-3D81-4C1E-91E6-FF708AEBEDAE}" destId="{E161197A-E7A6-44DB-B9DC-71F4F7ED0F09}" srcOrd="0" destOrd="0" presId="urn:microsoft.com/office/officeart/2018/2/layout/IconCircleList"/>
    <dgm:cxn modelId="{D0613441-3EB5-4890-884D-0B6C71F2531B}" type="presParOf" srcId="{E762155C-1149-45EF-B76B-D6CEF18BA874}" destId="{EF82AD06-3268-40BC-A6DE-D110BCF4FBCD}" srcOrd="0" destOrd="0" presId="urn:microsoft.com/office/officeart/2018/2/layout/IconCircleList"/>
    <dgm:cxn modelId="{0E4DF7A8-A77C-45D6-9505-58D840F769B2}" type="presParOf" srcId="{EF82AD06-3268-40BC-A6DE-D110BCF4FBCD}" destId="{9650C55C-68BF-4A97-86A8-CFA28A370091}" srcOrd="0" destOrd="0" presId="urn:microsoft.com/office/officeart/2018/2/layout/IconCircleList"/>
    <dgm:cxn modelId="{6FD6606C-7C70-4331-99E6-FE80F6B16339}" type="presParOf" srcId="{9650C55C-68BF-4A97-86A8-CFA28A370091}" destId="{B2CCBD92-2114-4E9B-8D16-D54F51AF7827}" srcOrd="0" destOrd="0" presId="urn:microsoft.com/office/officeart/2018/2/layout/IconCircleList"/>
    <dgm:cxn modelId="{4ECBD46C-2A87-4EBB-8F5F-697601D2593A}" type="presParOf" srcId="{9650C55C-68BF-4A97-86A8-CFA28A370091}" destId="{F1ABECD5-E9FF-4AF4-8F8F-374C0F72E6A6}" srcOrd="1" destOrd="0" presId="urn:microsoft.com/office/officeart/2018/2/layout/IconCircleList"/>
    <dgm:cxn modelId="{A0118845-AD46-4BBD-A19A-AC1675012BC4}" type="presParOf" srcId="{9650C55C-68BF-4A97-86A8-CFA28A370091}" destId="{431B59AC-044D-446F-A04C-B226DF30B909}" srcOrd="2" destOrd="0" presId="urn:microsoft.com/office/officeart/2018/2/layout/IconCircleList"/>
    <dgm:cxn modelId="{CE83BF7D-0B7C-48E2-8F93-34AFEA970BBE}" type="presParOf" srcId="{9650C55C-68BF-4A97-86A8-CFA28A370091}" destId="{66596DB3-6AD8-460E-9952-4EACF3C6AED8}" srcOrd="3" destOrd="0" presId="urn:microsoft.com/office/officeart/2018/2/layout/IconCircleList"/>
    <dgm:cxn modelId="{5C6F9D1A-32F5-40CA-A4F6-0517940F99D1}" type="presParOf" srcId="{EF82AD06-3268-40BC-A6DE-D110BCF4FBCD}" destId="{E791430C-BCEE-4E84-A2A9-A45C53A8933E}" srcOrd="1" destOrd="0" presId="urn:microsoft.com/office/officeart/2018/2/layout/IconCircleList"/>
    <dgm:cxn modelId="{74BFFB07-C98C-4BDD-BC59-45D5F3846833}" type="presParOf" srcId="{EF82AD06-3268-40BC-A6DE-D110BCF4FBCD}" destId="{D209F445-9C2F-4871-803B-92F0DEA53FE8}" srcOrd="2" destOrd="0" presId="urn:microsoft.com/office/officeart/2018/2/layout/IconCircleList"/>
    <dgm:cxn modelId="{76B7F324-C751-41CA-B6DB-70D8D9882A67}" type="presParOf" srcId="{D209F445-9C2F-4871-803B-92F0DEA53FE8}" destId="{F3B6E11F-5AD5-4D43-80CE-1A0624E77482}" srcOrd="0" destOrd="0" presId="urn:microsoft.com/office/officeart/2018/2/layout/IconCircleList"/>
    <dgm:cxn modelId="{35F1CC20-3D04-4A22-ABA9-95642051AB02}" type="presParOf" srcId="{D209F445-9C2F-4871-803B-92F0DEA53FE8}" destId="{49C51D62-7194-46FD-ACA9-911C7107F50A}" srcOrd="1" destOrd="0" presId="urn:microsoft.com/office/officeart/2018/2/layout/IconCircleList"/>
    <dgm:cxn modelId="{41D6A101-C6FF-42B8-9FDD-5A14C4914791}" type="presParOf" srcId="{D209F445-9C2F-4871-803B-92F0DEA53FE8}" destId="{B2D57721-CA58-4FDB-A789-72F63284B1F9}" srcOrd="2" destOrd="0" presId="urn:microsoft.com/office/officeart/2018/2/layout/IconCircleList"/>
    <dgm:cxn modelId="{28BC3005-B389-4C04-9527-EF97ED3C097C}" type="presParOf" srcId="{D209F445-9C2F-4871-803B-92F0DEA53FE8}" destId="{55FFD05A-1AAA-4C3A-B5CB-581E9D757678}" srcOrd="3" destOrd="0" presId="urn:microsoft.com/office/officeart/2018/2/layout/IconCircleList"/>
    <dgm:cxn modelId="{A00C70DA-77CC-4B79-9EFE-92C99F5BBC8F}" type="presParOf" srcId="{EF82AD06-3268-40BC-A6DE-D110BCF4FBCD}" destId="{7A2EB919-6173-429D-86E4-6F81986A2774}" srcOrd="3" destOrd="0" presId="urn:microsoft.com/office/officeart/2018/2/layout/IconCircleList"/>
    <dgm:cxn modelId="{5CC342E6-02A0-4133-9ADB-DDA9D7302B3E}" type="presParOf" srcId="{EF82AD06-3268-40BC-A6DE-D110BCF4FBCD}" destId="{1D7ECB0D-4337-4F68-9193-59859CF6E65F}" srcOrd="4" destOrd="0" presId="urn:microsoft.com/office/officeart/2018/2/layout/IconCircleList"/>
    <dgm:cxn modelId="{0FE33BF7-0D38-4B55-859F-B03F4445394F}" type="presParOf" srcId="{1D7ECB0D-4337-4F68-9193-59859CF6E65F}" destId="{D7EB1F4E-FE8D-4538-BA7B-CEB057AC0E21}" srcOrd="0" destOrd="0" presId="urn:microsoft.com/office/officeart/2018/2/layout/IconCircleList"/>
    <dgm:cxn modelId="{9EBC2335-ABED-4082-8B3E-27B628A683E6}" type="presParOf" srcId="{1D7ECB0D-4337-4F68-9193-59859CF6E65F}" destId="{DF823155-D420-42D9-838D-78C813EC48E6}" srcOrd="1" destOrd="0" presId="urn:microsoft.com/office/officeart/2018/2/layout/IconCircleList"/>
    <dgm:cxn modelId="{700BB964-5364-475C-93F5-3B1EB046731E}" type="presParOf" srcId="{1D7ECB0D-4337-4F68-9193-59859CF6E65F}" destId="{15B48A62-5D82-41F3-89FB-57C2ED092566}" srcOrd="2" destOrd="0" presId="urn:microsoft.com/office/officeart/2018/2/layout/IconCircleList"/>
    <dgm:cxn modelId="{B028ACD2-943C-4EB1-9695-B94CE2C87DC5}" type="presParOf" srcId="{1D7ECB0D-4337-4F68-9193-59859CF6E65F}" destId="{E161197A-E7A6-44DB-B9DC-71F4F7ED0F09}" srcOrd="3" destOrd="0" presId="urn:microsoft.com/office/officeart/2018/2/layout/IconCircleList"/>
    <dgm:cxn modelId="{6691CFAD-8816-4EA4-9BF4-BDDF9A5059F2}" type="presParOf" srcId="{EF82AD06-3268-40BC-A6DE-D110BCF4FBCD}" destId="{A93FE964-4E58-49B7-A606-5598B3D1DCE9}" srcOrd="5" destOrd="0" presId="urn:microsoft.com/office/officeart/2018/2/layout/IconCircleList"/>
    <dgm:cxn modelId="{1C29362C-F9EB-43FF-A2E1-29C2157D1DC6}" type="presParOf" srcId="{EF82AD06-3268-40BC-A6DE-D110BCF4FBCD}" destId="{CAFA83AB-AB4A-4AD5-95ED-B8075C3E40C9}" srcOrd="6" destOrd="0" presId="urn:microsoft.com/office/officeart/2018/2/layout/IconCircleList"/>
    <dgm:cxn modelId="{6B89A4BA-61C2-4C3B-990B-43030DD1CE1E}" type="presParOf" srcId="{CAFA83AB-AB4A-4AD5-95ED-B8075C3E40C9}" destId="{59B87DFD-1AB8-43F3-B70C-325DEF6A932D}" srcOrd="0" destOrd="0" presId="urn:microsoft.com/office/officeart/2018/2/layout/IconCircleList"/>
    <dgm:cxn modelId="{CA2A6D04-253E-4ACA-BDB6-DA3DBA28362F}" type="presParOf" srcId="{CAFA83AB-AB4A-4AD5-95ED-B8075C3E40C9}" destId="{B4687470-6B05-4725-B575-9E11F22C3CED}" srcOrd="1" destOrd="0" presId="urn:microsoft.com/office/officeart/2018/2/layout/IconCircleList"/>
    <dgm:cxn modelId="{28DF2359-ECB7-4C1F-B376-E542CF121F25}" type="presParOf" srcId="{CAFA83AB-AB4A-4AD5-95ED-B8075C3E40C9}" destId="{81AC204A-0525-441E-A631-24589C17A349}" srcOrd="2" destOrd="0" presId="urn:microsoft.com/office/officeart/2018/2/layout/IconCircleList"/>
    <dgm:cxn modelId="{EE5DA639-774D-48B8-813C-2474DC8AD611}" type="presParOf" srcId="{CAFA83AB-AB4A-4AD5-95ED-B8075C3E40C9}" destId="{8A289EF3-B0E8-4192-AC24-D80980453CD2}"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6937AAF0-3C69-4512-AAD4-EEE6C9580573}"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818B2110-9EBD-4782-AE0F-EE7BDEE59B51}">
      <dgm:prSet/>
      <dgm:spPr/>
      <dgm:t>
        <a:bodyPr/>
        <a:lstStyle/>
        <a:p>
          <a:pPr>
            <a:lnSpc>
              <a:spcPct val="100000"/>
            </a:lnSpc>
          </a:pPr>
          <a:r>
            <a:rPr lang="en-US"/>
            <a:t>The ability to run multiple virtual networks with each having a separate control and data plan. </a:t>
          </a:r>
        </a:p>
      </dgm:t>
    </dgm:pt>
    <dgm:pt modelId="{5C1CAB4A-B034-450E-A79E-1E4C2AFA6423}" type="parTrans" cxnId="{306E1873-3C80-4A66-B8EA-B2904939C4E8}">
      <dgm:prSet/>
      <dgm:spPr/>
      <dgm:t>
        <a:bodyPr/>
        <a:lstStyle/>
        <a:p>
          <a:endParaRPr lang="en-US"/>
        </a:p>
      </dgm:t>
    </dgm:pt>
    <dgm:pt modelId="{21E871FF-1C4F-420A-96AD-139F403227A6}" type="sibTrans" cxnId="{306E1873-3C80-4A66-B8EA-B2904939C4E8}">
      <dgm:prSet/>
      <dgm:spPr/>
      <dgm:t>
        <a:bodyPr/>
        <a:lstStyle/>
        <a:p>
          <a:endParaRPr lang="en-US"/>
        </a:p>
      </dgm:t>
    </dgm:pt>
    <dgm:pt modelId="{2EAD01AA-30DE-4D4B-AC74-7D51B557A5DF}">
      <dgm:prSet/>
      <dgm:spPr/>
      <dgm:t>
        <a:bodyPr/>
        <a:lstStyle/>
        <a:p>
          <a:pPr>
            <a:lnSpc>
              <a:spcPct val="100000"/>
            </a:lnSpc>
          </a:pPr>
          <a:r>
            <a:rPr lang="en-US"/>
            <a:t>It co-exists together on top of one physical network. </a:t>
          </a:r>
        </a:p>
      </dgm:t>
    </dgm:pt>
    <dgm:pt modelId="{3E1CFC18-B027-48BD-B83C-672253941440}" type="parTrans" cxnId="{29B1D9F9-4610-45A2-9693-EBB23B320A8E}">
      <dgm:prSet/>
      <dgm:spPr/>
      <dgm:t>
        <a:bodyPr/>
        <a:lstStyle/>
        <a:p>
          <a:endParaRPr lang="en-US"/>
        </a:p>
      </dgm:t>
    </dgm:pt>
    <dgm:pt modelId="{586A3500-E59F-405E-BA89-75BEB226BC66}" type="sibTrans" cxnId="{29B1D9F9-4610-45A2-9693-EBB23B320A8E}">
      <dgm:prSet/>
      <dgm:spPr/>
      <dgm:t>
        <a:bodyPr/>
        <a:lstStyle/>
        <a:p>
          <a:endParaRPr lang="en-US"/>
        </a:p>
      </dgm:t>
    </dgm:pt>
    <dgm:pt modelId="{31E061CB-14E2-4CB5-8867-5B80730D9B29}">
      <dgm:prSet/>
      <dgm:spPr/>
      <dgm:t>
        <a:bodyPr/>
        <a:lstStyle/>
        <a:p>
          <a:pPr>
            <a:lnSpc>
              <a:spcPct val="100000"/>
            </a:lnSpc>
          </a:pPr>
          <a:r>
            <a:rPr lang="en-US"/>
            <a:t>It can be managed by individual parties that are potentially confidential to each other. </a:t>
          </a:r>
        </a:p>
      </dgm:t>
    </dgm:pt>
    <dgm:pt modelId="{B20ECCB6-B56F-4D1A-930F-B6113B297BF7}" type="parTrans" cxnId="{36C3FB48-B09F-4C5B-AAE6-3AF86094DCF0}">
      <dgm:prSet/>
      <dgm:spPr/>
      <dgm:t>
        <a:bodyPr/>
        <a:lstStyle/>
        <a:p>
          <a:endParaRPr lang="en-US"/>
        </a:p>
      </dgm:t>
    </dgm:pt>
    <dgm:pt modelId="{28EBBDEB-9F37-44C1-8DA1-ACEFDAED0176}" type="sibTrans" cxnId="{36C3FB48-B09F-4C5B-AAE6-3AF86094DCF0}">
      <dgm:prSet/>
      <dgm:spPr/>
      <dgm:t>
        <a:bodyPr/>
        <a:lstStyle/>
        <a:p>
          <a:endParaRPr lang="en-US"/>
        </a:p>
      </dgm:t>
    </dgm:pt>
    <dgm:pt modelId="{BA096B92-2989-43A1-8A9C-4DD987C3DC3E}">
      <dgm:prSet/>
      <dgm:spPr/>
      <dgm:t>
        <a:bodyPr/>
        <a:lstStyle/>
        <a:p>
          <a:pPr>
            <a:lnSpc>
              <a:spcPct val="100000"/>
            </a:lnSpc>
          </a:pPr>
          <a:r>
            <a:rPr lang="en-US"/>
            <a:t>Network virtualization provides a facility to create and provision virtual networks, logical switches, routers, firewalls, load balancers, VPNs, and workload security within days or even weeks. </a:t>
          </a:r>
        </a:p>
      </dgm:t>
    </dgm:pt>
    <dgm:pt modelId="{DC3AF5A5-07FA-4C1D-85AE-08DED7D976B8}" type="parTrans" cxnId="{1A5ACAE9-EA25-4808-B17E-8CB49A7291D6}">
      <dgm:prSet/>
      <dgm:spPr/>
      <dgm:t>
        <a:bodyPr/>
        <a:lstStyle/>
        <a:p>
          <a:endParaRPr lang="en-US"/>
        </a:p>
      </dgm:t>
    </dgm:pt>
    <dgm:pt modelId="{4D1B3B9C-64CB-45B3-B34A-4C86926137AC}" type="sibTrans" cxnId="{1A5ACAE9-EA25-4808-B17E-8CB49A7291D6}">
      <dgm:prSet/>
      <dgm:spPr/>
      <dgm:t>
        <a:bodyPr/>
        <a:lstStyle/>
        <a:p>
          <a:endParaRPr lang="en-US"/>
        </a:p>
      </dgm:t>
    </dgm:pt>
    <dgm:pt modelId="{F02A01E8-7C75-4D80-82DE-C5CEEC1A3A65}" type="pres">
      <dgm:prSet presAssocID="{6937AAF0-3C69-4512-AAD4-EEE6C9580573}" presName="root" presStyleCnt="0">
        <dgm:presLayoutVars>
          <dgm:dir/>
          <dgm:resizeHandles val="exact"/>
        </dgm:presLayoutVars>
      </dgm:prSet>
      <dgm:spPr/>
    </dgm:pt>
    <dgm:pt modelId="{30296C2E-36EF-4C00-AD77-0D346B2C898D}" type="pres">
      <dgm:prSet presAssocID="{818B2110-9EBD-4782-AE0F-EE7BDEE59B51}" presName="compNode" presStyleCnt="0"/>
      <dgm:spPr/>
    </dgm:pt>
    <dgm:pt modelId="{604957B8-003D-4E0E-94EA-86A4D9636EC4}" type="pres">
      <dgm:prSet presAssocID="{818B2110-9EBD-4782-AE0F-EE7BDEE59B51}" presName="bgRect" presStyleLbl="bgShp" presStyleIdx="0" presStyleCnt="4"/>
      <dgm:spPr/>
    </dgm:pt>
    <dgm:pt modelId="{BD917A37-55FB-427A-9D93-A31E6C954438}" type="pres">
      <dgm:prSet presAssocID="{818B2110-9EBD-4782-AE0F-EE7BDEE59B51}"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isconnected"/>
        </a:ext>
      </dgm:extLst>
    </dgm:pt>
    <dgm:pt modelId="{B234192B-81B2-488B-BB21-4CA6E808BFB3}" type="pres">
      <dgm:prSet presAssocID="{818B2110-9EBD-4782-AE0F-EE7BDEE59B51}" presName="spaceRect" presStyleCnt="0"/>
      <dgm:spPr/>
    </dgm:pt>
    <dgm:pt modelId="{FEE78D93-379D-4C29-A351-3F42EB7ED8A5}" type="pres">
      <dgm:prSet presAssocID="{818B2110-9EBD-4782-AE0F-EE7BDEE59B51}" presName="parTx" presStyleLbl="revTx" presStyleIdx="0" presStyleCnt="4">
        <dgm:presLayoutVars>
          <dgm:chMax val="0"/>
          <dgm:chPref val="0"/>
        </dgm:presLayoutVars>
      </dgm:prSet>
      <dgm:spPr/>
    </dgm:pt>
    <dgm:pt modelId="{CA22444D-E266-402D-AE8C-89245935DA02}" type="pres">
      <dgm:prSet presAssocID="{21E871FF-1C4F-420A-96AD-139F403227A6}" presName="sibTrans" presStyleCnt="0"/>
      <dgm:spPr/>
    </dgm:pt>
    <dgm:pt modelId="{D16E30A5-2DA5-439D-A995-3BF6D84853EE}" type="pres">
      <dgm:prSet presAssocID="{2EAD01AA-30DE-4D4B-AC74-7D51B557A5DF}" presName="compNode" presStyleCnt="0"/>
      <dgm:spPr/>
    </dgm:pt>
    <dgm:pt modelId="{23C152BF-8FC8-4611-AE03-A5A5F2A2CECF}" type="pres">
      <dgm:prSet presAssocID="{2EAD01AA-30DE-4D4B-AC74-7D51B557A5DF}" presName="bgRect" presStyleLbl="bgShp" presStyleIdx="1" presStyleCnt="4"/>
      <dgm:spPr/>
    </dgm:pt>
    <dgm:pt modelId="{D752A167-8D0C-4180-A7F4-F5347B93ED42}" type="pres">
      <dgm:prSet presAssocID="{2EAD01AA-30DE-4D4B-AC74-7D51B557A5D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ocial Network"/>
        </a:ext>
      </dgm:extLst>
    </dgm:pt>
    <dgm:pt modelId="{A194CD14-C464-4DFB-9DE6-22637BA19213}" type="pres">
      <dgm:prSet presAssocID="{2EAD01AA-30DE-4D4B-AC74-7D51B557A5DF}" presName="spaceRect" presStyleCnt="0"/>
      <dgm:spPr/>
    </dgm:pt>
    <dgm:pt modelId="{F0B8A733-410D-4B5C-95E8-446D7BC927C5}" type="pres">
      <dgm:prSet presAssocID="{2EAD01AA-30DE-4D4B-AC74-7D51B557A5DF}" presName="parTx" presStyleLbl="revTx" presStyleIdx="1" presStyleCnt="4">
        <dgm:presLayoutVars>
          <dgm:chMax val="0"/>
          <dgm:chPref val="0"/>
        </dgm:presLayoutVars>
      </dgm:prSet>
      <dgm:spPr/>
    </dgm:pt>
    <dgm:pt modelId="{F5B799A7-B814-4DAA-A4F4-91D9CBA8F75E}" type="pres">
      <dgm:prSet presAssocID="{586A3500-E59F-405E-BA89-75BEB226BC66}" presName="sibTrans" presStyleCnt="0"/>
      <dgm:spPr/>
    </dgm:pt>
    <dgm:pt modelId="{B1EBD1B1-F789-4A3D-AA1C-C626215C81B3}" type="pres">
      <dgm:prSet presAssocID="{31E061CB-14E2-4CB5-8867-5B80730D9B29}" presName="compNode" presStyleCnt="0"/>
      <dgm:spPr/>
    </dgm:pt>
    <dgm:pt modelId="{EB6642E7-17C2-4E5C-9AB6-D7947C8F0910}" type="pres">
      <dgm:prSet presAssocID="{31E061CB-14E2-4CB5-8867-5B80730D9B29}" presName="bgRect" presStyleLbl="bgShp" presStyleIdx="2" presStyleCnt="4"/>
      <dgm:spPr/>
    </dgm:pt>
    <dgm:pt modelId="{54009A77-5215-42B8-A42F-28810572D559}" type="pres">
      <dgm:prSet presAssocID="{31E061CB-14E2-4CB5-8867-5B80730D9B2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ycle with People"/>
        </a:ext>
      </dgm:extLst>
    </dgm:pt>
    <dgm:pt modelId="{4690328A-5742-404F-82DF-D6A72BDEF6B9}" type="pres">
      <dgm:prSet presAssocID="{31E061CB-14E2-4CB5-8867-5B80730D9B29}" presName="spaceRect" presStyleCnt="0"/>
      <dgm:spPr/>
    </dgm:pt>
    <dgm:pt modelId="{B2227C0E-C788-4905-8677-A731D11F5DAA}" type="pres">
      <dgm:prSet presAssocID="{31E061CB-14E2-4CB5-8867-5B80730D9B29}" presName="parTx" presStyleLbl="revTx" presStyleIdx="2" presStyleCnt="4">
        <dgm:presLayoutVars>
          <dgm:chMax val="0"/>
          <dgm:chPref val="0"/>
        </dgm:presLayoutVars>
      </dgm:prSet>
      <dgm:spPr/>
    </dgm:pt>
    <dgm:pt modelId="{8A25B465-2E7B-461A-83DC-2134DAA86F8C}" type="pres">
      <dgm:prSet presAssocID="{28EBBDEB-9F37-44C1-8DA1-ACEFDAED0176}" presName="sibTrans" presStyleCnt="0"/>
      <dgm:spPr/>
    </dgm:pt>
    <dgm:pt modelId="{146C8569-1313-464D-940A-040B5A46ACB7}" type="pres">
      <dgm:prSet presAssocID="{BA096B92-2989-43A1-8A9C-4DD987C3DC3E}" presName="compNode" presStyleCnt="0"/>
      <dgm:spPr/>
    </dgm:pt>
    <dgm:pt modelId="{D6A0E405-037B-437C-98AB-56CE0CA91626}" type="pres">
      <dgm:prSet presAssocID="{BA096B92-2989-43A1-8A9C-4DD987C3DC3E}" presName="bgRect" presStyleLbl="bgShp" presStyleIdx="3" presStyleCnt="4"/>
      <dgm:spPr/>
    </dgm:pt>
    <dgm:pt modelId="{F611BED6-F950-48DD-824F-89D02F0912AD}" type="pres">
      <dgm:prSet presAssocID="{BA096B92-2989-43A1-8A9C-4DD987C3DC3E}"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Server"/>
        </a:ext>
      </dgm:extLst>
    </dgm:pt>
    <dgm:pt modelId="{3E21A4D1-0B76-4850-BA83-88EEC1A61A16}" type="pres">
      <dgm:prSet presAssocID="{BA096B92-2989-43A1-8A9C-4DD987C3DC3E}" presName="spaceRect" presStyleCnt="0"/>
      <dgm:spPr/>
    </dgm:pt>
    <dgm:pt modelId="{5B20D7FD-900B-43A0-AF56-C926621D4449}" type="pres">
      <dgm:prSet presAssocID="{BA096B92-2989-43A1-8A9C-4DD987C3DC3E}" presName="parTx" presStyleLbl="revTx" presStyleIdx="3" presStyleCnt="4">
        <dgm:presLayoutVars>
          <dgm:chMax val="0"/>
          <dgm:chPref val="0"/>
        </dgm:presLayoutVars>
      </dgm:prSet>
      <dgm:spPr/>
    </dgm:pt>
  </dgm:ptLst>
  <dgm:cxnLst>
    <dgm:cxn modelId="{D86F6C07-AD49-43C5-8BD5-EDA561F628D2}" type="presOf" srcId="{2EAD01AA-30DE-4D4B-AC74-7D51B557A5DF}" destId="{F0B8A733-410D-4B5C-95E8-446D7BC927C5}" srcOrd="0" destOrd="0" presId="urn:microsoft.com/office/officeart/2018/2/layout/IconVerticalSolidList"/>
    <dgm:cxn modelId="{50EDF713-1C45-4811-B93B-9B695D86FD70}" type="presOf" srcId="{818B2110-9EBD-4782-AE0F-EE7BDEE59B51}" destId="{FEE78D93-379D-4C29-A351-3F42EB7ED8A5}" srcOrd="0" destOrd="0" presId="urn:microsoft.com/office/officeart/2018/2/layout/IconVerticalSolidList"/>
    <dgm:cxn modelId="{36C3FB48-B09F-4C5B-AAE6-3AF86094DCF0}" srcId="{6937AAF0-3C69-4512-AAD4-EEE6C9580573}" destId="{31E061CB-14E2-4CB5-8867-5B80730D9B29}" srcOrd="2" destOrd="0" parTransId="{B20ECCB6-B56F-4D1A-930F-B6113B297BF7}" sibTransId="{28EBBDEB-9F37-44C1-8DA1-ACEFDAED0176}"/>
    <dgm:cxn modelId="{C5B4004A-9BAE-4D06-BDAF-E12B258E77B9}" type="presOf" srcId="{6937AAF0-3C69-4512-AAD4-EEE6C9580573}" destId="{F02A01E8-7C75-4D80-82DE-C5CEEC1A3A65}" srcOrd="0" destOrd="0" presId="urn:microsoft.com/office/officeart/2018/2/layout/IconVerticalSolidList"/>
    <dgm:cxn modelId="{306E1873-3C80-4A66-B8EA-B2904939C4E8}" srcId="{6937AAF0-3C69-4512-AAD4-EEE6C9580573}" destId="{818B2110-9EBD-4782-AE0F-EE7BDEE59B51}" srcOrd="0" destOrd="0" parTransId="{5C1CAB4A-B034-450E-A79E-1E4C2AFA6423}" sibTransId="{21E871FF-1C4F-420A-96AD-139F403227A6}"/>
    <dgm:cxn modelId="{1A5ACAE9-EA25-4808-B17E-8CB49A7291D6}" srcId="{6937AAF0-3C69-4512-AAD4-EEE6C9580573}" destId="{BA096B92-2989-43A1-8A9C-4DD987C3DC3E}" srcOrd="3" destOrd="0" parTransId="{DC3AF5A5-07FA-4C1D-85AE-08DED7D976B8}" sibTransId="{4D1B3B9C-64CB-45B3-B34A-4C86926137AC}"/>
    <dgm:cxn modelId="{F0D00BEF-AF58-40F2-B49F-1FCF358ED2AA}" type="presOf" srcId="{BA096B92-2989-43A1-8A9C-4DD987C3DC3E}" destId="{5B20D7FD-900B-43A0-AF56-C926621D4449}" srcOrd="0" destOrd="0" presId="urn:microsoft.com/office/officeart/2018/2/layout/IconVerticalSolidList"/>
    <dgm:cxn modelId="{EFC8A9F1-331E-40C8-89C0-448DE3AA2BD5}" type="presOf" srcId="{31E061CB-14E2-4CB5-8867-5B80730D9B29}" destId="{B2227C0E-C788-4905-8677-A731D11F5DAA}" srcOrd="0" destOrd="0" presId="urn:microsoft.com/office/officeart/2018/2/layout/IconVerticalSolidList"/>
    <dgm:cxn modelId="{29B1D9F9-4610-45A2-9693-EBB23B320A8E}" srcId="{6937AAF0-3C69-4512-AAD4-EEE6C9580573}" destId="{2EAD01AA-30DE-4D4B-AC74-7D51B557A5DF}" srcOrd="1" destOrd="0" parTransId="{3E1CFC18-B027-48BD-B83C-672253941440}" sibTransId="{586A3500-E59F-405E-BA89-75BEB226BC66}"/>
    <dgm:cxn modelId="{36BA0FB8-17E3-49F6-B390-CFEE75E378CC}" type="presParOf" srcId="{F02A01E8-7C75-4D80-82DE-C5CEEC1A3A65}" destId="{30296C2E-36EF-4C00-AD77-0D346B2C898D}" srcOrd="0" destOrd="0" presId="urn:microsoft.com/office/officeart/2018/2/layout/IconVerticalSolidList"/>
    <dgm:cxn modelId="{75DB1EFC-6880-4D25-B9C4-A2D9ED628EBC}" type="presParOf" srcId="{30296C2E-36EF-4C00-AD77-0D346B2C898D}" destId="{604957B8-003D-4E0E-94EA-86A4D9636EC4}" srcOrd="0" destOrd="0" presId="urn:microsoft.com/office/officeart/2018/2/layout/IconVerticalSolidList"/>
    <dgm:cxn modelId="{C61F002F-ACA5-4AD7-AA3F-DF72B504CAE2}" type="presParOf" srcId="{30296C2E-36EF-4C00-AD77-0D346B2C898D}" destId="{BD917A37-55FB-427A-9D93-A31E6C954438}" srcOrd="1" destOrd="0" presId="urn:microsoft.com/office/officeart/2018/2/layout/IconVerticalSolidList"/>
    <dgm:cxn modelId="{D46370FB-3CA3-4166-B73C-22146CAE1AA9}" type="presParOf" srcId="{30296C2E-36EF-4C00-AD77-0D346B2C898D}" destId="{B234192B-81B2-488B-BB21-4CA6E808BFB3}" srcOrd="2" destOrd="0" presId="urn:microsoft.com/office/officeart/2018/2/layout/IconVerticalSolidList"/>
    <dgm:cxn modelId="{845829E1-5936-4736-BF7E-B707F7AA4CC2}" type="presParOf" srcId="{30296C2E-36EF-4C00-AD77-0D346B2C898D}" destId="{FEE78D93-379D-4C29-A351-3F42EB7ED8A5}" srcOrd="3" destOrd="0" presId="urn:microsoft.com/office/officeart/2018/2/layout/IconVerticalSolidList"/>
    <dgm:cxn modelId="{BC4C5992-1112-41F5-9C39-59EE12AC2849}" type="presParOf" srcId="{F02A01E8-7C75-4D80-82DE-C5CEEC1A3A65}" destId="{CA22444D-E266-402D-AE8C-89245935DA02}" srcOrd="1" destOrd="0" presId="urn:microsoft.com/office/officeart/2018/2/layout/IconVerticalSolidList"/>
    <dgm:cxn modelId="{9FCFE9EF-CBBB-45D3-AB6D-9751BB65B790}" type="presParOf" srcId="{F02A01E8-7C75-4D80-82DE-C5CEEC1A3A65}" destId="{D16E30A5-2DA5-439D-A995-3BF6D84853EE}" srcOrd="2" destOrd="0" presId="urn:microsoft.com/office/officeart/2018/2/layout/IconVerticalSolidList"/>
    <dgm:cxn modelId="{CF568887-C9BB-430C-8A2F-61FE6CD2E16F}" type="presParOf" srcId="{D16E30A5-2DA5-439D-A995-3BF6D84853EE}" destId="{23C152BF-8FC8-4611-AE03-A5A5F2A2CECF}" srcOrd="0" destOrd="0" presId="urn:microsoft.com/office/officeart/2018/2/layout/IconVerticalSolidList"/>
    <dgm:cxn modelId="{B36B0A7C-5A78-4621-B1C1-6EFF5B6E55FF}" type="presParOf" srcId="{D16E30A5-2DA5-439D-A995-3BF6D84853EE}" destId="{D752A167-8D0C-4180-A7F4-F5347B93ED42}" srcOrd="1" destOrd="0" presId="urn:microsoft.com/office/officeart/2018/2/layout/IconVerticalSolidList"/>
    <dgm:cxn modelId="{B62470CC-2C8F-46D4-BABD-7EEE8C1D5349}" type="presParOf" srcId="{D16E30A5-2DA5-439D-A995-3BF6D84853EE}" destId="{A194CD14-C464-4DFB-9DE6-22637BA19213}" srcOrd="2" destOrd="0" presId="urn:microsoft.com/office/officeart/2018/2/layout/IconVerticalSolidList"/>
    <dgm:cxn modelId="{0553DB93-F3E6-488E-BB4A-D4B48DFAA2BF}" type="presParOf" srcId="{D16E30A5-2DA5-439D-A995-3BF6D84853EE}" destId="{F0B8A733-410D-4B5C-95E8-446D7BC927C5}" srcOrd="3" destOrd="0" presId="urn:microsoft.com/office/officeart/2018/2/layout/IconVerticalSolidList"/>
    <dgm:cxn modelId="{2246123F-A90D-4DBB-A2E0-6444CDBD3CC0}" type="presParOf" srcId="{F02A01E8-7C75-4D80-82DE-C5CEEC1A3A65}" destId="{F5B799A7-B814-4DAA-A4F4-91D9CBA8F75E}" srcOrd="3" destOrd="0" presId="urn:microsoft.com/office/officeart/2018/2/layout/IconVerticalSolidList"/>
    <dgm:cxn modelId="{6BB81A4D-60AD-4170-AF00-6ED29FA6F7BE}" type="presParOf" srcId="{F02A01E8-7C75-4D80-82DE-C5CEEC1A3A65}" destId="{B1EBD1B1-F789-4A3D-AA1C-C626215C81B3}" srcOrd="4" destOrd="0" presId="urn:microsoft.com/office/officeart/2018/2/layout/IconVerticalSolidList"/>
    <dgm:cxn modelId="{621BB993-AB11-4D77-994D-0DAA95BA7D28}" type="presParOf" srcId="{B1EBD1B1-F789-4A3D-AA1C-C626215C81B3}" destId="{EB6642E7-17C2-4E5C-9AB6-D7947C8F0910}" srcOrd="0" destOrd="0" presId="urn:microsoft.com/office/officeart/2018/2/layout/IconVerticalSolidList"/>
    <dgm:cxn modelId="{3264A3B3-D161-4192-AA95-7A65356FA0B9}" type="presParOf" srcId="{B1EBD1B1-F789-4A3D-AA1C-C626215C81B3}" destId="{54009A77-5215-42B8-A42F-28810572D559}" srcOrd="1" destOrd="0" presId="urn:microsoft.com/office/officeart/2018/2/layout/IconVerticalSolidList"/>
    <dgm:cxn modelId="{01A071B4-9D56-46BD-8C22-E0073134AE59}" type="presParOf" srcId="{B1EBD1B1-F789-4A3D-AA1C-C626215C81B3}" destId="{4690328A-5742-404F-82DF-D6A72BDEF6B9}" srcOrd="2" destOrd="0" presId="urn:microsoft.com/office/officeart/2018/2/layout/IconVerticalSolidList"/>
    <dgm:cxn modelId="{3896274D-0988-48E2-B90E-FCEA827BFE05}" type="presParOf" srcId="{B1EBD1B1-F789-4A3D-AA1C-C626215C81B3}" destId="{B2227C0E-C788-4905-8677-A731D11F5DAA}" srcOrd="3" destOrd="0" presId="urn:microsoft.com/office/officeart/2018/2/layout/IconVerticalSolidList"/>
    <dgm:cxn modelId="{E2827B01-373B-4F4A-8384-4862C97E4FAA}" type="presParOf" srcId="{F02A01E8-7C75-4D80-82DE-C5CEEC1A3A65}" destId="{8A25B465-2E7B-461A-83DC-2134DAA86F8C}" srcOrd="5" destOrd="0" presId="urn:microsoft.com/office/officeart/2018/2/layout/IconVerticalSolidList"/>
    <dgm:cxn modelId="{EE397F7B-F5C1-48AD-B191-E89E7B6620C3}" type="presParOf" srcId="{F02A01E8-7C75-4D80-82DE-C5CEEC1A3A65}" destId="{146C8569-1313-464D-940A-040B5A46ACB7}" srcOrd="6" destOrd="0" presId="urn:microsoft.com/office/officeart/2018/2/layout/IconVerticalSolidList"/>
    <dgm:cxn modelId="{1ED632B2-16DD-4F12-833A-55775B107519}" type="presParOf" srcId="{146C8569-1313-464D-940A-040B5A46ACB7}" destId="{D6A0E405-037B-437C-98AB-56CE0CA91626}" srcOrd="0" destOrd="0" presId="urn:microsoft.com/office/officeart/2018/2/layout/IconVerticalSolidList"/>
    <dgm:cxn modelId="{04C87ED4-C26F-4902-9D15-05082E451F3F}" type="presParOf" srcId="{146C8569-1313-464D-940A-040B5A46ACB7}" destId="{F611BED6-F950-48DD-824F-89D02F0912AD}" srcOrd="1" destOrd="0" presId="urn:microsoft.com/office/officeart/2018/2/layout/IconVerticalSolidList"/>
    <dgm:cxn modelId="{9839FC70-AFA2-4884-AF20-3687B6732D5B}" type="presParOf" srcId="{146C8569-1313-464D-940A-040B5A46ACB7}" destId="{3E21A4D1-0B76-4850-BA83-88EEC1A61A16}" srcOrd="2" destOrd="0" presId="urn:microsoft.com/office/officeart/2018/2/layout/IconVerticalSolidList"/>
    <dgm:cxn modelId="{1F8CBAF0-D457-4F81-8618-9641FAE89823}" type="presParOf" srcId="{146C8569-1313-464D-940A-040B5A46ACB7}" destId="{5B20D7FD-900B-43A0-AF56-C926621D444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4ADD8B7E-88DD-48F5-A52F-68C1003BA8D8}" type="doc">
      <dgm:prSet loTypeId="urn:microsoft.com/office/officeart/2005/8/layout/process4" loCatId="process" qsTypeId="urn:microsoft.com/office/officeart/2005/8/quickstyle/simple1" qsCatId="simple" csTypeId="urn:microsoft.com/office/officeart/2005/8/colors/colorful2" csCatId="colorful"/>
      <dgm:spPr/>
      <dgm:t>
        <a:bodyPr/>
        <a:lstStyle/>
        <a:p>
          <a:endParaRPr lang="en-US"/>
        </a:p>
      </dgm:t>
    </dgm:pt>
    <dgm:pt modelId="{B0E73368-84FD-4F57-A474-B3CA6212BF70}">
      <dgm:prSet/>
      <dgm:spPr/>
      <dgm:t>
        <a:bodyPr/>
        <a:lstStyle/>
        <a:p>
          <a:r>
            <a:rPr lang="en-US" b="0" i="0"/>
            <a:t>An organization with offices in multiple locations can have several different network technologies working together for its enterprise network. </a:t>
          </a:r>
          <a:endParaRPr lang="en-US"/>
        </a:p>
      </dgm:t>
    </dgm:pt>
    <dgm:pt modelId="{EB2820AD-4152-40A5-A361-CD4B6DA6A0A5}" type="parTrans" cxnId="{B4C7C757-8C58-44DD-81EB-A220A534C6E2}">
      <dgm:prSet/>
      <dgm:spPr/>
      <dgm:t>
        <a:bodyPr/>
        <a:lstStyle/>
        <a:p>
          <a:endParaRPr lang="en-US"/>
        </a:p>
      </dgm:t>
    </dgm:pt>
    <dgm:pt modelId="{0BCA8C3B-847D-4556-8BFE-F6E657250C6E}" type="sibTrans" cxnId="{B4C7C757-8C58-44DD-81EB-A220A534C6E2}">
      <dgm:prSet/>
      <dgm:spPr/>
      <dgm:t>
        <a:bodyPr/>
        <a:lstStyle/>
        <a:p>
          <a:endParaRPr lang="en-US"/>
        </a:p>
      </dgm:t>
    </dgm:pt>
    <dgm:pt modelId="{C24FDECB-F465-4E23-B15F-51F29F7EB8E5}">
      <dgm:prSet/>
      <dgm:spPr/>
      <dgm:t>
        <a:bodyPr/>
        <a:lstStyle/>
        <a:p>
          <a:r>
            <a:rPr lang="en-US" b="0" i="0"/>
            <a:t>Network virtualization combines these network resources to centralize administrative tasks. </a:t>
          </a:r>
          <a:endParaRPr lang="en-US"/>
        </a:p>
      </dgm:t>
    </dgm:pt>
    <dgm:pt modelId="{0B030B6B-9980-4AE1-A294-0B8C01911F13}" type="parTrans" cxnId="{31DCD372-F7D1-4C80-AEAD-712003738C93}">
      <dgm:prSet/>
      <dgm:spPr/>
      <dgm:t>
        <a:bodyPr/>
        <a:lstStyle/>
        <a:p>
          <a:endParaRPr lang="en-US"/>
        </a:p>
      </dgm:t>
    </dgm:pt>
    <dgm:pt modelId="{0FCD81DF-9B19-4833-BF2E-8AB287F77BAE}" type="sibTrans" cxnId="{31DCD372-F7D1-4C80-AEAD-712003738C93}">
      <dgm:prSet/>
      <dgm:spPr/>
      <dgm:t>
        <a:bodyPr/>
        <a:lstStyle/>
        <a:p>
          <a:endParaRPr lang="en-US"/>
        </a:p>
      </dgm:t>
    </dgm:pt>
    <dgm:pt modelId="{E9EB859F-D5CA-475C-B923-3B194BD8F6C0}">
      <dgm:prSet/>
      <dgm:spPr/>
      <dgm:t>
        <a:bodyPr/>
        <a:lstStyle/>
        <a:p>
          <a:r>
            <a:rPr lang="en-US" b="0" i="0"/>
            <a:t>Administrators can adjust and control these elements virtually without touching the physical components</a:t>
          </a:r>
          <a:endParaRPr lang="en-US"/>
        </a:p>
      </dgm:t>
    </dgm:pt>
    <dgm:pt modelId="{1E6FE43A-A439-4495-B1B8-E841B4123B9C}" type="parTrans" cxnId="{5BC9E84D-7A12-425C-B4B9-B3936030D936}">
      <dgm:prSet/>
      <dgm:spPr/>
      <dgm:t>
        <a:bodyPr/>
        <a:lstStyle/>
        <a:p>
          <a:endParaRPr lang="en-US"/>
        </a:p>
      </dgm:t>
    </dgm:pt>
    <dgm:pt modelId="{6521F634-078D-4E1B-9D4D-9ABE10019428}" type="sibTrans" cxnId="{5BC9E84D-7A12-425C-B4B9-B3936030D936}">
      <dgm:prSet/>
      <dgm:spPr/>
      <dgm:t>
        <a:bodyPr/>
        <a:lstStyle/>
        <a:p>
          <a:endParaRPr lang="en-US"/>
        </a:p>
      </dgm:t>
    </dgm:pt>
    <dgm:pt modelId="{3FB098FC-FA2C-4A51-A7B6-48D0D776E452}" type="pres">
      <dgm:prSet presAssocID="{4ADD8B7E-88DD-48F5-A52F-68C1003BA8D8}" presName="Name0" presStyleCnt="0">
        <dgm:presLayoutVars>
          <dgm:dir/>
          <dgm:animLvl val="lvl"/>
          <dgm:resizeHandles val="exact"/>
        </dgm:presLayoutVars>
      </dgm:prSet>
      <dgm:spPr/>
    </dgm:pt>
    <dgm:pt modelId="{B2B18FD7-ABFD-4D42-BACD-5756299E00CB}" type="pres">
      <dgm:prSet presAssocID="{E9EB859F-D5CA-475C-B923-3B194BD8F6C0}" presName="boxAndChildren" presStyleCnt="0"/>
      <dgm:spPr/>
    </dgm:pt>
    <dgm:pt modelId="{CC476B10-C13E-43BF-95CD-641D24D87A1C}" type="pres">
      <dgm:prSet presAssocID="{E9EB859F-D5CA-475C-B923-3B194BD8F6C0}" presName="parentTextBox" presStyleLbl="node1" presStyleIdx="0" presStyleCnt="3"/>
      <dgm:spPr/>
    </dgm:pt>
    <dgm:pt modelId="{152277B1-0F83-4137-A1F7-86FC3D95730E}" type="pres">
      <dgm:prSet presAssocID="{0FCD81DF-9B19-4833-BF2E-8AB287F77BAE}" presName="sp" presStyleCnt="0"/>
      <dgm:spPr/>
    </dgm:pt>
    <dgm:pt modelId="{ECF60386-E31D-47B5-8FD8-189BAB9535D6}" type="pres">
      <dgm:prSet presAssocID="{C24FDECB-F465-4E23-B15F-51F29F7EB8E5}" presName="arrowAndChildren" presStyleCnt="0"/>
      <dgm:spPr/>
    </dgm:pt>
    <dgm:pt modelId="{55484393-6071-4067-AC57-2D4D3C1D544E}" type="pres">
      <dgm:prSet presAssocID="{C24FDECB-F465-4E23-B15F-51F29F7EB8E5}" presName="parentTextArrow" presStyleLbl="node1" presStyleIdx="1" presStyleCnt="3"/>
      <dgm:spPr/>
    </dgm:pt>
    <dgm:pt modelId="{9D1E90DC-7A36-44EE-801E-A4FFDE067CCA}" type="pres">
      <dgm:prSet presAssocID="{0BCA8C3B-847D-4556-8BFE-F6E657250C6E}" presName="sp" presStyleCnt="0"/>
      <dgm:spPr/>
    </dgm:pt>
    <dgm:pt modelId="{FDF10724-AE21-4D9B-843E-67E70524D634}" type="pres">
      <dgm:prSet presAssocID="{B0E73368-84FD-4F57-A474-B3CA6212BF70}" presName="arrowAndChildren" presStyleCnt="0"/>
      <dgm:spPr/>
    </dgm:pt>
    <dgm:pt modelId="{17B2DDC2-3FFE-4965-A6ED-19333C1A86EF}" type="pres">
      <dgm:prSet presAssocID="{B0E73368-84FD-4F57-A474-B3CA6212BF70}" presName="parentTextArrow" presStyleLbl="node1" presStyleIdx="2" presStyleCnt="3"/>
      <dgm:spPr/>
    </dgm:pt>
  </dgm:ptLst>
  <dgm:cxnLst>
    <dgm:cxn modelId="{5FD4243D-E471-4FC8-8766-2BF2FD00D344}" type="presOf" srcId="{B0E73368-84FD-4F57-A474-B3CA6212BF70}" destId="{17B2DDC2-3FFE-4965-A6ED-19333C1A86EF}" srcOrd="0" destOrd="0" presId="urn:microsoft.com/office/officeart/2005/8/layout/process4"/>
    <dgm:cxn modelId="{E2F51B5C-4DE5-4084-AAB1-FE64E09AEF11}" type="presOf" srcId="{C24FDECB-F465-4E23-B15F-51F29F7EB8E5}" destId="{55484393-6071-4067-AC57-2D4D3C1D544E}" srcOrd="0" destOrd="0" presId="urn:microsoft.com/office/officeart/2005/8/layout/process4"/>
    <dgm:cxn modelId="{6928B74A-3640-4514-9DB3-46A8E9E05839}" type="presOf" srcId="{E9EB859F-D5CA-475C-B923-3B194BD8F6C0}" destId="{CC476B10-C13E-43BF-95CD-641D24D87A1C}" srcOrd="0" destOrd="0" presId="urn:microsoft.com/office/officeart/2005/8/layout/process4"/>
    <dgm:cxn modelId="{5BC9E84D-7A12-425C-B4B9-B3936030D936}" srcId="{4ADD8B7E-88DD-48F5-A52F-68C1003BA8D8}" destId="{E9EB859F-D5CA-475C-B923-3B194BD8F6C0}" srcOrd="2" destOrd="0" parTransId="{1E6FE43A-A439-4495-B1B8-E841B4123B9C}" sibTransId="{6521F634-078D-4E1B-9D4D-9ABE10019428}"/>
    <dgm:cxn modelId="{31DCD372-F7D1-4C80-AEAD-712003738C93}" srcId="{4ADD8B7E-88DD-48F5-A52F-68C1003BA8D8}" destId="{C24FDECB-F465-4E23-B15F-51F29F7EB8E5}" srcOrd="1" destOrd="0" parTransId="{0B030B6B-9980-4AE1-A294-0B8C01911F13}" sibTransId="{0FCD81DF-9B19-4833-BF2E-8AB287F77BAE}"/>
    <dgm:cxn modelId="{B4C7C757-8C58-44DD-81EB-A220A534C6E2}" srcId="{4ADD8B7E-88DD-48F5-A52F-68C1003BA8D8}" destId="{B0E73368-84FD-4F57-A474-B3CA6212BF70}" srcOrd="0" destOrd="0" parTransId="{EB2820AD-4152-40A5-A361-CD4B6DA6A0A5}" sibTransId="{0BCA8C3B-847D-4556-8BFE-F6E657250C6E}"/>
    <dgm:cxn modelId="{A50763B1-2A13-4520-8D4F-131537C36429}" type="presOf" srcId="{4ADD8B7E-88DD-48F5-A52F-68C1003BA8D8}" destId="{3FB098FC-FA2C-4A51-A7B6-48D0D776E452}" srcOrd="0" destOrd="0" presId="urn:microsoft.com/office/officeart/2005/8/layout/process4"/>
    <dgm:cxn modelId="{41538A7F-8EB4-47D7-8EB5-2763541B067E}" type="presParOf" srcId="{3FB098FC-FA2C-4A51-A7B6-48D0D776E452}" destId="{B2B18FD7-ABFD-4D42-BACD-5756299E00CB}" srcOrd="0" destOrd="0" presId="urn:microsoft.com/office/officeart/2005/8/layout/process4"/>
    <dgm:cxn modelId="{B260E177-790E-4409-BE61-1B9D45A87CC7}" type="presParOf" srcId="{B2B18FD7-ABFD-4D42-BACD-5756299E00CB}" destId="{CC476B10-C13E-43BF-95CD-641D24D87A1C}" srcOrd="0" destOrd="0" presId="urn:microsoft.com/office/officeart/2005/8/layout/process4"/>
    <dgm:cxn modelId="{3CFEF12F-2A8D-4CF9-91D7-F80F9B05BFAB}" type="presParOf" srcId="{3FB098FC-FA2C-4A51-A7B6-48D0D776E452}" destId="{152277B1-0F83-4137-A1F7-86FC3D95730E}" srcOrd="1" destOrd="0" presId="urn:microsoft.com/office/officeart/2005/8/layout/process4"/>
    <dgm:cxn modelId="{ECAB72D3-3101-4CFB-B94F-4D60BB5FA75A}" type="presParOf" srcId="{3FB098FC-FA2C-4A51-A7B6-48D0D776E452}" destId="{ECF60386-E31D-47B5-8FD8-189BAB9535D6}" srcOrd="2" destOrd="0" presId="urn:microsoft.com/office/officeart/2005/8/layout/process4"/>
    <dgm:cxn modelId="{880220F1-D5DE-437F-AAC4-6FC74DD9C3EA}" type="presParOf" srcId="{ECF60386-E31D-47B5-8FD8-189BAB9535D6}" destId="{55484393-6071-4067-AC57-2D4D3C1D544E}" srcOrd="0" destOrd="0" presId="urn:microsoft.com/office/officeart/2005/8/layout/process4"/>
    <dgm:cxn modelId="{6AF66FE8-FA41-4FD4-9F6B-AF82C12CB364}" type="presParOf" srcId="{3FB098FC-FA2C-4A51-A7B6-48D0D776E452}" destId="{9D1E90DC-7A36-44EE-801E-A4FFDE067CCA}" srcOrd="3" destOrd="0" presId="urn:microsoft.com/office/officeart/2005/8/layout/process4"/>
    <dgm:cxn modelId="{30054654-315A-44D6-818A-71B8F5FAEC87}" type="presParOf" srcId="{3FB098FC-FA2C-4A51-A7B6-48D0D776E452}" destId="{FDF10724-AE21-4D9B-843E-67E70524D634}" srcOrd="4" destOrd="0" presId="urn:microsoft.com/office/officeart/2005/8/layout/process4"/>
    <dgm:cxn modelId="{9E8A2625-CD85-4BAE-9E13-1F1C531960E5}" type="presParOf" srcId="{FDF10724-AE21-4D9B-843E-67E70524D634}" destId="{17B2DDC2-3FFE-4965-A6ED-19333C1A86EF}"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ABE14386-0B61-4369-B4F5-8F0BD42998E8}"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4466834A-82BE-4685-9483-76371FCFE27E}">
      <dgm:prSet/>
      <dgm:spPr/>
      <dgm:t>
        <a:bodyPr/>
        <a:lstStyle/>
        <a:p>
          <a:r>
            <a:rPr lang="en-US" b="1" i="0"/>
            <a:t>Software-defined networking (SDN)</a:t>
          </a:r>
          <a:r>
            <a:rPr lang="en-US" b="0" i="0"/>
            <a:t> controls traffic routing by taking over routing management from data routing in the physical environment. </a:t>
          </a:r>
          <a:endParaRPr lang="en-US"/>
        </a:p>
      </dgm:t>
    </dgm:pt>
    <dgm:pt modelId="{1910E829-FE96-4C21-B60E-A1D1E8AB2E0E}" type="parTrans" cxnId="{B7BE3469-6DE0-4DD8-8669-834D1BB5BA95}">
      <dgm:prSet/>
      <dgm:spPr/>
      <dgm:t>
        <a:bodyPr/>
        <a:lstStyle/>
        <a:p>
          <a:endParaRPr lang="en-US"/>
        </a:p>
      </dgm:t>
    </dgm:pt>
    <dgm:pt modelId="{31FD62FD-5F8E-45D0-93C6-05B2DD129EA8}" type="sibTrans" cxnId="{B7BE3469-6DE0-4DD8-8669-834D1BB5BA95}">
      <dgm:prSet/>
      <dgm:spPr/>
      <dgm:t>
        <a:bodyPr/>
        <a:lstStyle/>
        <a:p>
          <a:endParaRPr lang="en-US"/>
        </a:p>
      </dgm:t>
    </dgm:pt>
    <dgm:pt modelId="{4B7A2209-D49F-4BC0-AA41-7C25149E3488}">
      <dgm:prSet/>
      <dgm:spPr/>
      <dgm:t>
        <a:bodyPr/>
        <a:lstStyle/>
        <a:p>
          <a:r>
            <a:rPr lang="en-US" b="0" i="0"/>
            <a:t>For example, you can program your system to prioritize your video call traffic over application traffic to ensure consistent call quality in all online meetings.</a:t>
          </a:r>
          <a:endParaRPr lang="en-US"/>
        </a:p>
      </dgm:t>
    </dgm:pt>
    <dgm:pt modelId="{EA740566-D33F-417A-B1AA-C107E15345CF}" type="parTrans" cxnId="{6C055241-7248-458D-A4EB-AC5791A03643}">
      <dgm:prSet/>
      <dgm:spPr/>
      <dgm:t>
        <a:bodyPr/>
        <a:lstStyle/>
        <a:p>
          <a:endParaRPr lang="en-US"/>
        </a:p>
      </dgm:t>
    </dgm:pt>
    <dgm:pt modelId="{EBC1E01F-C895-43CE-94AF-212265A9158F}" type="sibTrans" cxnId="{6C055241-7248-458D-A4EB-AC5791A03643}">
      <dgm:prSet/>
      <dgm:spPr/>
      <dgm:t>
        <a:bodyPr/>
        <a:lstStyle/>
        <a:p>
          <a:endParaRPr lang="en-US"/>
        </a:p>
      </dgm:t>
    </dgm:pt>
    <dgm:pt modelId="{7636BB57-918F-43C7-BE0C-C571E5D3B03E}">
      <dgm:prSet/>
      <dgm:spPr/>
      <dgm:t>
        <a:bodyPr/>
        <a:lstStyle/>
        <a:p>
          <a:r>
            <a:rPr lang="en-US" b="1" i="0"/>
            <a:t>Network function virtualization </a:t>
          </a:r>
          <a:r>
            <a:rPr lang="en-US" b="0" i="0"/>
            <a:t>combines the functions of network appliances, such as firewalls, load balancers, and traffic analyzers that work together, to improve network performance.</a:t>
          </a:r>
          <a:endParaRPr lang="en-US"/>
        </a:p>
      </dgm:t>
    </dgm:pt>
    <dgm:pt modelId="{1DE8D3A9-1868-4420-A37F-A6BB37318CA9}" type="parTrans" cxnId="{81E17674-7FC1-47EC-84AF-11EC730E0D30}">
      <dgm:prSet/>
      <dgm:spPr/>
      <dgm:t>
        <a:bodyPr/>
        <a:lstStyle/>
        <a:p>
          <a:endParaRPr lang="en-US"/>
        </a:p>
      </dgm:t>
    </dgm:pt>
    <dgm:pt modelId="{892FA889-23D2-44B3-8113-C8E24F3580F9}" type="sibTrans" cxnId="{81E17674-7FC1-47EC-84AF-11EC730E0D30}">
      <dgm:prSet/>
      <dgm:spPr/>
      <dgm:t>
        <a:bodyPr/>
        <a:lstStyle/>
        <a:p>
          <a:endParaRPr lang="en-US"/>
        </a:p>
      </dgm:t>
    </dgm:pt>
    <dgm:pt modelId="{1FAE9246-F7BC-4908-BC3E-604B85306328}" type="pres">
      <dgm:prSet presAssocID="{ABE14386-0B61-4369-B4F5-8F0BD42998E8}" presName="root" presStyleCnt="0">
        <dgm:presLayoutVars>
          <dgm:dir/>
          <dgm:resizeHandles val="exact"/>
        </dgm:presLayoutVars>
      </dgm:prSet>
      <dgm:spPr/>
    </dgm:pt>
    <dgm:pt modelId="{775941DF-6279-44D1-8050-52589049B016}" type="pres">
      <dgm:prSet presAssocID="{4466834A-82BE-4685-9483-76371FCFE27E}" presName="compNode" presStyleCnt="0"/>
      <dgm:spPr/>
    </dgm:pt>
    <dgm:pt modelId="{5506ADD9-ACA2-4A24-B028-AAE49BFB49DB}" type="pres">
      <dgm:prSet presAssocID="{4466834A-82BE-4685-9483-76371FCFE27E}" presName="bgRect" presStyleLbl="bgShp" presStyleIdx="0" presStyleCnt="2"/>
      <dgm:spPr/>
    </dgm:pt>
    <dgm:pt modelId="{128B8E01-449B-49A8-BD94-070774EBFEE6}" type="pres">
      <dgm:prSet presAssocID="{4466834A-82BE-4685-9483-76371FCFE27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erver"/>
        </a:ext>
      </dgm:extLst>
    </dgm:pt>
    <dgm:pt modelId="{D0A8BD15-5818-4C66-BFD7-52C897687A5A}" type="pres">
      <dgm:prSet presAssocID="{4466834A-82BE-4685-9483-76371FCFE27E}" presName="spaceRect" presStyleCnt="0"/>
      <dgm:spPr/>
    </dgm:pt>
    <dgm:pt modelId="{612445EA-05AA-4EF9-8EF9-5F7A6000422A}" type="pres">
      <dgm:prSet presAssocID="{4466834A-82BE-4685-9483-76371FCFE27E}" presName="parTx" presStyleLbl="revTx" presStyleIdx="0" presStyleCnt="3">
        <dgm:presLayoutVars>
          <dgm:chMax val="0"/>
          <dgm:chPref val="0"/>
        </dgm:presLayoutVars>
      </dgm:prSet>
      <dgm:spPr/>
    </dgm:pt>
    <dgm:pt modelId="{6D571033-EF1A-4C49-A3AD-F03A4A575792}" type="pres">
      <dgm:prSet presAssocID="{4466834A-82BE-4685-9483-76371FCFE27E}" presName="desTx" presStyleLbl="revTx" presStyleIdx="1" presStyleCnt="3">
        <dgm:presLayoutVars/>
      </dgm:prSet>
      <dgm:spPr/>
    </dgm:pt>
    <dgm:pt modelId="{D9333A69-0798-4A66-9D28-4AD722C9E8A4}" type="pres">
      <dgm:prSet presAssocID="{31FD62FD-5F8E-45D0-93C6-05B2DD129EA8}" presName="sibTrans" presStyleCnt="0"/>
      <dgm:spPr/>
    </dgm:pt>
    <dgm:pt modelId="{23DEE79D-89A6-4DC1-A936-C2DF96429C72}" type="pres">
      <dgm:prSet presAssocID="{7636BB57-918F-43C7-BE0C-C571E5D3B03E}" presName="compNode" presStyleCnt="0"/>
      <dgm:spPr/>
    </dgm:pt>
    <dgm:pt modelId="{AC469032-F4E4-442C-98EB-DB5AB8071773}" type="pres">
      <dgm:prSet presAssocID="{7636BB57-918F-43C7-BE0C-C571E5D3B03E}" presName="bgRect" presStyleLbl="bgShp" presStyleIdx="1" presStyleCnt="2"/>
      <dgm:spPr/>
    </dgm:pt>
    <dgm:pt modelId="{A8D1ED0E-9759-4DCB-BD42-FCC6015B58E6}" type="pres">
      <dgm:prSet presAssocID="{7636BB57-918F-43C7-BE0C-C571E5D3B03E}"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isconnected"/>
        </a:ext>
      </dgm:extLst>
    </dgm:pt>
    <dgm:pt modelId="{054744A3-2AEA-4B6A-8B5A-C799DDD6FCE2}" type="pres">
      <dgm:prSet presAssocID="{7636BB57-918F-43C7-BE0C-C571E5D3B03E}" presName="spaceRect" presStyleCnt="0"/>
      <dgm:spPr/>
    </dgm:pt>
    <dgm:pt modelId="{A235A3EA-B93B-4DE4-99DB-BE5280E6016B}" type="pres">
      <dgm:prSet presAssocID="{7636BB57-918F-43C7-BE0C-C571E5D3B03E}" presName="parTx" presStyleLbl="revTx" presStyleIdx="2" presStyleCnt="3">
        <dgm:presLayoutVars>
          <dgm:chMax val="0"/>
          <dgm:chPref val="0"/>
        </dgm:presLayoutVars>
      </dgm:prSet>
      <dgm:spPr/>
    </dgm:pt>
  </dgm:ptLst>
  <dgm:cxnLst>
    <dgm:cxn modelId="{A04FB00A-DECD-429B-9BE6-1892A6007051}" type="presOf" srcId="{4466834A-82BE-4685-9483-76371FCFE27E}" destId="{612445EA-05AA-4EF9-8EF9-5F7A6000422A}" srcOrd="0" destOrd="0" presId="urn:microsoft.com/office/officeart/2018/2/layout/IconVerticalSolidList"/>
    <dgm:cxn modelId="{6C055241-7248-458D-A4EB-AC5791A03643}" srcId="{4466834A-82BE-4685-9483-76371FCFE27E}" destId="{4B7A2209-D49F-4BC0-AA41-7C25149E3488}" srcOrd="0" destOrd="0" parTransId="{EA740566-D33F-417A-B1AA-C107E15345CF}" sibTransId="{EBC1E01F-C895-43CE-94AF-212265A9158F}"/>
    <dgm:cxn modelId="{B7BE3469-6DE0-4DD8-8669-834D1BB5BA95}" srcId="{ABE14386-0B61-4369-B4F5-8F0BD42998E8}" destId="{4466834A-82BE-4685-9483-76371FCFE27E}" srcOrd="0" destOrd="0" parTransId="{1910E829-FE96-4C21-B60E-A1D1E8AB2E0E}" sibTransId="{31FD62FD-5F8E-45D0-93C6-05B2DD129EA8}"/>
    <dgm:cxn modelId="{81E17674-7FC1-47EC-84AF-11EC730E0D30}" srcId="{ABE14386-0B61-4369-B4F5-8F0BD42998E8}" destId="{7636BB57-918F-43C7-BE0C-C571E5D3B03E}" srcOrd="1" destOrd="0" parTransId="{1DE8D3A9-1868-4420-A37F-A6BB37318CA9}" sibTransId="{892FA889-23D2-44B3-8113-C8E24F3580F9}"/>
    <dgm:cxn modelId="{754C7EC3-4840-40C3-9BEC-88FEC274275A}" type="presOf" srcId="{7636BB57-918F-43C7-BE0C-C571E5D3B03E}" destId="{A235A3EA-B93B-4DE4-99DB-BE5280E6016B}" srcOrd="0" destOrd="0" presId="urn:microsoft.com/office/officeart/2018/2/layout/IconVerticalSolidList"/>
    <dgm:cxn modelId="{508489CF-870C-49E1-943E-6490449C0D4D}" type="presOf" srcId="{ABE14386-0B61-4369-B4F5-8F0BD42998E8}" destId="{1FAE9246-F7BC-4908-BC3E-604B85306328}" srcOrd="0" destOrd="0" presId="urn:microsoft.com/office/officeart/2018/2/layout/IconVerticalSolidList"/>
    <dgm:cxn modelId="{43E7E9EA-47BB-4B02-B924-307727D8BFD3}" type="presOf" srcId="{4B7A2209-D49F-4BC0-AA41-7C25149E3488}" destId="{6D571033-EF1A-4C49-A3AD-F03A4A575792}" srcOrd="0" destOrd="0" presId="urn:microsoft.com/office/officeart/2018/2/layout/IconVerticalSolidList"/>
    <dgm:cxn modelId="{5C2C7246-DF14-4318-9CD3-797820C8564E}" type="presParOf" srcId="{1FAE9246-F7BC-4908-BC3E-604B85306328}" destId="{775941DF-6279-44D1-8050-52589049B016}" srcOrd="0" destOrd="0" presId="urn:microsoft.com/office/officeart/2018/2/layout/IconVerticalSolidList"/>
    <dgm:cxn modelId="{05256DFC-69CB-4D24-9E8F-BD727BD47BA8}" type="presParOf" srcId="{775941DF-6279-44D1-8050-52589049B016}" destId="{5506ADD9-ACA2-4A24-B028-AAE49BFB49DB}" srcOrd="0" destOrd="0" presId="urn:microsoft.com/office/officeart/2018/2/layout/IconVerticalSolidList"/>
    <dgm:cxn modelId="{774378FF-1747-4534-B574-6E5A876239B4}" type="presParOf" srcId="{775941DF-6279-44D1-8050-52589049B016}" destId="{128B8E01-449B-49A8-BD94-070774EBFEE6}" srcOrd="1" destOrd="0" presId="urn:microsoft.com/office/officeart/2018/2/layout/IconVerticalSolidList"/>
    <dgm:cxn modelId="{971F151B-F74A-4629-9FC9-1CAB549ADDC1}" type="presParOf" srcId="{775941DF-6279-44D1-8050-52589049B016}" destId="{D0A8BD15-5818-4C66-BFD7-52C897687A5A}" srcOrd="2" destOrd="0" presId="urn:microsoft.com/office/officeart/2018/2/layout/IconVerticalSolidList"/>
    <dgm:cxn modelId="{06A8FEEB-EC91-42EE-B507-22FEC3D75983}" type="presParOf" srcId="{775941DF-6279-44D1-8050-52589049B016}" destId="{612445EA-05AA-4EF9-8EF9-5F7A6000422A}" srcOrd="3" destOrd="0" presId="urn:microsoft.com/office/officeart/2018/2/layout/IconVerticalSolidList"/>
    <dgm:cxn modelId="{E0CA39C8-7EB5-4930-B274-655C27772410}" type="presParOf" srcId="{775941DF-6279-44D1-8050-52589049B016}" destId="{6D571033-EF1A-4C49-A3AD-F03A4A575792}" srcOrd="4" destOrd="0" presId="urn:microsoft.com/office/officeart/2018/2/layout/IconVerticalSolidList"/>
    <dgm:cxn modelId="{8631BD2A-1A9E-48BA-AC57-1D948B501084}" type="presParOf" srcId="{1FAE9246-F7BC-4908-BC3E-604B85306328}" destId="{D9333A69-0798-4A66-9D28-4AD722C9E8A4}" srcOrd="1" destOrd="0" presId="urn:microsoft.com/office/officeart/2018/2/layout/IconVerticalSolidList"/>
    <dgm:cxn modelId="{BE6663DE-67A6-4399-B349-47EE7B8EBABA}" type="presParOf" srcId="{1FAE9246-F7BC-4908-BC3E-604B85306328}" destId="{23DEE79D-89A6-4DC1-A936-C2DF96429C72}" srcOrd="2" destOrd="0" presId="urn:microsoft.com/office/officeart/2018/2/layout/IconVerticalSolidList"/>
    <dgm:cxn modelId="{806E3F7A-EC2D-42C2-B22F-1F275252E90B}" type="presParOf" srcId="{23DEE79D-89A6-4DC1-A936-C2DF96429C72}" destId="{AC469032-F4E4-442C-98EB-DB5AB8071773}" srcOrd="0" destOrd="0" presId="urn:microsoft.com/office/officeart/2018/2/layout/IconVerticalSolidList"/>
    <dgm:cxn modelId="{E350A34F-3F8E-4824-98EE-1707B381C7FB}" type="presParOf" srcId="{23DEE79D-89A6-4DC1-A936-C2DF96429C72}" destId="{A8D1ED0E-9759-4DCB-BD42-FCC6015B58E6}" srcOrd="1" destOrd="0" presId="urn:microsoft.com/office/officeart/2018/2/layout/IconVerticalSolidList"/>
    <dgm:cxn modelId="{5334D377-5550-48CE-B2A5-DE74D9994F38}" type="presParOf" srcId="{23DEE79D-89A6-4DC1-A936-C2DF96429C72}" destId="{054744A3-2AEA-4B6A-8B5A-C799DDD6FCE2}" srcOrd="2" destOrd="0" presId="urn:microsoft.com/office/officeart/2018/2/layout/IconVerticalSolidList"/>
    <dgm:cxn modelId="{DD76AB5D-580B-4553-80CF-4B31F3FF81EC}" type="presParOf" srcId="{23DEE79D-89A6-4DC1-A936-C2DF96429C72}" destId="{A235A3EA-B93B-4DE4-99DB-BE5280E6016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AF40F272-67DC-48E2-9A4F-BF735712015D}"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E564F8E-A634-401C-8396-A30A0E14F2FD}">
      <dgm:prSet/>
      <dgm:spPr/>
      <dgm:t>
        <a:bodyPr/>
        <a:lstStyle/>
        <a:p>
          <a:r>
            <a:rPr lang="en-US"/>
            <a:t>Separates desktop environment from physical device</a:t>
          </a:r>
        </a:p>
      </dgm:t>
    </dgm:pt>
    <dgm:pt modelId="{71949445-1072-4DF2-9635-2A4C11774A71}" type="parTrans" cxnId="{F5AB2ED9-C87E-423C-855A-4DDE03342984}">
      <dgm:prSet/>
      <dgm:spPr/>
      <dgm:t>
        <a:bodyPr/>
        <a:lstStyle/>
        <a:p>
          <a:endParaRPr lang="en-US"/>
        </a:p>
      </dgm:t>
    </dgm:pt>
    <dgm:pt modelId="{88B00BAD-B1DF-4080-9B38-3FDA62A33A03}" type="sibTrans" cxnId="{F5AB2ED9-C87E-423C-855A-4DDE03342984}">
      <dgm:prSet/>
      <dgm:spPr/>
      <dgm:t>
        <a:bodyPr/>
        <a:lstStyle/>
        <a:p>
          <a:endParaRPr lang="en-US"/>
        </a:p>
      </dgm:t>
    </dgm:pt>
    <dgm:pt modelId="{EB739263-F5F6-4616-B1DA-DAC77BFCA40C}">
      <dgm:prSet/>
      <dgm:spPr/>
      <dgm:t>
        <a:bodyPr/>
        <a:lstStyle/>
        <a:p>
          <a:r>
            <a:rPr lang="en-US"/>
            <a:t>Types:</a:t>
          </a:r>
        </a:p>
      </dgm:t>
    </dgm:pt>
    <dgm:pt modelId="{F945CDD9-1D7E-4F2A-914F-A01921C0880E}" type="parTrans" cxnId="{E4DFB352-36E4-407F-8F40-24FCC47D8301}">
      <dgm:prSet/>
      <dgm:spPr/>
      <dgm:t>
        <a:bodyPr/>
        <a:lstStyle/>
        <a:p>
          <a:endParaRPr lang="en-US"/>
        </a:p>
      </dgm:t>
    </dgm:pt>
    <dgm:pt modelId="{97517DAC-9C01-4879-AAF5-9BACAD3A7527}" type="sibTrans" cxnId="{E4DFB352-36E4-407F-8F40-24FCC47D8301}">
      <dgm:prSet/>
      <dgm:spPr/>
      <dgm:t>
        <a:bodyPr/>
        <a:lstStyle/>
        <a:p>
          <a:endParaRPr lang="en-US"/>
        </a:p>
      </dgm:t>
    </dgm:pt>
    <dgm:pt modelId="{F8D65F0E-C8B3-4BE4-A38D-D5E6CA397A2C}">
      <dgm:prSet/>
      <dgm:spPr/>
      <dgm:t>
        <a:bodyPr/>
        <a:lstStyle/>
        <a:p>
          <a:r>
            <a:rPr lang="en-US"/>
            <a:t>Virtual Desktop Infrastructure (VDI)</a:t>
          </a:r>
        </a:p>
      </dgm:t>
    </dgm:pt>
    <dgm:pt modelId="{1F1C2E6D-0B2B-41EE-894B-35EA04F6DEEC}" type="parTrans" cxnId="{C7DB1C1A-26B6-48B5-868C-E59C7D1B45F8}">
      <dgm:prSet/>
      <dgm:spPr/>
      <dgm:t>
        <a:bodyPr/>
        <a:lstStyle/>
        <a:p>
          <a:endParaRPr lang="en-US"/>
        </a:p>
      </dgm:t>
    </dgm:pt>
    <dgm:pt modelId="{699179E5-447C-4A50-BF4F-78DF3A081194}" type="sibTrans" cxnId="{C7DB1C1A-26B6-48B5-868C-E59C7D1B45F8}">
      <dgm:prSet/>
      <dgm:spPr/>
      <dgm:t>
        <a:bodyPr/>
        <a:lstStyle/>
        <a:p>
          <a:endParaRPr lang="en-US"/>
        </a:p>
      </dgm:t>
    </dgm:pt>
    <dgm:pt modelId="{8093A389-233C-4831-AFDC-6593549B209F}">
      <dgm:prSet/>
      <dgm:spPr/>
      <dgm:t>
        <a:bodyPr/>
        <a:lstStyle/>
        <a:p>
          <a:r>
            <a:rPr lang="en-US"/>
            <a:t>Remote Desktop Services (RDS)</a:t>
          </a:r>
        </a:p>
      </dgm:t>
    </dgm:pt>
    <dgm:pt modelId="{E3B7A597-4786-4BD1-9B25-72CC8BCB2327}" type="parTrans" cxnId="{FAB11868-CDAE-4C08-9ABF-D54FE23DF28A}">
      <dgm:prSet/>
      <dgm:spPr/>
      <dgm:t>
        <a:bodyPr/>
        <a:lstStyle/>
        <a:p>
          <a:endParaRPr lang="en-US"/>
        </a:p>
      </dgm:t>
    </dgm:pt>
    <dgm:pt modelId="{E859224B-1908-4A92-A540-ECF2590EFB45}" type="sibTrans" cxnId="{FAB11868-CDAE-4C08-9ABF-D54FE23DF28A}">
      <dgm:prSet/>
      <dgm:spPr/>
      <dgm:t>
        <a:bodyPr/>
        <a:lstStyle/>
        <a:p>
          <a:endParaRPr lang="en-US"/>
        </a:p>
      </dgm:t>
    </dgm:pt>
    <dgm:pt modelId="{F784262A-EFF3-4025-A6A3-9C81AA4F0BED}">
      <dgm:prSet/>
      <dgm:spPr/>
      <dgm:t>
        <a:bodyPr/>
        <a:lstStyle/>
        <a:p>
          <a:r>
            <a:rPr lang="en-US"/>
            <a:t>Benefits: Centralized management, improved security, and flexibility</a:t>
          </a:r>
        </a:p>
      </dgm:t>
    </dgm:pt>
    <dgm:pt modelId="{7F52E4A8-71A6-4BA2-94C8-FAA643D95D53}" type="parTrans" cxnId="{EB581EF5-C8F5-4030-9CF3-2A80419FBE22}">
      <dgm:prSet/>
      <dgm:spPr/>
      <dgm:t>
        <a:bodyPr/>
        <a:lstStyle/>
        <a:p>
          <a:endParaRPr lang="en-US"/>
        </a:p>
      </dgm:t>
    </dgm:pt>
    <dgm:pt modelId="{38505471-52EF-425E-B49D-787E0C480CA6}" type="sibTrans" cxnId="{EB581EF5-C8F5-4030-9CF3-2A80419FBE22}">
      <dgm:prSet/>
      <dgm:spPr/>
      <dgm:t>
        <a:bodyPr/>
        <a:lstStyle/>
        <a:p>
          <a:endParaRPr lang="en-US"/>
        </a:p>
      </dgm:t>
    </dgm:pt>
    <dgm:pt modelId="{E95D15D9-6227-41B3-A0E5-7E6E170D32E9}">
      <dgm:prSet/>
      <dgm:spPr/>
      <dgm:t>
        <a:bodyPr/>
        <a:lstStyle/>
        <a:p>
          <a:r>
            <a:rPr lang="en-US"/>
            <a:t>Examples: Citrix XenDesktop, VMware Horizon, Microsoft Remote Desktop Services</a:t>
          </a:r>
        </a:p>
      </dgm:t>
    </dgm:pt>
    <dgm:pt modelId="{17C10451-36F2-4F28-836B-BCD177AB6FCC}" type="parTrans" cxnId="{E1769E60-796B-4FE4-847A-EFF7336E8C30}">
      <dgm:prSet/>
      <dgm:spPr/>
      <dgm:t>
        <a:bodyPr/>
        <a:lstStyle/>
        <a:p>
          <a:endParaRPr lang="en-US"/>
        </a:p>
      </dgm:t>
    </dgm:pt>
    <dgm:pt modelId="{43365AF8-0263-41D4-B7E2-EFC4EA4D4D1E}" type="sibTrans" cxnId="{E1769E60-796B-4FE4-847A-EFF7336E8C30}">
      <dgm:prSet/>
      <dgm:spPr/>
      <dgm:t>
        <a:bodyPr/>
        <a:lstStyle/>
        <a:p>
          <a:endParaRPr lang="en-US"/>
        </a:p>
      </dgm:t>
    </dgm:pt>
    <dgm:pt modelId="{2D45A284-B745-4A42-A659-B967B49B5F6D}" type="pres">
      <dgm:prSet presAssocID="{AF40F272-67DC-48E2-9A4F-BF735712015D}" presName="root" presStyleCnt="0">
        <dgm:presLayoutVars>
          <dgm:dir/>
          <dgm:resizeHandles val="exact"/>
        </dgm:presLayoutVars>
      </dgm:prSet>
      <dgm:spPr/>
    </dgm:pt>
    <dgm:pt modelId="{7155E544-02C3-4D90-B241-04DC1754157C}" type="pres">
      <dgm:prSet presAssocID="{5E564F8E-A634-401C-8396-A30A0E14F2FD}" presName="compNode" presStyleCnt="0"/>
      <dgm:spPr/>
    </dgm:pt>
    <dgm:pt modelId="{B73EB5A1-AD53-49D9-9404-4CBC81555EC2}" type="pres">
      <dgm:prSet presAssocID="{5E564F8E-A634-401C-8396-A30A0E14F2FD}" presName="bgRect" presStyleLbl="bgShp" presStyleIdx="0" presStyleCnt="4"/>
      <dgm:spPr/>
    </dgm:pt>
    <dgm:pt modelId="{A5C7BBDA-4D68-458A-AFAB-151B85B5464E}" type="pres">
      <dgm:prSet presAssocID="{5E564F8E-A634-401C-8396-A30A0E14F2FD}"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aptop"/>
        </a:ext>
      </dgm:extLst>
    </dgm:pt>
    <dgm:pt modelId="{E6ED0CB0-87DC-42A1-80AE-8CD31FB2078A}" type="pres">
      <dgm:prSet presAssocID="{5E564F8E-A634-401C-8396-A30A0E14F2FD}" presName="spaceRect" presStyleCnt="0"/>
      <dgm:spPr/>
    </dgm:pt>
    <dgm:pt modelId="{A2BA800E-8B7D-4F68-9C2C-2B639AEECBC4}" type="pres">
      <dgm:prSet presAssocID="{5E564F8E-A634-401C-8396-A30A0E14F2FD}" presName="parTx" presStyleLbl="revTx" presStyleIdx="0" presStyleCnt="5">
        <dgm:presLayoutVars>
          <dgm:chMax val="0"/>
          <dgm:chPref val="0"/>
        </dgm:presLayoutVars>
      </dgm:prSet>
      <dgm:spPr/>
    </dgm:pt>
    <dgm:pt modelId="{963D2841-8CE2-4135-8442-0AC709395FCF}" type="pres">
      <dgm:prSet presAssocID="{88B00BAD-B1DF-4080-9B38-3FDA62A33A03}" presName="sibTrans" presStyleCnt="0"/>
      <dgm:spPr/>
    </dgm:pt>
    <dgm:pt modelId="{424DBAA0-17D4-49AC-9393-77DFE84860C7}" type="pres">
      <dgm:prSet presAssocID="{EB739263-F5F6-4616-B1DA-DAC77BFCA40C}" presName="compNode" presStyleCnt="0"/>
      <dgm:spPr/>
    </dgm:pt>
    <dgm:pt modelId="{25C75681-0C22-4DA2-9AD6-EE1ECCCEA036}" type="pres">
      <dgm:prSet presAssocID="{EB739263-F5F6-4616-B1DA-DAC77BFCA40C}" presName="bgRect" presStyleLbl="bgShp" presStyleIdx="1" presStyleCnt="4"/>
      <dgm:spPr/>
    </dgm:pt>
    <dgm:pt modelId="{A60D5ED5-0933-43FE-AC29-2EEC8A7EDBDB}" type="pres">
      <dgm:prSet presAssocID="{EB739263-F5F6-4616-B1DA-DAC77BFCA40C}"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emote control"/>
        </a:ext>
      </dgm:extLst>
    </dgm:pt>
    <dgm:pt modelId="{818E8191-3CE5-4CCF-8FF1-2A17122713C4}" type="pres">
      <dgm:prSet presAssocID="{EB739263-F5F6-4616-B1DA-DAC77BFCA40C}" presName="spaceRect" presStyleCnt="0"/>
      <dgm:spPr/>
    </dgm:pt>
    <dgm:pt modelId="{EBDC054B-FB84-4C9E-B1A9-65E8177DD361}" type="pres">
      <dgm:prSet presAssocID="{EB739263-F5F6-4616-B1DA-DAC77BFCA40C}" presName="parTx" presStyleLbl="revTx" presStyleIdx="1" presStyleCnt="5">
        <dgm:presLayoutVars>
          <dgm:chMax val="0"/>
          <dgm:chPref val="0"/>
        </dgm:presLayoutVars>
      </dgm:prSet>
      <dgm:spPr/>
    </dgm:pt>
    <dgm:pt modelId="{1EE3DB9F-C436-4AF5-A032-9E72363250BE}" type="pres">
      <dgm:prSet presAssocID="{EB739263-F5F6-4616-B1DA-DAC77BFCA40C}" presName="desTx" presStyleLbl="revTx" presStyleIdx="2" presStyleCnt="5">
        <dgm:presLayoutVars/>
      </dgm:prSet>
      <dgm:spPr/>
    </dgm:pt>
    <dgm:pt modelId="{69B752E2-8611-495D-8F7B-F569C1422EF2}" type="pres">
      <dgm:prSet presAssocID="{97517DAC-9C01-4879-AAF5-9BACAD3A7527}" presName="sibTrans" presStyleCnt="0"/>
      <dgm:spPr/>
    </dgm:pt>
    <dgm:pt modelId="{3CE1CF74-4E09-4A92-9BBC-87D9D264CD8A}" type="pres">
      <dgm:prSet presAssocID="{F784262A-EFF3-4025-A6A3-9C81AA4F0BED}" presName="compNode" presStyleCnt="0"/>
      <dgm:spPr/>
    </dgm:pt>
    <dgm:pt modelId="{B1EADE5F-DA96-48CD-B732-5C204CF0E5BA}" type="pres">
      <dgm:prSet presAssocID="{F784262A-EFF3-4025-A6A3-9C81AA4F0BED}" presName="bgRect" presStyleLbl="bgShp" presStyleIdx="2" presStyleCnt="4"/>
      <dgm:spPr/>
    </dgm:pt>
    <dgm:pt modelId="{61EB9ECC-A2FE-4FB6-84D8-DA09BB53775B}" type="pres">
      <dgm:prSet presAssocID="{F784262A-EFF3-4025-A6A3-9C81AA4F0BED}"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ocial Network"/>
        </a:ext>
      </dgm:extLst>
    </dgm:pt>
    <dgm:pt modelId="{415646BC-2ED0-4C18-9024-BA1CBE1F172E}" type="pres">
      <dgm:prSet presAssocID="{F784262A-EFF3-4025-A6A3-9C81AA4F0BED}" presName="spaceRect" presStyleCnt="0"/>
      <dgm:spPr/>
    </dgm:pt>
    <dgm:pt modelId="{4C8E5597-3BC7-4F5C-8A52-B991F4E3CD81}" type="pres">
      <dgm:prSet presAssocID="{F784262A-EFF3-4025-A6A3-9C81AA4F0BED}" presName="parTx" presStyleLbl="revTx" presStyleIdx="3" presStyleCnt="5">
        <dgm:presLayoutVars>
          <dgm:chMax val="0"/>
          <dgm:chPref val="0"/>
        </dgm:presLayoutVars>
      </dgm:prSet>
      <dgm:spPr/>
    </dgm:pt>
    <dgm:pt modelId="{E70CA4F2-8D1E-4941-88C6-B46ABA47A3E3}" type="pres">
      <dgm:prSet presAssocID="{38505471-52EF-425E-B49D-787E0C480CA6}" presName="sibTrans" presStyleCnt="0"/>
      <dgm:spPr/>
    </dgm:pt>
    <dgm:pt modelId="{324B1956-E826-4D10-981E-32494A51AAAB}" type="pres">
      <dgm:prSet presAssocID="{E95D15D9-6227-41B3-A0E5-7E6E170D32E9}" presName="compNode" presStyleCnt="0"/>
      <dgm:spPr/>
    </dgm:pt>
    <dgm:pt modelId="{407C17CE-F410-4266-9D69-846BF917CECF}" type="pres">
      <dgm:prSet presAssocID="{E95D15D9-6227-41B3-A0E5-7E6E170D32E9}" presName="bgRect" presStyleLbl="bgShp" presStyleIdx="3" presStyleCnt="4"/>
      <dgm:spPr/>
    </dgm:pt>
    <dgm:pt modelId="{FFA03EF2-BB6E-4D11-B72A-9CC53DD31B17}" type="pres">
      <dgm:prSet presAssocID="{E95D15D9-6227-41B3-A0E5-7E6E170D32E9}"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omputer"/>
        </a:ext>
      </dgm:extLst>
    </dgm:pt>
    <dgm:pt modelId="{4F8E4840-14CC-4F97-9844-E59D8955F996}" type="pres">
      <dgm:prSet presAssocID="{E95D15D9-6227-41B3-A0E5-7E6E170D32E9}" presName="spaceRect" presStyleCnt="0"/>
      <dgm:spPr/>
    </dgm:pt>
    <dgm:pt modelId="{A5DA27E2-4C26-46BA-8558-4C4EB4996C00}" type="pres">
      <dgm:prSet presAssocID="{E95D15D9-6227-41B3-A0E5-7E6E170D32E9}" presName="parTx" presStyleLbl="revTx" presStyleIdx="4" presStyleCnt="5">
        <dgm:presLayoutVars>
          <dgm:chMax val="0"/>
          <dgm:chPref val="0"/>
        </dgm:presLayoutVars>
      </dgm:prSet>
      <dgm:spPr/>
    </dgm:pt>
  </dgm:ptLst>
  <dgm:cxnLst>
    <dgm:cxn modelId="{02FBA305-3D59-4658-A883-232323B35B37}" type="presOf" srcId="{AF40F272-67DC-48E2-9A4F-BF735712015D}" destId="{2D45A284-B745-4A42-A659-B967B49B5F6D}" srcOrd="0" destOrd="0" presId="urn:microsoft.com/office/officeart/2018/2/layout/IconVerticalSolidList"/>
    <dgm:cxn modelId="{D5588B0E-997B-47E8-B1EF-252B97766034}" type="presOf" srcId="{5E564F8E-A634-401C-8396-A30A0E14F2FD}" destId="{A2BA800E-8B7D-4F68-9C2C-2B639AEECBC4}" srcOrd="0" destOrd="0" presId="urn:microsoft.com/office/officeart/2018/2/layout/IconVerticalSolidList"/>
    <dgm:cxn modelId="{C7DB1C1A-26B6-48B5-868C-E59C7D1B45F8}" srcId="{EB739263-F5F6-4616-B1DA-DAC77BFCA40C}" destId="{F8D65F0E-C8B3-4BE4-A38D-D5E6CA397A2C}" srcOrd="0" destOrd="0" parTransId="{1F1C2E6D-0B2B-41EE-894B-35EA04F6DEEC}" sibTransId="{699179E5-447C-4A50-BF4F-78DF3A081194}"/>
    <dgm:cxn modelId="{E1769E60-796B-4FE4-847A-EFF7336E8C30}" srcId="{AF40F272-67DC-48E2-9A4F-BF735712015D}" destId="{E95D15D9-6227-41B3-A0E5-7E6E170D32E9}" srcOrd="3" destOrd="0" parTransId="{17C10451-36F2-4F28-836B-BCD177AB6FCC}" sibTransId="{43365AF8-0263-41D4-B7E2-EFC4EA4D4D1E}"/>
    <dgm:cxn modelId="{FAB11868-CDAE-4C08-9ABF-D54FE23DF28A}" srcId="{EB739263-F5F6-4616-B1DA-DAC77BFCA40C}" destId="{8093A389-233C-4831-AFDC-6593549B209F}" srcOrd="1" destOrd="0" parTransId="{E3B7A597-4786-4BD1-9B25-72CC8BCB2327}" sibTransId="{E859224B-1908-4A92-A540-ECF2590EFB45}"/>
    <dgm:cxn modelId="{52F5D651-EBBE-4D53-BDEE-E64E994B68E4}" type="presOf" srcId="{F8D65F0E-C8B3-4BE4-A38D-D5E6CA397A2C}" destId="{1EE3DB9F-C436-4AF5-A032-9E72363250BE}" srcOrd="0" destOrd="0" presId="urn:microsoft.com/office/officeart/2018/2/layout/IconVerticalSolidList"/>
    <dgm:cxn modelId="{E4DFB352-36E4-407F-8F40-24FCC47D8301}" srcId="{AF40F272-67DC-48E2-9A4F-BF735712015D}" destId="{EB739263-F5F6-4616-B1DA-DAC77BFCA40C}" srcOrd="1" destOrd="0" parTransId="{F945CDD9-1D7E-4F2A-914F-A01921C0880E}" sibTransId="{97517DAC-9C01-4879-AAF5-9BACAD3A7527}"/>
    <dgm:cxn modelId="{BEC86996-22FE-494F-B27C-E1E4485334BD}" type="presOf" srcId="{F784262A-EFF3-4025-A6A3-9C81AA4F0BED}" destId="{4C8E5597-3BC7-4F5C-8A52-B991F4E3CD81}" srcOrd="0" destOrd="0" presId="urn:microsoft.com/office/officeart/2018/2/layout/IconVerticalSolidList"/>
    <dgm:cxn modelId="{4D002C9B-97C0-4899-B897-FD0BC1264541}" type="presOf" srcId="{8093A389-233C-4831-AFDC-6593549B209F}" destId="{1EE3DB9F-C436-4AF5-A032-9E72363250BE}" srcOrd="0" destOrd="1" presId="urn:microsoft.com/office/officeart/2018/2/layout/IconVerticalSolidList"/>
    <dgm:cxn modelId="{904947D0-9138-4DB0-BBE7-B30B3B376FFC}" type="presOf" srcId="{EB739263-F5F6-4616-B1DA-DAC77BFCA40C}" destId="{EBDC054B-FB84-4C9E-B1A9-65E8177DD361}" srcOrd="0" destOrd="0" presId="urn:microsoft.com/office/officeart/2018/2/layout/IconVerticalSolidList"/>
    <dgm:cxn modelId="{F5AB2ED9-C87E-423C-855A-4DDE03342984}" srcId="{AF40F272-67DC-48E2-9A4F-BF735712015D}" destId="{5E564F8E-A634-401C-8396-A30A0E14F2FD}" srcOrd="0" destOrd="0" parTransId="{71949445-1072-4DF2-9635-2A4C11774A71}" sibTransId="{88B00BAD-B1DF-4080-9B38-3FDA62A33A03}"/>
    <dgm:cxn modelId="{EB581EF5-C8F5-4030-9CF3-2A80419FBE22}" srcId="{AF40F272-67DC-48E2-9A4F-BF735712015D}" destId="{F784262A-EFF3-4025-A6A3-9C81AA4F0BED}" srcOrd="2" destOrd="0" parTransId="{7F52E4A8-71A6-4BA2-94C8-FAA643D95D53}" sibTransId="{38505471-52EF-425E-B49D-787E0C480CA6}"/>
    <dgm:cxn modelId="{B9C39AF7-7D86-4978-B9E3-2215F9453CF3}" type="presOf" srcId="{E95D15D9-6227-41B3-A0E5-7E6E170D32E9}" destId="{A5DA27E2-4C26-46BA-8558-4C4EB4996C00}" srcOrd="0" destOrd="0" presId="urn:microsoft.com/office/officeart/2018/2/layout/IconVerticalSolidList"/>
    <dgm:cxn modelId="{1D7C58E7-A2DE-4C0A-87A7-8C89098ABC99}" type="presParOf" srcId="{2D45A284-B745-4A42-A659-B967B49B5F6D}" destId="{7155E544-02C3-4D90-B241-04DC1754157C}" srcOrd="0" destOrd="0" presId="urn:microsoft.com/office/officeart/2018/2/layout/IconVerticalSolidList"/>
    <dgm:cxn modelId="{7E76F0AA-29F6-492C-BF2E-E1271ACE1C94}" type="presParOf" srcId="{7155E544-02C3-4D90-B241-04DC1754157C}" destId="{B73EB5A1-AD53-49D9-9404-4CBC81555EC2}" srcOrd="0" destOrd="0" presId="urn:microsoft.com/office/officeart/2018/2/layout/IconVerticalSolidList"/>
    <dgm:cxn modelId="{85C43159-DDFA-4079-9E49-B7FFA183E5BF}" type="presParOf" srcId="{7155E544-02C3-4D90-B241-04DC1754157C}" destId="{A5C7BBDA-4D68-458A-AFAB-151B85B5464E}" srcOrd="1" destOrd="0" presId="urn:microsoft.com/office/officeart/2018/2/layout/IconVerticalSolidList"/>
    <dgm:cxn modelId="{CEC9FA98-C2A7-4A44-B45C-5A2DFEB32822}" type="presParOf" srcId="{7155E544-02C3-4D90-B241-04DC1754157C}" destId="{E6ED0CB0-87DC-42A1-80AE-8CD31FB2078A}" srcOrd="2" destOrd="0" presId="urn:microsoft.com/office/officeart/2018/2/layout/IconVerticalSolidList"/>
    <dgm:cxn modelId="{DDD6A967-A715-4952-98B6-3D66A63D5226}" type="presParOf" srcId="{7155E544-02C3-4D90-B241-04DC1754157C}" destId="{A2BA800E-8B7D-4F68-9C2C-2B639AEECBC4}" srcOrd="3" destOrd="0" presId="urn:microsoft.com/office/officeart/2018/2/layout/IconVerticalSolidList"/>
    <dgm:cxn modelId="{AF797E1E-66C9-4FD5-85B7-3EAB3BFFD2B9}" type="presParOf" srcId="{2D45A284-B745-4A42-A659-B967B49B5F6D}" destId="{963D2841-8CE2-4135-8442-0AC709395FCF}" srcOrd="1" destOrd="0" presId="urn:microsoft.com/office/officeart/2018/2/layout/IconVerticalSolidList"/>
    <dgm:cxn modelId="{8524C8BA-CA6C-4A2D-AC00-B0B48CF42DA2}" type="presParOf" srcId="{2D45A284-B745-4A42-A659-B967B49B5F6D}" destId="{424DBAA0-17D4-49AC-9393-77DFE84860C7}" srcOrd="2" destOrd="0" presId="urn:microsoft.com/office/officeart/2018/2/layout/IconVerticalSolidList"/>
    <dgm:cxn modelId="{D38C60B9-CC70-43B1-BAE6-9418832012B7}" type="presParOf" srcId="{424DBAA0-17D4-49AC-9393-77DFE84860C7}" destId="{25C75681-0C22-4DA2-9AD6-EE1ECCCEA036}" srcOrd="0" destOrd="0" presId="urn:microsoft.com/office/officeart/2018/2/layout/IconVerticalSolidList"/>
    <dgm:cxn modelId="{C3C8E308-6237-48B2-B1C6-68ED06BE87E2}" type="presParOf" srcId="{424DBAA0-17D4-49AC-9393-77DFE84860C7}" destId="{A60D5ED5-0933-43FE-AC29-2EEC8A7EDBDB}" srcOrd="1" destOrd="0" presId="urn:microsoft.com/office/officeart/2018/2/layout/IconVerticalSolidList"/>
    <dgm:cxn modelId="{6B30F0BA-BBFD-447C-A1FB-D97C3CA6623F}" type="presParOf" srcId="{424DBAA0-17D4-49AC-9393-77DFE84860C7}" destId="{818E8191-3CE5-4CCF-8FF1-2A17122713C4}" srcOrd="2" destOrd="0" presId="urn:microsoft.com/office/officeart/2018/2/layout/IconVerticalSolidList"/>
    <dgm:cxn modelId="{23676E61-FA03-42AE-913D-DAABC5C0F882}" type="presParOf" srcId="{424DBAA0-17D4-49AC-9393-77DFE84860C7}" destId="{EBDC054B-FB84-4C9E-B1A9-65E8177DD361}" srcOrd="3" destOrd="0" presId="urn:microsoft.com/office/officeart/2018/2/layout/IconVerticalSolidList"/>
    <dgm:cxn modelId="{A2144A90-58B6-4CAB-AF3F-12EB7967F6A1}" type="presParOf" srcId="{424DBAA0-17D4-49AC-9393-77DFE84860C7}" destId="{1EE3DB9F-C436-4AF5-A032-9E72363250BE}" srcOrd="4" destOrd="0" presId="urn:microsoft.com/office/officeart/2018/2/layout/IconVerticalSolidList"/>
    <dgm:cxn modelId="{2EA77B55-9D27-4E2C-A0FF-921EEE714CA7}" type="presParOf" srcId="{2D45A284-B745-4A42-A659-B967B49B5F6D}" destId="{69B752E2-8611-495D-8F7B-F569C1422EF2}" srcOrd="3" destOrd="0" presId="urn:microsoft.com/office/officeart/2018/2/layout/IconVerticalSolidList"/>
    <dgm:cxn modelId="{9975FF43-12C6-42E1-9C93-0685FFDA1C6F}" type="presParOf" srcId="{2D45A284-B745-4A42-A659-B967B49B5F6D}" destId="{3CE1CF74-4E09-4A92-9BBC-87D9D264CD8A}" srcOrd="4" destOrd="0" presId="urn:microsoft.com/office/officeart/2018/2/layout/IconVerticalSolidList"/>
    <dgm:cxn modelId="{E073D628-D4EC-4832-8C3A-5F64CD1CC70D}" type="presParOf" srcId="{3CE1CF74-4E09-4A92-9BBC-87D9D264CD8A}" destId="{B1EADE5F-DA96-48CD-B732-5C204CF0E5BA}" srcOrd="0" destOrd="0" presId="urn:microsoft.com/office/officeart/2018/2/layout/IconVerticalSolidList"/>
    <dgm:cxn modelId="{F40D1D66-A030-4E42-B5AF-DDE3BB805563}" type="presParOf" srcId="{3CE1CF74-4E09-4A92-9BBC-87D9D264CD8A}" destId="{61EB9ECC-A2FE-4FB6-84D8-DA09BB53775B}" srcOrd="1" destOrd="0" presId="urn:microsoft.com/office/officeart/2018/2/layout/IconVerticalSolidList"/>
    <dgm:cxn modelId="{0E0FF6FD-6C31-403D-A563-5FF0D44091E3}" type="presParOf" srcId="{3CE1CF74-4E09-4A92-9BBC-87D9D264CD8A}" destId="{415646BC-2ED0-4C18-9024-BA1CBE1F172E}" srcOrd="2" destOrd="0" presId="urn:microsoft.com/office/officeart/2018/2/layout/IconVerticalSolidList"/>
    <dgm:cxn modelId="{A68AF492-1716-41CF-ABF2-1B371C034E4C}" type="presParOf" srcId="{3CE1CF74-4E09-4A92-9BBC-87D9D264CD8A}" destId="{4C8E5597-3BC7-4F5C-8A52-B991F4E3CD81}" srcOrd="3" destOrd="0" presId="urn:microsoft.com/office/officeart/2018/2/layout/IconVerticalSolidList"/>
    <dgm:cxn modelId="{1C9ECF5F-3F09-4440-9840-EC837B0641E7}" type="presParOf" srcId="{2D45A284-B745-4A42-A659-B967B49B5F6D}" destId="{E70CA4F2-8D1E-4941-88C6-B46ABA47A3E3}" srcOrd="5" destOrd="0" presId="urn:microsoft.com/office/officeart/2018/2/layout/IconVerticalSolidList"/>
    <dgm:cxn modelId="{C8E8C0FB-0E89-44D2-8596-D829C4695FA5}" type="presParOf" srcId="{2D45A284-B745-4A42-A659-B967B49B5F6D}" destId="{324B1956-E826-4D10-981E-32494A51AAAB}" srcOrd="6" destOrd="0" presId="urn:microsoft.com/office/officeart/2018/2/layout/IconVerticalSolidList"/>
    <dgm:cxn modelId="{C48467BB-5795-42D0-9CA8-F86917A5380D}" type="presParOf" srcId="{324B1956-E826-4D10-981E-32494A51AAAB}" destId="{407C17CE-F410-4266-9D69-846BF917CECF}" srcOrd="0" destOrd="0" presId="urn:microsoft.com/office/officeart/2018/2/layout/IconVerticalSolidList"/>
    <dgm:cxn modelId="{59FE385C-CE9E-4948-9A03-98A5C150DE08}" type="presParOf" srcId="{324B1956-E826-4D10-981E-32494A51AAAB}" destId="{FFA03EF2-BB6E-4D11-B72A-9CC53DD31B17}" srcOrd="1" destOrd="0" presId="urn:microsoft.com/office/officeart/2018/2/layout/IconVerticalSolidList"/>
    <dgm:cxn modelId="{D313D42C-2256-491F-AF2B-FC5D15F18483}" type="presParOf" srcId="{324B1956-E826-4D10-981E-32494A51AAAB}" destId="{4F8E4840-14CC-4F97-9844-E59D8955F996}" srcOrd="2" destOrd="0" presId="urn:microsoft.com/office/officeart/2018/2/layout/IconVerticalSolidList"/>
    <dgm:cxn modelId="{9889FDDB-5CE7-433E-A995-12F98B14A3AC}" type="presParOf" srcId="{324B1956-E826-4D10-981E-32494A51AAAB}" destId="{A5DA27E2-4C26-46BA-8558-4C4EB4996C0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37685BCD-E204-470A-9135-D54309C9071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42F903E6-2629-4C3A-BAA3-74FC80B7F9D9}">
      <dgm:prSet/>
      <dgm:spPr/>
      <dgm:t>
        <a:bodyPr/>
        <a:lstStyle/>
        <a:p>
          <a:r>
            <a:rPr lang="en-US"/>
            <a:t>Desktop virtualization allows the users’ OS to be remotely stored on a server in the data center. </a:t>
          </a:r>
        </a:p>
      </dgm:t>
    </dgm:pt>
    <dgm:pt modelId="{94069F92-0107-4771-A1CE-DD250F6A7CD3}" type="parTrans" cxnId="{7A0293CC-A1A3-4E7F-A02B-C0D80FF9F4FC}">
      <dgm:prSet/>
      <dgm:spPr/>
      <dgm:t>
        <a:bodyPr/>
        <a:lstStyle/>
        <a:p>
          <a:endParaRPr lang="en-US"/>
        </a:p>
      </dgm:t>
    </dgm:pt>
    <dgm:pt modelId="{84CEEFA0-9D80-42E7-9AB6-B8FEA3384DF9}" type="sibTrans" cxnId="{7A0293CC-A1A3-4E7F-A02B-C0D80FF9F4FC}">
      <dgm:prSet/>
      <dgm:spPr/>
      <dgm:t>
        <a:bodyPr/>
        <a:lstStyle/>
        <a:p>
          <a:endParaRPr lang="en-US"/>
        </a:p>
      </dgm:t>
    </dgm:pt>
    <dgm:pt modelId="{2FCE1758-01ED-46EB-BFC9-3EF778D93DAA}">
      <dgm:prSet/>
      <dgm:spPr/>
      <dgm:t>
        <a:bodyPr/>
        <a:lstStyle/>
        <a:p>
          <a:r>
            <a:rPr lang="en-US"/>
            <a:t>It allows the user to access their desktop virtually, from any location by a different machine. </a:t>
          </a:r>
        </a:p>
      </dgm:t>
    </dgm:pt>
    <dgm:pt modelId="{24817CB3-4FAA-49F3-A07C-2C9051AE9748}" type="parTrans" cxnId="{A6785FAC-237A-4D42-AD9C-22B57332C07B}">
      <dgm:prSet/>
      <dgm:spPr/>
      <dgm:t>
        <a:bodyPr/>
        <a:lstStyle/>
        <a:p>
          <a:endParaRPr lang="en-US"/>
        </a:p>
      </dgm:t>
    </dgm:pt>
    <dgm:pt modelId="{32611087-8387-47F9-A41B-393500EB741C}" type="sibTrans" cxnId="{A6785FAC-237A-4D42-AD9C-22B57332C07B}">
      <dgm:prSet/>
      <dgm:spPr/>
      <dgm:t>
        <a:bodyPr/>
        <a:lstStyle/>
        <a:p>
          <a:endParaRPr lang="en-US"/>
        </a:p>
      </dgm:t>
    </dgm:pt>
    <dgm:pt modelId="{0A6143BC-D4D7-456E-84C7-6536407DF1AA}">
      <dgm:prSet/>
      <dgm:spPr/>
      <dgm:t>
        <a:bodyPr/>
        <a:lstStyle/>
        <a:p>
          <a:r>
            <a:rPr lang="en-US"/>
            <a:t>The main benefits of desktop virtualization are user mobility, portability, and easy management of software installation, updates, and patches. </a:t>
          </a:r>
        </a:p>
      </dgm:t>
    </dgm:pt>
    <dgm:pt modelId="{5CC22760-9534-4489-B068-0D60F484D8E1}" type="parTrans" cxnId="{D2E6ACA7-5CDF-42F4-B0EB-5A1D95E8FCE0}">
      <dgm:prSet/>
      <dgm:spPr/>
      <dgm:t>
        <a:bodyPr/>
        <a:lstStyle/>
        <a:p>
          <a:endParaRPr lang="en-US"/>
        </a:p>
      </dgm:t>
    </dgm:pt>
    <dgm:pt modelId="{7211A47F-82D1-4855-82A8-B723693467F3}" type="sibTrans" cxnId="{D2E6ACA7-5CDF-42F4-B0EB-5A1D95E8FCE0}">
      <dgm:prSet/>
      <dgm:spPr/>
      <dgm:t>
        <a:bodyPr/>
        <a:lstStyle/>
        <a:p>
          <a:endParaRPr lang="en-US"/>
        </a:p>
      </dgm:t>
    </dgm:pt>
    <dgm:pt modelId="{72F1463C-E503-4D80-887A-D6DDDBA33B9B}">
      <dgm:prSet/>
      <dgm:spPr/>
      <dgm:t>
        <a:bodyPr/>
        <a:lstStyle/>
        <a:p>
          <a:r>
            <a:rPr lang="en-US" b="0" i="0"/>
            <a:t>It also makes desktop management efficient and secure, saving money on desktop hardware. </a:t>
          </a:r>
          <a:endParaRPr lang="en-US"/>
        </a:p>
      </dgm:t>
    </dgm:pt>
    <dgm:pt modelId="{304B476E-CB3F-4AC4-B990-5E2923488CCB}" type="parTrans" cxnId="{41E83A73-89E6-4075-82CE-56116CC27C51}">
      <dgm:prSet/>
      <dgm:spPr/>
      <dgm:t>
        <a:bodyPr/>
        <a:lstStyle/>
        <a:p>
          <a:endParaRPr lang="en-US"/>
        </a:p>
      </dgm:t>
    </dgm:pt>
    <dgm:pt modelId="{6931472A-CC72-455F-BF10-8B6E77F62461}" type="sibTrans" cxnId="{41E83A73-89E6-4075-82CE-56116CC27C51}">
      <dgm:prSet/>
      <dgm:spPr/>
      <dgm:t>
        <a:bodyPr/>
        <a:lstStyle/>
        <a:p>
          <a:endParaRPr lang="en-US"/>
        </a:p>
      </dgm:t>
    </dgm:pt>
    <dgm:pt modelId="{026B4F7C-257B-4DF1-BCFB-70694E154A2A}" type="pres">
      <dgm:prSet presAssocID="{37685BCD-E204-470A-9135-D54309C90716}" presName="root" presStyleCnt="0">
        <dgm:presLayoutVars>
          <dgm:dir/>
          <dgm:resizeHandles val="exact"/>
        </dgm:presLayoutVars>
      </dgm:prSet>
      <dgm:spPr/>
    </dgm:pt>
    <dgm:pt modelId="{228FF219-EA6D-4524-B33D-B95F1C2447EF}" type="pres">
      <dgm:prSet presAssocID="{42F903E6-2629-4C3A-BAA3-74FC80B7F9D9}" presName="compNode" presStyleCnt="0"/>
      <dgm:spPr/>
    </dgm:pt>
    <dgm:pt modelId="{810A78CA-5F6D-4FD3-A82A-471E43946A0C}" type="pres">
      <dgm:prSet presAssocID="{42F903E6-2629-4C3A-BAA3-74FC80B7F9D9}" presName="bgRect" presStyleLbl="bgShp" presStyleIdx="0" presStyleCnt="4"/>
      <dgm:spPr/>
    </dgm:pt>
    <dgm:pt modelId="{6F2AC96B-BB40-4B85-8671-343F1CB62E3D}" type="pres">
      <dgm:prSet presAssocID="{42F903E6-2629-4C3A-BAA3-74FC80B7F9D9}"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mputer"/>
        </a:ext>
      </dgm:extLst>
    </dgm:pt>
    <dgm:pt modelId="{4FA0B1E9-AE84-4617-A339-7B0FC6AE3B8A}" type="pres">
      <dgm:prSet presAssocID="{42F903E6-2629-4C3A-BAA3-74FC80B7F9D9}" presName="spaceRect" presStyleCnt="0"/>
      <dgm:spPr/>
    </dgm:pt>
    <dgm:pt modelId="{9E78B415-CAF6-460C-8A3B-F859AF57A0E3}" type="pres">
      <dgm:prSet presAssocID="{42F903E6-2629-4C3A-BAA3-74FC80B7F9D9}" presName="parTx" presStyleLbl="revTx" presStyleIdx="0" presStyleCnt="4">
        <dgm:presLayoutVars>
          <dgm:chMax val="0"/>
          <dgm:chPref val="0"/>
        </dgm:presLayoutVars>
      </dgm:prSet>
      <dgm:spPr/>
    </dgm:pt>
    <dgm:pt modelId="{06B01B82-CCEC-4180-BDEE-3DB428436421}" type="pres">
      <dgm:prSet presAssocID="{84CEEFA0-9D80-42E7-9AB6-B8FEA3384DF9}" presName="sibTrans" presStyleCnt="0"/>
      <dgm:spPr/>
    </dgm:pt>
    <dgm:pt modelId="{CFF97CB2-8094-40C3-BAEF-1669043C48EE}" type="pres">
      <dgm:prSet presAssocID="{2FCE1758-01ED-46EB-BFC9-3EF778D93DAA}" presName="compNode" presStyleCnt="0"/>
      <dgm:spPr/>
    </dgm:pt>
    <dgm:pt modelId="{FFADEFA8-4FE2-454F-A17F-BBBDF6935752}" type="pres">
      <dgm:prSet presAssocID="{2FCE1758-01ED-46EB-BFC9-3EF778D93DAA}" presName="bgRect" presStyleLbl="bgShp" presStyleIdx="1" presStyleCnt="4"/>
      <dgm:spPr/>
    </dgm:pt>
    <dgm:pt modelId="{17415150-5F0F-4C0C-AFEB-EC59291900E6}" type="pres">
      <dgm:prSet presAssocID="{2FCE1758-01ED-46EB-BFC9-3EF778D93DAA}"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eb Design"/>
        </a:ext>
      </dgm:extLst>
    </dgm:pt>
    <dgm:pt modelId="{8D08F496-0600-4F1F-97B5-4C44BE351224}" type="pres">
      <dgm:prSet presAssocID="{2FCE1758-01ED-46EB-BFC9-3EF778D93DAA}" presName="spaceRect" presStyleCnt="0"/>
      <dgm:spPr/>
    </dgm:pt>
    <dgm:pt modelId="{2A841BF2-F05B-4790-A802-125120DC30EE}" type="pres">
      <dgm:prSet presAssocID="{2FCE1758-01ED-46EB-BFC9-3EF778D93DAA}" presName="parTx" presStyleLbl="revTx" presStyleIdx="1" presStyleCnt="4">
        <dgm:presLayoutVars>
          <dgm:chMax val="0"/>
          <dgm:chPref val="0"/>
        </dgm:presLayoutVars>
      </dgm:prSet>
      <dgm:spPr/>
    </dgm:pt>
    <dgm:pt modelId="{88E25B54-008C-4C11-97CD-2328EEE26DBA}" type="pres">
      <dgm:prSet presAssocID="{32611087-8387-47F9-A41B-393500EB741C}" presName="sibTrans" presStyleCnt="0"/>
      <dgm:spPr/>
    </dgm:pt>
    <dgm:pt modelId="{4E96F452-0615-48D8-B3DA-39BDD5C56082}" type="pres">
      <dgm:prSet presAssocID="{0A6143BC-D4D7-456E-84C7-6536407DF1AA}" presName="compNode" presStyleCnt="0"/>
      <dgm:spPr/>
    </dgm:pt>
    <dgm:pt modelId="{26C4C3CD-7385-480F-9175-2C4D18E088B3}" type="pres">
      <dgm:prSet presAssocID="{0A6143BC-D4D7-456E-84C7-6536407DF1AA}" presName="bgRect" presStyleLbl="bgShp" presStyleIdx="2" presStyleCnt="4"/>
      <dgm:spPr/>
    </dgm:pt>
    <dgm:pt modelId="{59D4C730-8473-4380-A11D-03D41CA23D66}" type="pres">
      <dgm:prSet presAssocID="{0A6143BC-D4D7-456E-84C7-6536407DF1AA}"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cessor"/>
        </a:ext>
      </dgm:extLst>
    </dgm:pt>
    <dgm:pt modelId="{463EE7C5-FFDA-43D0-A749-5AB949875C4F}" type="pres">
      <dgm:prSet presAssocID="{0A6143BC-D4D7-456E-84C7-6536407DF1AA}" presName="spaceRect" presStyleCnt="0"/>
      <dgm:spPr/>
    </dgm:pt>
    <dgm:pt modelId="{D94CCB18-4F77-40CE-956C-D115310D9079}" type="pres">
      <dgm:prSet presAssocID="{0A6143BC-D4D7-456E-84C7-6536407DF1AA}" presName="parTx" presStyleLbl="revTx" presStyleIdx="2" presStyleCnt="4">
        <dgm:presLayoutVars>
          <dgm:chMax val="0"/>
          <dgm:chPref val="0"/>
        </dgm:presLayoutVars>
      </dgm:prSet>
      <dgm:spPr/>
    </dgm:pt>
    <dgm:pt modelId="{9B82DBBD-8A10-4B54-AC11-9CA942E6C278}" type="pres">
      <dgm:prSet presAssocID="{7211A47F-82D1-4855-82A8-B723693467F3}" presName="sibTrans" presStyleCnt="0"/>
      <dgm:spPr/>
    </dgm:pt>
    <dgm:pt modelId="{A60AAA77-79DE-4DE7-8CB0-1825D64FD61B}" type="pres">
      <dgm:prSet presAssocID="{72F1463C-E503-4D80-887A-D6DDDBA33B9B}" presName="compNode" presStyleCnt="0"/>
      <dgm:spPr/>
    </dgm:pt>
    <dgm:pt modelId="{5A7E5B39-6F32-48AA-944E-25E3BF636A55}" type="pres">
      <dgm:prSet presAssocID="{72F1463C-E503-4D80-887A-D6DDDBA33B9B}" presName="bgRect" presStyleLbl="bgShp" presStyleIdx="3" presStyleCnt="4"/>
      <dgm:spPr/>
    </dgm:pt>
    <dgm:pt modelId="{139BF5F6-A71B-4F57-9303-974C158E5094}" type="pres">
      <dgm:prSet presAssocID="{72F1463C-E503-4D80-887A-D6DDDBA33B9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onitor"/>
        </a:ext>
      </dgm:extLst>
    </dgm:pt>
    <dgm:pt modelId="{F722995A-F7B9-4CCE-A0BF-75C2A3D76CF1}" type="pres">
      <dgm:prSet presAssocID="{72F1463C-E503-4D80-887A-D6DDDBA33B9B}" presName="spaceRect" presStyleCnt="0"/>
      <dgm:spPr/>
    </dgm:pt>
    <dgm:pt modelId="{002A25AE-C105-4F04-BC86-62D504D80418}" type="pres">
      <dgm:prSet presAssocID="{72F1463C-E503-4D80-887A-D6DDDBA33B9B}" presName="parTx" presStyleLbl="revTx" presStyleIdx="3" presStyleCnt="4">
        <dgm:presLayoutVars>
          <dgm:chMax val="0"/>
          <dgm:chPref val="0"/>
        </dgm:presLayoutVars>
      </dgm:prSet>
      <dgm:spPr/>
    </dgm:pt>
  </dgm:ptLst>
  <dgm:cxnLst>
    <dgm:cxn modelId="{668EB51F-A34F-451D-BC3A-1C4F0E896EB7}" type="presOf" srcId="{0A6143BC-D4D7-456E-84C7-6536407DF1AA}" destId="{D94CCB18-4F77-40CE-956C-D115310D9079}" srcOrd="0" destOrd="0" presId="urn:microsoft.com/office/officeart/2018/2/layout/IconVerticalSolidList"/>
    <dgm:cxn modelId="{EA8F2D65-2D3B-4FC7-997F-C2B1084E1046}" type="presOf" srcId="{42F903E6-2629-4C3A-BAA3-74FC80B7F9D9}" destId="{9E78B415-CAF6-460C-8A3B-F859AF57A0E3}" srcOrd="0" destOrd="0" presId="urn:microsoft.com/office/officeart/2018/2/layout/IconVerticalSolidList"/>
    <dgm:cxn modelId="{41E83A73-89E6-4075-82CE-56116CC27C51}" srcId="{37685BCD-E204-470A-9135-D54309C90716}" destId="{72F1463C-E503-4D80-887A-D6DDDBA33B9B}" srcOrd="3" destOrd="0" parTransId="{304B476E-CB3F-4AC4-B990-5E2923488CCB}" sibTransId="{6931472A-CC72-455F-BF10-8B6E77F62461}"/>
    <dgm:cxn modelId="{D2E6ACA7-5CDF-42F4-B0EB-5A1D95E8FCE0}" srcId="{37685BCD-E204-470A-9135-D54309C90716}" destId="{0A6143BC-D4D7-456E-84C7-6536407DF1AA}" srcOrd="2" destOrd="0" parTransId="{5CC22760-9534-4489-B068-0D60F484D8E1}" sibTransId="{7211A47F-82D1-4855-82A8-B723693467F3}"/>
    <dgm:cxn modelId="{A6785FAC-237A-4D42-AD9C-22B57332C07B}" srcId="{37685BCD-E204-470A-9135-D54309C90716}" destId="{2FCE1758-01ED-46EB-BFC9-3EF778D93DAA}" srcOrd="1" destOrd="0" parTransId="{24817CB3-4FAA-49F3-A07C-2C9051AE9748}" sibTransId="{32611087-8387-47F9-A41B-393500EB741C}"/>
    <dgm:cxn modelId="{7A0293CC-A1A3-4E7F-A02B-C0D80FF9F4FC}" srcId="{37685BCD-E204-470A-9135-D54309C90716}" destId="{42F903E6-2629-4C3A-BAA3-74FC80B7F9D9}" srcOrd="0" destOrd="0" parTransId="{94069F92-0107-4771-A1CE-DD250F6A7CD3}" sibTransId="{84CEEFA0-9D80-42E7-9AB6-B8FEA3384DF9}"/>
    <dgm:cxn modelId="{C7E170E0-48EA-44F8-B60E-BBCE6898C242}" type="presOf" srcId="{72F1463C-E503-4D80-887A-D6DDDBA33B9B}" destId="{002A25AE-C105-4F04-BC86-62D504D80418}" srcOrd="0" destOrd="0" presId="urn:microsoft.com/office/officeart/2018/2/layout/IconVerticalSolidList"/>
    <dgm:cxn modelId="{4E28B9EF-DB6E-4970-BBD9-9735EF59885A}" type="presOf" srcId="{37685BCD-E204-470A-9135-D54309C90716}" destId="{026B4F7C-257B-4DF1-BCFB-70694E154A2A}" srcOrd="0" destOrd="0" presId="urn:microsoft.com/office/officeart/2018/2/layout/IconVerticalSolidList"/>
    <dgm:cxn modelId="{26F6FEFC-764B-4F20-A376-5982EDDDE515}" type="presOf" srcId="{2FCE1758-01ED-46EB-BFC9-3EF778D93DAA}" destId="{2A841BF2-F05B-4790-A802-125120DC30EE}" srcOrd="0" destOrd="0" presId="urn:microsoft.com/office/officeart/2018/2/layout/IconVerticalSolidList"/>
    <dgm:cxn modelId="{11ADAFFD-7F1F-48AB-86EF-0A99E2199C58}" type="presParOf" srcId="{026B4F7C-257B-4DF1-BCFB-70694E154A2A}" destId="{228FF219-EA6D-4524-B33D-B95F1C2447EF}" srcOrd="0" destOrd="0" presId="urn:microsoft.com/office/officeart/2018/2/layout/IconVerticalSolidList"/>
    <dgm:cxn modelId="{E3DA84C8-4CA8-4E51-A271-A51FFBBD4864}" type="presParOf" srcId="{228FF219-EA6D-4524-B33D-B95F1C2447EF}" destId="{810A78CA-5F6D-4FD3-A82A-471E43946A0C}" srcOrd="0" destOrd="0" presId="urn:microsoft.com/office/officeart/2018/2/layout/IconVerticalSolidList"/>
    <dgm:cxn modelId="{3ACF9EC7-5E0D-4639-94A1-B1B0FBB0182F}" type="presParOf" srcId="{228FF219-EA6D-4524-B33D-B95F1C2447EF}" destId="{6F2AC96B-BB40-4B85-8671-343F1CB62E3D}" srcOrd="1" destOrd="0" presId="urn:microsoft.com/office/officeart/2018/2/layout/IconVerticalSolidList"/>
    <dgm:cxn modelId="{C258DC6D-F1CE-4DCE-8B4D-427A8C630DB7}" type="presParOf" srcId="{228FF219-EA6D-4524-B33D-B95F1C2447EF}" destId="{4FA0B1E9-AE84-4617-A339-7B0FC6AE3B8A}" srcOrd="2" destOrd="0" presId="urn:microsoft.com/office/officeart/2018/2/layout/IconVerticalSolidList"/>
    <dgm:cxn modelId="{B371A84F-8D90-4250-9FA9-3A73A131C1B2}" type="presParOf" srcId="{228FF219-EA6D-4524-B33D-B95F1C2447EF}" destId="{9E78B415-CAF6-460C-8A3B-F859AF57A0E3}" srcOrd="3" destOrd="0" presId="urn:microsoft.com/office/officeart/2018/2/layout/IconVerticalSolidList"/>
    <dgm:cxn modelId="{5D2FF649-7BBF-491F-A8C7-E786FD747664}" type="presParOf" srcId="{026B4F7C-257B-4DF1-BCFB-70694E154A2A}" destId="{06B01B82-CCEC-4180-BDEE-3DB428436421}" srcOrd="1" destOrd="0" presId="urn:microsoft.com/office/officeart/2018/2/layout/IconVerticalSolidList"/>
    <dgm:cxn modelId="{5A39F9B4-E249-496A-A4CD-34DF817F49E8}" type="presParOf" srcId="{026B4F7C-257B-4DF1-BCFB-70694E154A2A}" destId="{CFF97CB2-8094-40C3-BAEF-1669043C48EE}" srcOrd="2" destOrd="0" presId="urn:microsoft.com/office/officeart/2018/2/layout/IconVerticalSolidList"/>
    <dgm:cxn modelId="{89E0A5AB-9592-40D8-A8A2-28BA24C15983}" type="presParOf" srcId="{CFF97CB2-8094-40C3-BAEF-1669043C48EE}" destId="{FFADEFA8-4FE2-454F-A17F-BBBDF6935752}" srcOrd="0" destOrd="0" presId="urn:microsoft.com/office/officeart/2018/2/layout/IconVerticalSolidList"/>
    <dgm:cxn modelId="{F36D0C81-0D2A-4A8D-9F1F-644E2348FC14}" type="presParOf" srcId="{CFF97CB2-8094-40C3-BAEF-1669043C48EE}" destId="{17415150-5F0F-4C0C-AFEB-EC59291900E6}" srcOrd="1" destOrd="0" presId="urn:microsoft.com/office/officeart/2018/2/layout/IconVerticalSolidList"/>
    <dgm:cxn modelId="{7009B757-A828-45E4-8FCE-C3400A7A684F}" type="presParOf" srcId="{CFF97CB2-8094-40C3-BAEF-1669043C48EE}" destId="{8D08F496-0600-4F1F-97B5-4C44BE351224}" srcOrd="2" destOrd="0" presId="urn:microsoft.com/office/officeart/2018/2/layout/IconVerticalSolidList"/>
    <dgm:cxn modelId="{362FEF99-82B2-45CC-85CA-F1B66E82C407}" type="presParOf" srcId="{CFF97CB2-8094-40C3-BAEF-1669043C48EE}" destId="{2A841BF2-F05B-4790-A802-125120DC30EE}" srcOrd="3" destOrd="0" presId="urn:microsoft.com/office/officeart/2018/2/layout/IconVerticalSolidList"/>
    <dgm:cxn modelId="{37450A2A-CB8A-4A3B-ACF9-71B23E47E969}" type="presParOf" srcId="{026B4F7C-257B-4DF1-BCFB-70694E154A2A}" destId="{88E25B54-008C-4C11-97CD-2328EEE26DBA}" srcOrd="3" destOrd="0" presId="urn:microsoft.com/office/officeart/2018/2/layout/IconVerticalSolidList"/>
    <dgm:cxn modelId="{B30E5AB2-B901-482A-B4B5-B92AA052B7ED}" type="presParOf" srcId="{026B4F7C-257B-4DF1-BCFB-70694E154A2A}" destId="{4E96F452-0615-48D8-B3DA-39BDD5C56082}" srcOrd="4" destOrd="0" presId="urn:microsoft.com/office/officeart/2018/2/layout/IconVerticalSolidList"/>
    <dgm:cxn modelId="{174DA2EF-C6B5-4D81-BC3C-D14378AE0BED}" type="presParOf" srcId="{4E96F452-0615-48D8-B3DA-39BDD5C56082}" destId="{26C4C3CD-7385-480F-9175-2C4D18E088B3}" srcOrd="0" destOrd="0" presId="urn:microsoft.com/office/officeart/2018/2/layout/IconVerticalSolidList"/>
    <dgm:cxn modelId="{6AEA39FF-C61A-4990-A829-186D5FD10DFA}" type="presParOf" srcId="{4E96F452-0615-48D8-B3DA-39BDD5C56082}" destId="{59D4C730-8473-4380-A11D-03D41CA23D66}" srcOrd="1" destOrd="0" presId="urn:microsoft.com/office/officeart/2018/2/layout/IconVerticalSolidList"/>
    <dgm:cxn modelId="{F2CEF95D-5FC2-4684-831A-D778070B7BF7}" type="presParOf" srcId="{4E96F452-0615-48D8-B3DA-39BDD5C56082}" destId="{463EE7C5-FFDA-43D0-A749-5AB949875C4F}" srcOrd="2" destOrd="0" presId="urn:microsoft.com/office/officeart/2018/2/layout/IconVerticalSolidList"/>
    <dgm:cxn modelId="{D07A8608-F596-4D69-BBD5-745B3D0A54A7}" type="presParOf" srcId="{4E96F452-0615-48D8-B3DA-39BDD5C56082}" destId="{D94CCB18-4F77-40CE-956C-D115310D9079}" srcOrd="3" destOrd="0" presId="urn:microsoft.com/office/officeart/2018/2/layout/IconVerticalSolidList"/>
    <dgm:cxn modelId="{7CA67478-F95F-405A-8F90-BA24FA79977F}" type="presParOf" srcId="{026B4F7C-257B-4DF1-BCFB-70694E154A2A}" destId="{9B82DBBD-8A10-4B54-AC11-9CA942E6C278}" srcOrd="5" destOrd="0" presId="urn:microsoft.com/office/officeart/2018/2/layout/IconVerticalSolidList"/>
    <dgm:cxn modelId="{64B2233A-DAA3-4019-B0DD-2931B8EC3270}" type="presParOf" srcId="{026B4F7C-257B-4DF1-BCFB-70694E154A2A}" destId="{A60AAA77-79DE-4DE7-8CB0-1825D64FD61B}" srcOrd="6" destOrd="0" presId="urn:microsoft.com/office/officeart/2018/2/layout/IconVerticalSolidList"/>
    <dgm:cxn modelId="{B8C7457B-319A-4907-9C91-C9633841043C}" type="presParOf" srcId="{A60AAA77-79DE-4DE7-8CB0-1825D64FD61B}" destId="{5A7E5B39-6F32-48AA-944E-25E3BF636A55}" srcOrd="0" destOrd="0" presId="urn:microsoft.com/office/officeart/2018/2/layout/IconVerticalSolidList"/>
    <dgm:cxn modelId="{3BB7EBE9-84C7-4C28-8DD4-0D9CB87BEED7}" type="presParOf" srcId="{A60AAA77-79DE-4DE7-8CB0-1825D64FD61B}" destId="{139BF5F6-A71B-4F57-9303-974C158E5094}" srcOrd="1" destOrd="0" presId="urn:microsoft.com/office/officeart/2018/2/layout/IconVerticalSolidList"/>
    <dgm:cxn modelId="{07360E5A-6469-45ED-A4BB-04CDBDB84E74}" type="presParOf" srcId="{A60AAA77-79DE-4DE7-8CB0-1825D64FD61B}" destId="{F722995A-F7B9-4CCE-A0BF-75C2A3D76CF1}" srcOrd="2" destOrd="0" presId="urn:microsoft.com/office/officeart/2018/2/layout/IconVerticalSolidList"/>
    <dgm:cxn modelId="{60910275-193D-44F0-AFAE-E28225511619}" type="presParOf" srcId="{A60AAA77-79DE-4DE7-8CB0-1825D64FD61B}" destId="{002A25AE-C105-4F04-BC86-62D504D8041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A01D1BC9-0682-4ADE-A71F-6DAABE164CCB}"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6488806C-7FF5-42EE-B34C-0B4845F80884}">
      <dgm:prSet/>
      <dgm:spPr/>
      <dgm:t>
        <a:bodyPr/>
        <a:lstStyle/>
        <a:p>
          <a:r>
            <a:rPr lang="en-US"/>
            <a:t>A customer service team that requires a desktop computer with Windows 10 and customer-relationship management software</a:t>
          </a:r>
        </a:p>
      </dgm:t>
    </dgm:pt>
    <dgm:pt modelId="{35490CA4-C3A9-432D-9772-37D33A1CCC8D}" type="parTrans" cxnId="{45F61201-0C35-4378-BD40-CBFF102E4D4C}">
      <dgm:prSet/>
      <dgm:spPr/>
      <dgm:t>
        <a:bodyPr/>
        <a:lstStyle/>
        <a:p>
          <a:endParaRPr lang="en-US"/>
        </a:p>
      </dgm:t>
    </dgm:pt>
    <dgm:pt modelId="{C2A43D07-90F2-4EE6-BB10-7D3AD1AF3A42}" type="sibTrans" cxnId="{45F61201-0C35-4378-BD40-CBFF102E4D4C}">
      <dgm:prSet/>
      <dgm:spPr/>
      <dgm:t>
        <a:bodyPr/>
        <a:lstStyle/>
        <a:p>
          <a:endParaRPr lang="en-US"/>
        </a:p>
      </dgm:t>
    </dgm:pt>
    <dgm:pt modelId="{64474680-4E13-4A87-BE50-7CB8D3EE6B7B}">
      <dgm:prSet/>
      <dgm:spPr/>
      <dgm:t>
        <a:bodyPr/>
        <a:lstStyle/>
        <a:p>
          <a:r>
            <a:rPr lang="en-US"/>
            <a:t>A marketing team that requires Windows 8 for sales applications</a:t>
          </a:r>
        </a:p>
      </dgm:t>
    </dgm:pt>
    <dgm:pt modelId="{484538D2-32BF-4A31-9D94-674121200F07}" type="parTrans" cxnId="{43ACD79F-2717-44C6-A510-CF67BAF90D70}">
      <dgm:prSet/>
      <dgm:spPr/>
      <dgm:t>
        <a:bodyPr/>
        <a:lstStyle/>
        <a:p>
          <a:endParaRPr lang="en-US"/>
        </a:p>
      </dgm:t>
    </dgm:pt>
    <dgm:pt modelId="{F8DB01A8-0508-4BC2-9A4D-C4802E910EE3}" type="sibTrans" cxnId="{43ACD79F-2717-44C6-A510-CF67BAF90D70}">
      <dgm:prSet/>
      <dgm:spPr/>
      <dgm:t>
        <a:bodyPr/>
        <a:lstStyle/>
        <a:p>
          <a:endParaRPr lang="en-US"/>
        </a:p>
      </dgm:t>
    </dgm:pt>
    <dgm:pt modelId="{023EB9EA-E3E1-432E-967E-C5000AA408F2}">
      <dgm:prSet/>
      <dgm:spPr/>
      <dgm:t>
        <a:bodyPr/>
        <a:lstStyle/>
        <a:p>
          <a:r>
            <a:rPr lang="en-US"/>
            <a:t>Desktop virtualization can help to run these different OS on virtual machines.</a:t>
          </a:r>
        </a:p>
      </dgm:t>
    </dgm:pt>
    <dgm:pt modelId="{DD33A1CA-617F-469B-B3C5-DE652A5AAA10}" type="parTrans" cxnId="{C978866D-3224-4441-B071-B31F02BE5622}">
      <dgm:prSet/>
      <dgm:spPr/>
      <dgm:t>
        <a:bodyPr/>
        <a:lstStyle/>
        <a:p>
          <a:endParaRPr lang="en-US"/>
        </a:p>
      </dgm:t>
    </dgm:pt>
    <dgm:pt modelId="{A0FDD295-56B1-4481-A81D-E0EE3FB2EAA0}" type="sibTrans" cxnId="{C978866D-3224-4441-B071-B31F02BE5622}">
      <dgm:prSet/>
      <dgm:spPr/>
      <dgm:t>
        <a:bodyPr/>
        <a:lstStyle/>
        <a:p>
          <a:endParaRPr lang="en-US"/>
        </a:p>
      </dgm:t>
    </dgm:pt>
    <dgm:pt modelId="{80CD927A-B133-4C9E-9C18-3F7269CBEC0B}" type="pres">
      <dgm:prSet presAssocID="{A01D1BC9-0682-4ADE-A71F-6DAABE164CCB}" presName="root" presStyleCnt="0">
        <dgm:presLayoutVars>
          <dgm:dir/>
          <dgm:resizeHandles val="exact"/>
        </dgm:presLayoutVars>
      </dgm:prSet>
      <dgm:spPr/>
    </dgm:pt>
    <dgm:pt modelId="{6A320EBA-BE93-4E35-869E-C7687155170C}" type="pres">
      <dgm:prSet presAssocID="{6488806C-7FF5-42EE-B34C-0B4845F80884}" presName="compNode" presStyleCnt="0"/>
      <dgm:spPr/>
    </dgm:pt>
    <dgm:pt modelId="{87AE63AB-25FD-4BA0-9C0B-841D76540B78}" type="pres">
      <dgm:prSet presAssocID="{6488806C-7FF5-42EE-B34C-0B4845F80884}" presName="bgRect" presStyleLbl="bgShp" presStyleIdx="0" presStyleCnt="3"/>
      <dgm:spPr/>
    </dgm:pt>
    <dgm:pt modelId="{A57D66DA-7DC4-4E98-B20E-CD895DB955A7}" type="pres">
      <dgm:prSet presAssocID="{6488806C-7FF5-42EE-B34C-0B4845F8088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ll center"/>
        </a:ext>
      </dgm:extLst>
    </dgm:pt>
    <dgm:pt modelId="{94DC700F-0CFF-4DEB-BCB2-9123F9466FCB}" type="pres">
      <dgm:prSet presAssocID="{6488806C-7FF5-42EE-B34C-0B4845F80884}" presName="spaceRect" presStyleCnt="0"/>
      <dgm:spPr/>
    </dgm:pt>
    <dgm:pt modelId="{345D97A4-CC05-4FC7-B995-396B4AF1BB97}" type="pres">
      <dgm:prSet presAssocID="{6488806C-7FF5-42EE-B34C-0B4845F80884}" presName="parTx" presStyleLbl="revTx" presStyleIdx="0" presStyleCnt="3">
        <dgm:presLayoutVars>
          <dgm:chMax val="0"/>
          <dgm:chPref val="0"/>
        </dgm:presLayoutVars>
      </dgm:prSet>
      <dgm:spPr/>
    </dgm:pt>
    <dgm:pt modelId="{9FC91FDC-97A5-4BED-B202-9423654949FD}" type="pres">
      <dgm:prSet presAssocID="{C2A43D07-90F2-4EE6-BB10-7D3AD1AF3A42}" presName="sibTrans" presStyleCnt="0"/>
      <dgm:spPr/>
    </dgm:pt>
    <dgm:pt modelId="{C5699A6A-9DB7-4F99-AE28-378F9F5CAA7B}" type="pres">
      <dgm:prSet presAssocID="{64474680-4E13-4A87-BE50-7CB8D3EE6B7B}" presName="compNode" presStyleCnt="0"/>
      <dgm:spPr/>
    </dgm:pt>
    <dgm:pt modelId="{159C2F88-B658-4FC8-808C-C603F52C842D}" type="pres">
      <dgm:prSet presAssocID="{64474680-4E13-4A87-BE50-7CB8D3EE6B7B}" presName="bgRect" presStyleLbl="bgShp" presStyleIdx="1" presStyleCnt="3"/>
      <dgm:spPr/>
    </dgm:pt>
    <dgm:pt modelId="{B9280F88-08F3-4BCD-9973-C91C48E50DCC}" type="pres">
      <dgm:prSet presAssocID="{64474680-4E13-4A87-BE50-7CB8D3EE6B7B}"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ers"/>
        </a:ext>
      </dgm:extLst>
    </dgm:pt>
    <dgm:pt modelId="{B6718F1A-4DF0-4D6E-8FF9-153A5B89ACD2}" type="pres">
      <dgm:prSet presAssocID="{64474680-4E13-4A87-BE50-7CB8D3EE6B7B}" presName="spaceRect" presStyleCnt="0"/>
      <dgm:spPr/>
    </dgm:pt>
    <dgm:pt modelId="{B71867DE-3CAA-47EB-8FB0-F182510AD40D}" type="pres">
      <dgm:prSet presAssocID="{64474680-4E13-4A87-BE50-7CB8D3EE6B7B}" presName="parTx" presStyleLbl="revTx" presStyleIdx="1" presStyleCnt="3">
        <dgm:presLayoutVars>
          <dgm:chMax val="0"/>
          <dgm:chPref val="0"/>
        </dgm:presLayoutVars>
      </dgm:prSet>
      <dgm:spPr/>
    </dgm:pt>
    <dgm:pt modelId="{181A7B4A-FDA8-4CCF-A2B9-66275FC0CEE1}" type="pres">
      <dgm:prSet presAssocID="{F8DB01A8-0508-4BC2-9A4D-C4802E910EE3}" presName="sibTrans" presStyleCnt="0"/>
      <dgm:spPr/>
    </dgm:pt>
    <dgm:pt modelId="{189B7F0F-890B-4EC8-A585-F60944C20216}" type="pres">
      <dgm:prSet presAssocID="{023EB9EA-E3E1-432E-967E-C5000AA408F2}" presName="compNode" presStyleCnt="0"/>
      <dgm:spPr/>
    </dgm:pt>
    <dgm:pt modelId="{8AEDD989-BCD4-41AC-BE8B-4FC04E81259F}" type="pres">
      <dgm:prSet presAssocID="{023EB9EA-E3E1-432E-967E-C5000AA408F2}" presName="bgRect" presStyleLbl="bgShp" presStyleIdx="2" presStyleCnt="3"/>
      <dgm:spPr/>
    </dgm:pt>
    <dgm:pt modelId="{6121FFA2-E0BD-4B88-97DA-FD60AE75E6BD}" type="pres">
      <dgm:prSet presAssocID="{023EB9EA-E3E1-432E-967E-C5000AA408F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omputer"/>
        </a:ext>
      </dgm:extLst>
    </dgm:pt>
    <dgm:pt modelId="{1EF0AA12-1541-476E-916F-2929EABEDFFB}" type="pres">
      <dgm:prSet presAssocID="{023EB9EA-E3E1-432E-967E-C5000AA408F2}" presName="spaceRect" presStyleCnt="0"/>
      <dgm:spPr/>
    </dgm:pt>
    <dgm:pt modelId="{D719365D-9EBC-4749-B0F5-3FCC5CA76F0E}" type="pres">
      <dgm:prSet presAssocID="{023EB9EA-E3E1-432E-967E-C5000AA408F2}" presName="parTx" presStyleLbl="revTx" presStyleIdx="2" presStyleCnt="3">
        <dgm:presLayoutVars>
          <dgm:chMax val="0"/>
          <dgm:chPref val="0"/>
        </dgm:presLayoutVars>
      </dgm:prSet>
      <dgm:spPr/>
    </dgm:pt>
  </dgm:ptLst>
  <dgm:cxnLst>
    <dgm:cxn modelId="{0ACE2000-566A-4F1C-8596-AAB5D62C47E3}" type="presOf" srcId="{023EB9EA-E3E1-432E-967E-C5000AA408F2}" destId="{D719365D-9EBC-4749-B0F5-3FCC5CA76F0E}" srcOrd="0" destOrd="0" presId="urn:microsoft.com/office/officeart/2018/2/layout/IconVerticalSolidList"/>
    <dgm:cxn modelId="{45F61201-0C35-4378-BD40-CBFF102E4D4C}" srcId="{A01D1BC9-0682-4ADE-A71F-6DAABE164CCB}" destId="{6488806C-7FF5-42EE-B34C-0B4845F80884}" srcOrd="0" destOrd="0" parTransId="{35490CA4-C3A9-432D-9772-37D33A1CCC8D}" sibTransId="{C2A43D07-90F2-4EE6-BB10-7D3AD1AF3A42}"/>
    <dgm:cxn modelId="{08DC7118-F363-4216-9455-F734A155ED35}" type="presOf" srcId="{A01D1BC9-0682-4ADE-A71F-6DAABE164CCB}" destId="{80CD927A-B133-4C9E-9C18-3F7269CBEC0B}" srcOrd="0" destOrd="0" presId="urn:microsoft.com/office/officeart/2018/2/layout/IconVerticalSolidList"/>
    <dgm:cxn modelId="{C978866D-3224-4441-B071-B31F02BE5622}" srcId="{A01D1BC9-0682-4ADE-A71F-6DAABE164CCB}" destId="{023EB9EA-E3E1-432E-967E-C5000AA408F2}" srcOrd="2" destOrd="0" parTransId="{DD33A1CA-617F-469B-B3C5-DE652A5AAA10}" sibTransId="{A0FDD295-56B1-4481-A81D-E0EE3FB2EAA0}"/>
    <dgm:cxn modelId="{EFCF659E-8E84-4E83-9AFD-F97D0229FD3F}" type="presOf" srcId="{64474680-4E13-4A87-BE50-7CB8D3EE6B7B}" destId="{B71867DE-3CAA-47EB-8FB0-F182510AD40D}" srcOrd="0" destOrd="0" presId="urn:microsoft.com/office/officeart/2018/2/layout/IconVerticalSolidList"/>
    <dgm:cxn modelId="{43ACD79F-2717-44C6-A510-CF67BAF90D70}" srcId="{A01D1BC9-0682-4ADE-A71F-6DAABE164CCB}" destId="{64474680-4E13-4A87-BE50-7CB8D3EE6B7B}" srcOrd="1" destOrd="0" parTransId="{484538D2-32BF-4A31-9D94-674121200F07}" sibTransId="{F8DB01A8-0508-4BC2-9A4D-C4802E910EE3}"/>
    <dgm:cxn modelId="{05162DCF-AD7A-4B1D-B9C2-93469122A74D}" type="presOf" srcId="{6488806C-7FF5-42EE-B34C-0B4845F80884}" destId="{345D97A4-CC05-4FC7-B995-396B4AF1BB97}" srcOrd="0" destOrd="0" presId="urn:microsoft.com/office/officeart/2018/2/layout/IconVerticalSolidList"/>
    <dgm:cxn modelId="{B7F68BA0-8B03-4B07-B872-025CE40CBFF1}" type="presParOf" srcId="{80CD927A-B133-4C9E-9C18-3F7269CBEC0B}" destId="{6A320EBA-BE93-4E35-869E-C7687155170C}" srcOrd="0" destOrd="0" presId="urn:microsoft.com/office/officeart/2018/2/layout/IconVerticalSolidList"/>
    <dgm:cxn modelId="{5A7D0ED4-6380-4BA3-9BFC-4BE2CC587D4D}" type="presParOf" srcId="{6A320EBA-BE93-4E35-869E-C7687155170C}" destId="{87AE63AB-25FD-4BA0-9C0B-841D76540B78}" srcOrd="0" destOrd="0" presId="urn:microsoft.com/office/officeart/2018/2/layout/IconVerticalSolidList"/>
    <dgm:cxn modelId="{734323D0-E110-4DD6-8AEC-E131F6FDBC20}" type="presParOf" srcId="{6A320EBA-BE93-4E35-869E-C7687155170C}" destId="{A57D66DA-7DC4-4E98-B20E-CD895DB955A7}" srcOrd="1" destOrd="0" presId="urn:microsoft.com/office/officeart/2018/2/layout/IconVerticalSolidList"/>
    <dgm:cxn modelId="{04AF610B-C2EA-4395-A11D-3ACB9EEA9132}" type="presParOf" srcId="{6A320EBA-BE93-4E35-869E-C7687155170C}" destId="{94DC700F-0CFF-4DEB-BCB2-9123F9466FCB}" srcOrd="2" destOrd="0" presId="urn:microsoft.com/office/officeart/2018/2/layout/IconVerticalSolidList"/>
    <dgm:cxn modelId="{81982D36-00D3-444F-A488-E0F61AF220A8}" type="presParOf" srcId="{6A320EBA-BE93-4E35-869E-C7687155170C}" destId="{345D97A4-CC05-4FC7-B995-396B4AF1BB97}" srcOrd="3" destOrd="0" presId="urn:microsoft.com/office/officeart/2018/2/layout/IconVerticalSolidList"/>
    <dgm:cxn modelId="{144617C4-D70C-44B4-8B31-568776571B6C}" type="presParOf" srcId="{80CD927A-B133-4C9E-9C18-3F7269CBEC0B}" destId="{9FC91FDC-97A5-4BED-B202-9423654949FD}" srcOrd="1" destOrd="0" presId="urn:microsoft.com/office/officeart/2018/2/layout/IconVerticalSolidList"/>
    <dgm:cxn modelId="{0D3D1AAB-408C-4E28-B49B-11B1B1036A2F}" type="presParOf" srcId="{80CD927A-B133-4C9E-9C18-3F7269CBEC0B}" destId="{C5699A6A-9DB7-4F99-AE28-378F9F5CAA7B}" srcOrd="2" destOrd="0" presId="urn:microsoft.com/office/officeart/2018/2/layout/IconVerticalSolidList"/>
    <dgm:cxn modelId="{880D3B29-8355-4334-8AEB-1C90264D3BDC}" type="presParOf" srcId="{C5699A6A-9DB7-4F99-AE28-378F9F5CAA7B}" destId="{159C2F88-B658-4FC8-808C-C603F52C842D}" srcOrd="0" destOrd="0" presId="urn:microsoft.com/office/officeart/2018/2/layout/IconVerticalSolidList"/>
    <dgm:cxn modelId="{7BE6E0E2-1DE8-4ACC-A761-18866D67D86D}" type="presParOf" srcId="{C5699A6A-9DB7-4F99-AE28-378F9F5CAA7B}" destId="{B9280F88-08F3-4BCD-9973-C91C48E50DCC}" srcOrd="1" destOrd="0" presId="urn:microsoft.com/office/officeart/2018/2/layout/IconVerticalSolidList"/>
    <dgm:cxn modelId="{226AD83D-44D1-421F-9161-A4071974E1B4}" type="presParOf" srcId="{C5699A6A-9DB7-4F99-AE28-378F9F5CAA7B}" destId="{B6718F1A-4DF0-4D6E-8FF9-153A5B89ACD2}" srcOrd="2" destOrd="0" presId="urn:microsoft.com/office/officeart/2018/2/layout/IconVerticalSolidList"/>
    <dgm:cxn modelId="{E2384D59-DF34-464A-90B3-D98E51F6F9E2}" type="presParOf" srcId="{C5699A6A-9DB7-4F99-AE28-378F9F5CAA7B}" destId="{B71867DE-3CAA-47EB-8FB0-F182510AD40D}" srcOrd="3" destOrd="0" presId="urn:microsoft.com/office/officeart/2018/2/layout/IconVerticalSolidList"/>
    <dgm:cxn modelId="{C55ABFB0-E181-4FC4-9C62-7FA6AA66EF0D}" type="presParOf" srcId="{80CD927A-B133-4C9E-9C18-3F7269CBEC0B}" destId="{181A7B4A-FDA8-4CCF-A2B9-66275FC0CEE1}" srcOrd="3" destOrd="0" presId="urn:microsoft.com/office/officeart/2018/2/layout/IconVerticalSolidList"/>
    <dgm:cxn modelId="{B4CA10C2-8EDB-4000-9BF0-3DAEE1F302BC}" type="presParOf" srcId="{80CD927A-B133-4C9E-9C18-3F7269CBEC0B}" destId="{189B7F0F-890B-4EC8-A585-F60944C20216}" srcOrd="4" destOrd="0" presId="urn:microsoft.com/office/officeart/2018/2/layout/IconVerticalSolidList"/>
    <dgm:cxn modelId="{0923CD81-F22C-4F15-B7F5-290F2D813076}" type="presParOf" srcId="{189B7F0F-890B-4EC8-A585-F60944C20216}" destId="{8AEDD989-BCD4-41AC-BE8B-4FC04E81259F}" srcOrd="0" destOrd="0" presId="urn:microsoft.com/office/officeart/2018/2/layout/IconVerticalSolidList"/>
    <dgm:cxn modelId="{47B8E8C0-4F11-4E9F-9E52-7FD4E9552D86}" type="presParOf" srcId="{189B7F0F-890B-4EC8-A585-F60944C20216}" destId="{6121FFA2-E0BD-4B88-97DA-FD60AE75E6BD}" srcOrd="1" destOrd="0" presId="urn:microsoft.com/office/officeart/2018/2/layout/IconVerticalSolidList"/>
    <dgm:cxn modelId="{6492ED6C-5B90-42E4-ACEE-D39B6AFCF56F}" type="presParOf" srcId="{189B7F0F-890B-4EC8-A585-F60944C20216}" destId="{1EF0AA12-1541-476E-916F-2929EABEDFFB}" srcOrd="2" destOrd="0" presId="urn:microsoft.com/office/officeart/2018/2/layout/IconVerticalSolidList"/>
    <dgm:cxn modelId="{33198F36-9C04-4ECE-A989-709F05741C1B}" type="presParOf" srcId="{189B7F0F-890B-4EC8-A585-F60944C20216}" destId="{D719365D-9EBC-4749-B0F5-3FCC5CA76F0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514445D5-F687-486D-ACB7-C22D347C054B}"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B9B2159C-AF8A-48FB-B97E-7A2E1EB59B01}">
      <dgm:prSet/>
      <dgm:spPr/>
      <dgm:t>
        <a:bodyPr/>
        <a:lstStyle/>
        <a:p>
          <a:r>
            <a:rPr lang="en-US" b="1"/>
            <a:t>Virtual desktop infrastructure </a:t>
          </a:r>
          <a:r>
            <a:rPr lang="en-US"/>
            <a:t>runs virtual desktops on a remote server. Your users can access them by using client devices.</a:t>
          </a:r>
        </a:p>
      </dgm:t>
    </dgm:pt>
    <dgm:pt modelId="{EE4E0AF0-642C-49DE-8F3F-151B5A660EFC}" type="parTrans" cxnId="{2084D6F6-2E46-4629-93BB-67C08E945F95}">
      <dgm:prSet/>
      <dgm:spPr/>
      <dgm:t>
        <a:bodyPr/>
        <a:lstStyle/>
        <a:p>
          <a:endParaRPr lang="en-US"/>
        </a:p>
      </dgm:t>
    </dgm:pt>
    <dgm:pt modelId="{02894EF5-4A34-4FAE-B72D-AB7A49656EFC}" type="sibTrans" cxnId="{2084D6F6-2E46-4629-93BB-67C08E945F95}">
      <dgm:prSet/>
      <dgm:spPr/>
      <dgm:t>
        <a:bodyPr/>
        <a:lstStyle/>
        <a:p>
          <a:endParaRPr lang="en-US"/>
        </a:p>
      </dgm:t>
    </dgm:pt>
    <dgm:pt modelId="{E66E133F-D08E-4407-AD47-3A7980FACBFA}">
      <dgm:prSet/>
      <dgm:spPr/>
      <dgm:t>
        <a:bodyPr/>
        <a:lstStyle/>
        <a:p>
          <a:r>
            <a:rPr lang="en-US"/>
            <a:t>In </a:t>
          </a:r>
          <a:r>
            <a:rPr lang="en-US" b="1"/>
            <a:t>local desktop virtualization</a:t>
          </a:r>
          <a:r>
            <a:rPr lang="en-US"/>
            <a:t>, you run the hypervisor on a local computer and create VM with a different OS. </a:t>
          </a:r>
        </a:p>
      </dgm:t>
    </dgm:pt>
    <dgm:pt modelId="{509255F5-F822-47B5-B7DA-55A781E07292}" type="parTrans" cxnId="{18DC803D-36B5-48C4-AB56-29171BD7F372}">
      <dgm:prSet/>
      <dgm:spPr/>
      <dgm:t>
        <a:bodyPr/>
        <a:lstStyle/>
        <a:p>
          <a:endParaRPr lang="en-US"/>
        </a:p>
      </dgm:t>
    </dgm:pt>
    <dgm:pt modelId="{DC0C6B78-EC9C-4D8D-9ED9-311F81D63AE7}" type="sibTrans" cxnId="{18DC803D-36B5-48C4-AB56-29171BD7F372}">
      <dgm:prSet/>
      <dgm:spPr/>
      <dgm:t>
        <a:bodyPr/>
        <a:lstStyle/>
        <a:p>
          <a:endParaRPr lang="en-US"/>
        </a:p>
      </dgm:t>
    </dgm:pt>
    <dgm:pt modelId="{B5137933-0912-41A0-937F-FE3AAA89C706}">
      <dgm:prSet/>
      <dgm:spPr/>
      <dgm:t>
        <a:bodyPr/>
        <a:lstStyle/>
        <a:p>
          <a:r>
            <a:rPr lang="en-US"/>
            <a:t>You can switch between your local and virtual environment in the same way you can switch between applications. </a:t>
          </a:r>
        </a:p>
      </dgm:t>
    </dgm:pt>
    <dgm:pt modelId="{BB0B22CE-2CC9-44BD-AFF4-CAF3DC447019}" type="parTrans" cxnId="{45C8D40C-7D34-481A-809F-D49A07A1A40C}">
      <dgm:prSet/>
      <dgm:spPr/>
      <dgm:t>
        <a:bodyPr/>
        <a:lstStyle/>
        <a:p>
          <a:endParaRPr lang="en-US"/>
        </a:p>
      </dgm:t>
    </dgm:pt>
    <dgm:pt modelId="{BD2F1DE4-375C-492D-9D25-4925955CCB42}" type="sibTrans" cxnId="{45C8D40C-7D34-481A-809F-D49A07A1A40C}">
      <dgm:prSet/>
      <dgm:spPr/>
      <dgm:t>
        <a:bodyPr/>
        <a:lstStyle/>
        <a:p>
          <a:endParaRPr lang="en-US"/>
        </a:p>
      </dgm:t>
    </dgm:pt>
    <dgm:pt modelId="{9FA8E938-3AA8-40F5-B172-806AFB42A421}" type="pres">
      <dgm:prSet presAssocID="{514445D5-F687-486D-ACB7-C22D347C054B}" presName="root" presStyleCnt="0">
        <dgm:presLayoutVars>
          <dgm:dir/>
          <dgm:resizeHandles val="exact"/>
        </dgm:presLayoutVars>
      </dgm:prSet>
      <dgm:spPr/>
    </dgm:pt>
    <dgm:pt modelId="{7BD703F1-18F4-471D-9264-512CE566F7E6}" type="pres">
      <dgm:prSet presAssocID="{B9B2159C-AF8A-48FB-B97E-7A2E1EB59B01}" presName="compNode" presStyleCnt="0"/>
      <dgm:spPr/>
    </dgm:pt>
    <dgm:pt modelId="{C72F89A7-549F-457D-A754-ABD8F9A5A254}" type="pres">
      <dgm:prSet presAssocID="{B9B2159C-AF8A-48FB-B97E-7A2E1EB59B01}" presName="bgRect" presStyleLbl="bgShp" presStyleIdx="0" presStyleCnt="3"/>
      <dgm:spPr/>
    </dgm:pt>
    <dgm:pt modelId="{F41955C3-86AD-4279-9993-C6A1229B472D}" type="pres">
      <dgm:prSet presAssocID="{B9B2159C-AF8A-48FB-B97E-7A2E1EB59B01}"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rowser Window"/>
        </a:ext>
      </dgm:extLst>
    </dgm:pt>
    <dgm:pt modelId="{A87DC22F-1DA9-4224-B0D9-347C144DA2E9}" type="pres">
      <dgm:prSet presAssocID="{B9B2159C-AF8A-48FB-B97E-7A2E1EB59B01}" presName="spaceRect" presStyleCnt="0"/>
      <dgm:spPr/>
    </dgm:pt>
    <dgm:pt modelId="{688C2035-9229-45C2-B55B-E0B527FE6E00}" type="pres">
      <dgm:prSet presAssocID="{B9B2159C-AF8A-48FB-B97E-7A2E1EB59B01}" presName="parTx" presStyleLbl="revTx" presStyleIdx="0" presStyleCnt="3">
        <dgm:presLayoutVars>
          <dgm:chMax val="0"/>
          <dgm:chPref val="0"/>
        </dgm:presLayoutVars>
      </dgm:prSet>
      <dgm:spPr/>
    </dgm:pt>
    <dgm:pt modelId="{89E4923F-DBB7-456B-B471-317CDD69A783}" type="pres">
      <dgm:prSet presAssocID="{02894EF5-4A34-4FAE-B72D-AB7A49656EFC}" presName="sibTrans" presStyleCnt="0"/>
      <dgm:spPr/>
    </dgm:pt>
    <dgm:pt modelId="{D7E1DED9-8B13-4E0C-93D1-F18B46522432}" type="pres">
      <dgm:prSet presAssocID="{E66E133F-D08E-4407-AD47-3A7980FACBFA}" presName="compNode" presStyleCnt="0"/>
      <dgm:spPr/>
    </dgm:pt>
    <dgm:pt modelId="{636A6623-1E3C-4E41-8A71-1C4E586EF3B8}" type="pres">
      <dgm:prSet presAssocID="{E66E133F-D08E-4407-AD47-3A7980FACBFA}" presName="bgRect" presStyleLbl="bgShp" presStyleIdx="1" presStyleCnt="3"/>
      <dgm:spPr/>
    </dgm:pt>
    <dgm:pt modelId="{263590A8-1C6D-4155-92B9-27654E8E7892}" type="pres">
      <dgm:prSet presAssocID="{E66E133F-D08E-4407-AD47-3A7980FACBFA}"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mputer"/>
        </a:ext>
      </dgm:extLst>
    </dgm:pt>
    <dgm:pt modelId="{AE7BA5E8-37C2-4695-A0EF-DE3313232CAC}" type="pres">
      <dgm:prSet presAssocID="{E66E133F-D08E-4407-AD47-3A7980FACBFA}" presName="spaceRect" presStyleCnt="0"/>
      <dgm:spPr/>
    </dgm:pt>
    <dgm:pt modelId="{E9781E25-ED0C-4B81-BF23-041517EA46B0}" type="pres">
      <dgm:prSet presAssocID="{E66E133F-D08E-4407-AD47-3A7980FACBFA}" presName="parTx" presStyleLbl="revTx" presStyleIdx="1" presStyleCnt="3">
        <dgm:presLayoutVars>
          <dgm:chMax val="0"/>
          <dgm:chPref val="0"/>
        </dgm:presLayoutVars>
      </dgm:prSet>
      <dgm:spPr/>
    </dgm:pt>
    <dgm:pt modelId="{C8D81241-FCB9-49CE-A98E-4174E09E8917}" type="pres">
      <dgm:prSet presAssocID="{DC0C6B78-EC9C-4D8D-9ED9-311F81D63AE7}" presName="sibTrans" presStyleCnt="0"/>
      <dgm:spPr/>
    </dgm:pt>
    <dgm:pt modelId="{304E5B19-CC6E-4B13-95C9-13C8B7199F8B}" type="pres">
      <dgm:prSet presAssocID="{B5137933-0912-41A0-937F-FE3AAA89C706}" presName="compNode" presStyleCnt="0"/>
      <dgm:spPr/>
    </dgm:pt>
    <dgm:pt modelId="{06D79194-EE77-4549-9143-13D03C0B1981}" type="pres">
      <dgm:prSet presAssocID="{B5137933-0912-41A0-937F-FE3AAA89C706}" presName="bgRect" presStyleLbl="bgShp" presStyleIdx="2" presStyleCnt="3"/>
      <dgm:spPr/>
    </dgm:pt>
    <dgm:pt modelId="{7344A4C9-C997-46EC-9700-6259F528CC9C}" type="pres">
      <dgm:prSet presAssocID="{B5137933-0912-41A0-937F-FE3AAA89C70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cessor"/>
        </a:ext>
      </dgm:extLst>
    </dgm:pt>
    <dgm:pt modelId="{C786E143-D983-4988-8976-FCF9C2847CF6}" type="pres">
      <dgm:prSet presAssocID="{B5137933-0912-41A0-937F-FE3AAA89C706}" presName="spaceRect" presStyleCnt="0"/>
      <dgm:spPr/>
    </dgm:pt>
    <dgm:pt modelId="{CDD388C9-FD23-45A7-8822-5945F2D34CD0}" type="pres">
      <dgm:prSet presAssocID="{B5137933-0912-41A0-937F-FE3AAA89C706}" presName="parTx" presStyleLbl="revTx" presStyleIdx="2" presStyleCnt="3">
        <dgm:presLayoutVars>
          <dgm:chMax val="0"/>
          <dgm:chPref val="0"/>
        </dgm:presLayoutVars>
      </dgm:prSet>
      <dgm:spPr/>
    </dgm:pt>
  </dgm:ptLst>
  <dgm:cxnLst>
    <dgm:cxn modelId="{45C8D40C-7D34-481A-809F-D49A07A1A40C}" srcId="{514445D5-F687-486D-ACB7-C22D347C054B}" destId="{B5137933-0912-41A0-937F-FE3AAA89C706}" srcOrd="2" destOrd="0" parTransId="{BB0B22CE-2CC9-44BD-AFF4-CAF3DC447019}" sibTransId="{BD2F1DE4-375C-492D-9D25-4925955CCB42}"/>
    <dgm:cxn modelId="{D26E0013-78D9-428D-B834-348D9D3558EF}" type="presOf" srcId="{B5137933-0912-41A0-937F-FE3AAA89C706}" destId="{CDD388C9-FD23-45A7-8822-5945F2D34CD0}" srcOrd="0" destOrd="0" presId="urn:microsoft.com/office/officeart/2018/2/layout/IconVerticalSolidList"/>
    <dgm:cxn modelId="{18DC803D-36B5-48C4-AB56-29171BD7F372}" srcId="{514445D5-F687-486D-ACB7-C22D347C054B}" destId="{E66E133F-D08E-4407-AD47-3A7980FACBFA}" srcOrd="1" destOrd="0" parTransId="{509255F5-F822-47B5-B7DA-55A781E07292}" sibTransId="{DC0C6B78-EC9C-4D8D-9ED9-311F81D63AE7}"/>
    <dgm:cxn modelId="{16A31446-9427-4787-A8B0-7CDD2928653E}" type="presOf" srcId="{514445D5-F687-486D-ACB7-C22D347C054B}" destId="{9FA8E938-3AA8-40F5-B172-806AFB42A421}" srcOrd="0" destOrd="0" presId="urn:microsoft.com/office/officeart/2018/2/layout/IconVerticalSolidList"/>
    <dgm:cxn modelId="{C22BD446-7093-42B1-8BC2-676E89DA5A0C}" type="presOf" srcId="{B9B2159C-AF8A-48FB-B97E-7A2E1EB59B01}" destId="{688C2035-9229-45C2-B55B-E0B527FE6E00}" srcOrd="0" destOrd="0" presId="urn:microsoft.com/office/officeart/2018/2/layout/IconVerticalSolidList"/>
    <dgm:cxn modelId="{CEB2F2F2-4600-4B18-8159-1C88DC73A815}" type="presOf" srcId="{E66E133F-D08E-4407-AD47-3A7980FACBFA}" destId="{E9781E25-ED0C-4B81-BF23-041517EA46B0}" srcOrd="0" destOrd="0" presId="urn:microsoft.com/office/officeart/2018/2/layout/IconVerticalSolidList"/>
    <dgm:cxn modelId="{2084D6F6-2E46-4629-93BB-67C08E945F95}" srcId="{514445D5-F687-486D-ACB7-C22D347C054B}" destId="{B9B2159C-AF8A-48FB-B97E-7A2E1EB59B01}" srcOrd="0" destOrd="0" parTransId="{EE4E0AF0-642C-49DE-8F3F-151B5A660EFC}" sibTransId="{02894EF5-4A34-4FAE-B72D-AB7A49656EFC}"/>
    <dgm:cxn modelId="{DAE8E965-DADC-4044-A7AD-D8F4E4FB962C}" type="presParOf" srcId="{9FA8E938-3AA8-40F5-B172-806AFB42A421}" destId="{7BD703F1-18F4-471D-9264-512CE566F7E6}" srcOrd="0" destOrd="0" presId="urn:microsoft.com/office/officeart/2018/2/layout/IconVerticalSolidList"/>
    <dgm:cxn modelId="{06FFCD46-9779-41F2-A338-216A28E0B232}" type="presParOf" srcId="{7BD703F1-18F4-471D-9264-512CE566F7E6}" destId="{C72F89A7-549F-457D-A754-ABD8F9A5A254}" srcOrd="0" destOrd="0" presId="urn:microsoft.com/office/officeart/2018/2/layout/IconVerticalSolidList"/>
    <dgm:cxn modelId="{A2A27297-BB0D-4685-9B76-21EB15B3781F}" type="presParOf" srcId="{7BD703F1-18F4-471D-9264-512CE566F7E6}" destId="{F41955C3-86AD-4279-9993-C6A1229B472D}" srcOrd="1" destOrd="0" presId="urn:microsoft.com/office/officeart/2018/2/layout/IconVerticalSolidList"/>
    <dgm:cxn modelId="{8AADAA2C-A65E-4EC9-B812-7CE7D1A72B87}" type="presParOf" srcId="{7BD703F1-18F4-471D-9264-512CE566F7E6}" destId="{A87DC22F-1DA9-4224-B0D9-347C144DA2E9}" srcOrd="2" destOrd="0" presId="urn:microsoft.com/office/officeart/2018/2/layout/IconVerticalSolidList"/>
    <dgm:cxn modelId="{44CA2469-B8D7-45DF-9D05-5948C6E7B931}" type="presParOf" srcId="{7BD703F1-18F4-471D-9264-512CE566F7E6}" destId="{688C2035-9229-45C2-B55B-E0B527FE6E00}" srcOrd="3" destOrd="0" presId="urn:microsoft.com/office/officeart/2018/2/layout/IconVerticalSolidList"/>
    <dgm:cxn modelId="{7C6794D8-499C-4C35-9059-9FECF6CE30A2}" type="presParOf" srcId="{9FA8E938-3AA8-40F5-B172-806AFB42A421}" destId="{89E4923F-DBB7-456B-B471-317CDD69A783}" srcOrd="1" destOrd="0" presId="urn:microsoft.com/office/officeart/2018/2/layout/IconVerticalSolidList"/>
    <dgm:cxn modelId="{6584818E-E732-4668-9531-8EDFEDB0A3CB}" type="presParOf" srcId="{9FA8E938-3AA8-40F5-B172-806AFB42A421}" destId="{D7E1DED9-8B13-4E0C-93D1-F18B46522432}" srcOrd="2" destOrd="0" presId="urn:microsoft.com/office/officeart/2018/2/layout/IconVerticalSolidList"/>
    <dgm:cxn modelId="{360A9430-A184-4A19-A1C3-ED0DEBC3F27C}" type="presParOf" srcId="{D7E1DED9-8B13-4E0C-93D1-F18B46522432}" destId="{636A6623-1E3C-4E41-8A71-1C4E586EF3B8}" srcOrd="0" destOrd="0" presId="urn:microsoft.com/office/officeart/2018/2/layout/IconVerticalSolidList"/>
    <dgm:cxn modelId="{08E7A55B-5392-4C95-951D-4653B3BA9261}" type="presParOf" srcId="{D7E1DED9-8B13-4E0C-93D1-F18B46522432}" destId="{263590A8-1C6D-4155-92B9-27654E8E7892}" srcOrd="1" destOrd="0" presId="urn:microsoft.com/office/officeart/2018/2/layout/IconVerticalSolidList"/>
    <dgm:cxn modelId="{4741DE8C-0724-401E-A2A1-9BABDE2CBF91}" type="presParOf" srcId="{D7E1DED9-8B13-4E0C-93D1-F18B46522432}" destId="{AE7BA5E8-37C2-4695-A0EF-DE3313232CAC}" srcOrd="2" destOrd="0" presId="urn:microsoft.com/office/officeart/2018/2/layout/IconVerticalSolidList"/>
    <dgm:cxn modelId="{1F4CFA92-F00D-40EA-966B-3F1F66188066}" type="presParOf" srcId="{D7E1DED9-8B13-4E0C-93D1-F18B46522432}" destId="{E9781E25-ED0C-4B81-BF23-041517EA46B0}" srcOrd="3" destOrd="0" presId="urn:microsoft.com/office/officeart/2018/2/layout/IconVerticalSolidList"/>
    <dgm:cxn modelId="{E69A3A26-FBA3-469E-B9D2-E132CEE49B5C}" type="presParOf" srcId="{9FA8E938-3AA8-40F5-B172-806AFB42A421}" destId="{C8D81241-FCB9-49CE-A98E-4174E09E8917}" srcOrd="3" destOrd="0" presId="urn:microsoft.com/office/officeart/2018/2/layout/IconVerticalSolidList"/>
    <dgm:cxn modelId="{1C4FA2D5-D7EC-42B7-81E1-91D89B0DAE97}" type="presParOf" srcId="{9FA8E938-3AA8-40F5-B172-806AFB42A421}" destId="{304E5B19-CC6E-4B13-95C9-13C8B7199F8B}" srcOrd="4" destOrd="0" presId="urn:microsoft.com/office/officeart/2018/2/layout/IconVerticalSolidList"/>
    <dgm:cxn modelId="{9529CE8F-DFC6-4B49-BDBE-925AC2A73FF4}" type="presParOf" srcId="{304E5B19-CC6E-4B13-95C9-13C8B7199F8B}" destId="{06D79194-EE77-4549-9143-13D03C0B1981}" srcOrd="0" destOrd="0" presId="urn:microsoft.com/office/officeart/2018/2/layout/IconVerticalSolidList"/>
    <dgm:cxn modelId="{4A5832DC-A38C-4F0B-AB12-FA24EF214CCC}" type="presParOf" srcId="{304E5B19-CC6E-4B13-95C9-13C8B7199F8B}" destId="{7344A4C9-C997-46EC-9700-6259F528CC9C}" srcOrd="1" destOrd="0" presId="urn:microsoft.com/office/officeart/2018/2/layout/IconVerticalSolidList"/>
    <dgm:cxn modelId="{895DDC24-A3C7-4609-9E01-B1D58B471DE0}" type="presParOf" srcId="{304E5B19-CC6E-4B13-95C9-13C8B7199F8B}" destId="{C786E143-D983-4988-8976-FCF9C2847CF6}" srcOrd="2" destOrd="0" presId="urn:microsoft.com/office/officeart/2018/2/layout/IconVerticalSolidList"/>
    <dgm:cxn modelId="{F537FA05-3D56-4E6B-BF01-33C76A38EA71}" type="presParOf" srcId="{304E5B19-CC6E-4B13-95C9-13C8B7199F8B}" destId="{CDD388C9-FD23-45A7-8822-5945F2D34CD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0D98FAFB-54A1-4515-92C3-851A7F305B7D}"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493841D-8053-42FC-A666-641CF9B10E99}">
      <dgm:prSet/>
      <dgm:spPr/>
      <dgm:t>
        <a:bodyPr/>
        <a:lstStyle/>
        <a:p>
          <a:r>
            <a:rPr lang="en-US"/>
            <a:t>Pools physical storage from multiple devices into a single virtual storage device</a:t>
          </a:r>
        </a:p>
      </dgm:t>
    </dgm:pt>
    <dgm:pt modelId="{9237A2ED-5934-4326-BE96-FFE300D7C735}" type="parTrans" cxnId="{842623FE-E866-4B75-AD1C-A0B24D393B6E}">
      <dgm:prSet/>
      <dgm:spPr/>
      <dgm:t>
        <a:bodyPr/>
        <a:lstStyle/>
        <a:p>
          <a:endParaRPr lang="en-US"/>
        </a:p>
      </dgm:t>
    </dgm:pt>
    <dgm:pt modelId="{33424603-EA1F-42E7-B4F4-267A50700872}" type="sibTrans" cxnId="{842623FE-E866-4B75-AD1C-A0B24D393B6E}">
      <dgm:prSet/>
      <dgm:spPr/>
      <dgm:t>
        <a:bodyPr/>
        <a:lstStyle/>
        <a:p>
          <a:endParaRPr lang="en-US"/>
        </a:p>
      </dgm:t>
    </dgm:pt>
    <dgm:pt modelId="{762F4D4A-B669-48DD-A48B-068E2711641C}">
      <dgm:prSet/>
      <dgm:spPr/>
      <dgm:t>
        <a:bodyPr/>
        <a:lstStyle/>
        <a:p>
          <a:r>
            <a:rPr lang="en-US"/>
            <a:t>Types:</a:t>
          </a:r>
        </a:p>
      </dgm:t>
    </dgm:pt>
    <dgm:pt modelId="{63F95183-3BBC-4BDE-A7B2-1255E491594D}" type="parTrans" cxnId="{6659BD83-3641-4088-9B6D-10A1B67B8D7E}">
      <dgm:prSet/>
      <dgm:spPr/>
      <dgm:t>
        <a:bodyPr/>
        <a:lstStyle/>
        <a:p>
          <a:endParaRPr lang="en-US"/>
        </a:p>
      </dgm:t>
    </dgm:pt>
    <dgm:pt modelId="{59F864BD-34DB-4B05-B12A-C14D9EBA364F}" type="sibTrans" cxnId="{6659BD83-3641-4088-9B6D-10A1B67B8D7E}">
      <dgm:prSet/>
      <dgm:spPr/>
      <dgm:t>
        <a:bodyPr/>
        <a:lstStyle/>
        <a:p>
          <a:endParaRPr lang="en-US"/>
        </a:p>
      </dgm:t>
    </dgm:pt>
    <dgm:pt modelId="{2A65A50B-095D-4654-A55C-94DD3EDCEE9B}">
      <dgm:prSet/>
      <dgm:spPr/>
      <dgm:t>
        <a:bodyPr/>
        <a:lstStyle/>
        <a:p>
          <a:r>
            <a:rPr lang="en-US"/>
            <a:t>Block Virtualization</a:t>
          </a:r>
        </a:p>
      </dgm:t>
    </dgm:pt>
    <dgm:pt modelId="{B19F8EA9-6F2D-4968-8F31-7ACA2C075EE9}" type="parTrans" cxnId="{95C3E204-21ED-4B50-B3F9-858E1AEC3631}">
      <dgm:prSet/>
      <dgm:spPr/>
      <dgm:t>
        <a:bodyPr/>
        <a:lstStyle/>
        <a:p>
          <a:endParaRPr lang="en-US"/>
        </a:p>
      </dgm:t>
    </dgm:pt>
    <dgm:pt modelId="{CAF342A0-2A09-4152-A229-8650138E23F8}" type="sibTrans" cxnId="{95C3E204-21ED-4B50-B3F9-858E1AEC3631}">
      <dgm:prSet/>
      <dgm:spPr/>
      <dgm:t>
        <a:bodyPr/>
        <a:lstStyle/>
        <a:p>
          <a:endParaRPr lang="en-US"/>
        </a:p>
      </dgm:t>
    </dgm:pt>
    <dgm:pt modelId="{F2DEFE8E-39E9-4BAD-898F-804477102EE9}">
      <dgm:prSet/>
      <dgm:spPr/>
      <dgm:t>
        <a:bodyPr/>
        <a:lstStyle/>
        <a:p>
          <a:r>
            <a:rPr lang="en-US"/>
            <a:t>File Virtualization</a:t>
          </a:r>
        </a:p>
      </dgm:t>
    </dgm:pt>
    <dgm:pt modelId="{6A32495F-2406-46D9-AB6C-D5ED3D2DAA14}" type="parTrans" cxnId="{FA1017FB-6AB2-455F-83B7-00917BEF0D12}">
      <dgm:prSet/>
      <dgm:spPr/>
      <dgm:t>
        <a:bodyPr/>
        <a:lstStyle/>
        <a:p>
          <a:endParaRPr lang="en-US"/>
        </a:p>
      </dgm:t>
    </dgm:pt>
    <dgm:pt modelId="{1A7C79C9-B5E4-4A2B-A142-4B9BE39D0BF5}" type="sibTrans" cxnId="{FA1017FB-6AB2-455F-83B7-00917BEF0D12}">
      <dgm:prSet/>
      <dgm:spPr/>
      <dgm:t>
        <a:bodyPr/>
        <a:lstStyle/>
        <a:p>
          <a:endParaRPr lang="en-US"/>
        </a:p>
      </dgm:t>
    </dgm:pt>
    <dgm:pt modelId="{F54861A4-A846-488A-9456-5699333C2AE4}">
      <dgm:prSet/>
      <dgm:spPr/>
      <dgm:t>
        <a:bodyPr/>
        <a:lstStyle/>
        <a:p>
          <a:r>
            <a:rPr lang="en-US"/>
            <a:t>Benefits: Improved storage utilization, easier management, and data protection</a:t>
          </a:r>
        </a:p>
      </dgm:t>
    </dgm:pt>
    <dgm:pt modelId="{2E685D37-8B81-4BBD-9D8C-1BC5A245C7D9}" type="parTrans" cxnId="{AEAD384A-A28D-4FFA-8A4E-A07582EDEC6B}">
      <dgm:prSet/>
      <dgm:spPr/>
      <dgm:t>
        <a:bodyPr/>
        <a:lstStyle/>
        <a:p>
          <a:endParaRPr lang="en-US"/>
        </a:p>
      </dgm:t>
    </dgm:pt>
    <dgm:pt modelId="{1D3A4320-9E4F-4D6B-BEBF-263DA76EA245}" type="sibTrans" cxnId="{AEAD384A-A28D-4FFA-8A4E-A07582EDEC6B}">
      <dgm:prSet/>
      <dgm:spPr/>
      <dgm:t>
        <a:bodyPr/>
        <a:lstStyle/>
        <a:p>
          <a:endParaRPr lang="en-US"/>
        </a:p>
      </dgm:t>
    </dgm:pt>
    <dgm:pt modelId="{29BE1934-C732-4919-B5C7-6C16FC72E807}">
      <dgm:prSet/>
      <dgm:spPr/>
      <dgm:t>
        <a:bodyPr/>
        <a:lstStyle/>
        <a:p>
          <a:r>
            <a:rPr lang="en-US"/>
            <a:t>Examples: IBM SAN Volume Controller, NetApp ONTAP</a:t>
          </a:r>
        </a:p>
      </dgm:t>
    </dgm:pt>
    <dgm:pt modelId="{B27D1332-F609-4B8A-8B23-88C18A5FFAD6}" type="parTrans" cxnId="{86456DD2-0D7B-4766-9B94-F6C324F0B1DF}">
      <dgm:prSet/>
      <dgm:spPr/>
      <dgm:t>
        <a:bodyPr/>
        <a:lstStyle/>
        <a:p>
          <a:endParaRPr lang="en-US"/>
        </a:p>
      </dgm:t>
    </dgm:pt>
    <dgm:pt modelId="{2051B41D-C539-4EA2-AE35-F25B0E3D6EA1}" type="sibTrans" cxnId="{86456DD2-0D7B-4766-9B94-F6C324F0B1DF}">
      <dgm:prSet/>
      <dgm:spPr/>
      <dgm:t>
        <a:bodyPr/>
        <a:lstStyle/>
        <a:p>
          <a:endParaRPr lang="en-US"/>
        </a:p>
      </dgm:t>
    </dgm:pt>
    <dgm:pt modelId="{EFA35600-84B3-4591-8A6D-0B9545678AFC}" type="pres">
      <dgm:prSet presAssocID="{0D98FAFB-54A1-4515-92C3-851A7F305B7D}" presName="root" presStyleCnt="0">
        <dgm:presLayoutVars>
          <dgm:dir/>
          <dgm:resizeHandles val="exact"/>
        </dgm:presLayoutVars>
      </dgm:prSet>
      <dgm:spPr/>
    </dgm:pt>
    <dgm:pt modelId="{A72F2690-FE96-4772-A725-74850FE61F70}" type="pres">
      <dgm:prSet presAssocID="{C493841D-8053-42FC-A666-641CF9B10E99}" presName="compNode" presStyleCnt="0"/>
      <dgm:spPr/>
    </dgm:pt>
    <dgm:pt modelId="{CA84ADC3-0A19-4941-A4BA-AD797B2FE44B}" type="pres">
      <dgm:prSet presAssocID="{C493841D-8053-42FC-A666-641CF9B10E99}" presName="bgRect" presStyleLbl="bgShp" presStyleIdx="0" presStyleCnt="4"/>
      <dgm:spPr/>
    </dgm:pt>
    <dgm:pt modelId="{5546F082-0E03-45C1-A6CA-ECBA86176270}" type="pres">
      <dgm:prSet presAssocID="{C493841D-8053-42FC-A666-641CF9B10E99}"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mputer"/>
        </a:ext>
      </dgm:extLst>
    </dgm:pt>
    <dgm:pt modelId="{41CF66CC-314A-4570-8F0F-CF5E5CEDFFFC}" type="pres">
      <dgm:prSet presAssocID="{C493841D-8053-42FC-A666-641CF9B10E99}" presName="spaceRect" presStyleCnt="0"/>
      <dgm:spPr/>
    </dgm:pt>
    <dgm:pt modelId="{62D534C4-410C-49A6-A542-BC882CD623FB}" type="pres">
      <dgm:prSet presAssocID="{C493841D-8053-42FC-A666-641CF9B10E99}" presName="parTx" presStyleLbl="revTx" presStyleIdx="0" presStyleCnt="5">
        <dgm:presLayoutVars>
          <dgm:chMax val="0"/>
          <dgm:chPref val="0"/>
        </dgm:presLayoutVars>
      </dgm:prSet>
      <dgm:spPr/>
    </dgm:pt>
    <dgm:pt modelId="{892B6DDE-51FF-4D7E-A49B-AB82AFE13105}" type="pres">
      <dgm:prSet presAssocID="{33424603-EA1F-42E7-B4F4-267A50700872}" presName="sibTrans" presStyleCnt="0"/>
      <dgm:spPr/>
    </dgm:pt>
    <dgm:pt modelId="{A7F1F210-7314-43C7-9143-DAAC01E87A10}" type="pres">
      <dgm:prSet presAssocID="{762F4D4A-B669-48DD-A48B-068E2711641C}" presName="compNode" presStyleCnt="0"/>
      <dgm:spPr/>
    </dgm:pt>
    <dgm:pt modelId="{60DC1775-34D9-47E7-BAE9-3E9BF5DFB69F}" type="pres">
      <dgm:prSet presAssocID="{762F4D4A-B669-48DD-A48B-068E2711641C}" presName="bgRect" presStyleLbl="bgShp" presStyleIdx="1" presStyleCnt="4"/>
      <dgm:spPr/>
    </dgm:pt>
    <dgm:pt modelId="{0781F9D7-923A-49B9-BC50-EB571171FCD4}" type="pres">
      <dgm:prSet presAssocID="{762F4D4A-B669-48DD-A48B-068E2711641C}"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Open Folder"/>
        </a:ext>
      </dgm:extLst>
    </dgm:pt>
    <dgm:pt modelId="{94EB0A9D-0957-4CDA-93D7-8DB57D700A7E}" type="pres">
      <dgm:prSet presAssocID="{762F4D4A-B669-48DD-A48B-068E2711641C}" presName="spaceRect" presStyleCnt="0"/>
      <dgm:spPr/>
    </dgm:pt>
    <dgm:pt modelId="{8CC2F06A-CF48-4286-8C73-6BEF79397059}" type="pres">
      <dgm:prSet presAssocID="{762F4D4A-B669-48DD-A48B-068E2711641C}" presName="parTx" presStyleLbl="revTx" presStyleIdx="1" presStyleCnt="5">
        <dgm:presLayoutVars>
          <dgm:chMax val="0"/>
          <dgm:chPref val="0"/>
        </dgm:presLayoutVars>
      </dgm:prSet>
      <dgm:spPr/>
    </dgm:pt>
    <dgm:pt modelId="{775C5FCE-5203-4EDE-8708-B07795D0BCEA}" type="pres">
      <dgm:prSet presAssocID="{762F4D4A-B669-48DD-A48B-068E2711641C}" presName="desTx" presStyleLbl="revTx" presStyleIdx="2" presStyleCnt="5">
        <dgm:presLayoutVars/>
      </dgm:prSet>
      <dgm:spPr/>
    </dgm:pt>
    <dgm:pt modelId="{E7516C54-0151-4DFE-96C0-55C5D8624F9A}" type="pres">
      <dgm:prSet presAssocID="{59F864BD-34DB-4B05-B12A-C14D9EBA364F}" presName="sibTrans" presStyleCnt="0"/>
      <dgm:spPr/>
    </dgm:pt>
    <dgm:pt modelId="{54546E3F-B80A-45C6-BF6F-DC3BFEF2F14A}" type="pres">
      <dgm:prSet presAssocID="{F54861A4-A846-488A-9456-5699333C2AE4}" presName="compNode" presStyleCnt="0"/>
      <dgm:spPr/>
    </dgm:pt>
    <dgm:pt modelId="{3954BB89-50A1-4350-9232-037F06743E14}" type="pres">
      <dgm:prSet presAssocID="{F54861A4-A846-488A-9456-5699333C2AE4}" presName="bgRect" presStyleLbl="bgShp" presStyleIdx="2" presStyleCnt="4"/>
      <dgm:spPr/>
    </dgm:pt>
    <dgm:pt modelId="{A787DF28-BD03-46C8-ACA1-9A3D94E1BC7C}" type="pres">
      <dgm:prSet presAssocID="{F54861A4-A846-488A-9456-5699333C2AE4}"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usiness Growth"/>
        </a:ext>
      </dgm:extLst>
    </dgm:pt>
    <dgm:pt modelId="{6CF06751-68B1-42DA-86F8-E0F9DD8BBD52}" type="pres">
      <dgm:prSet presAssocID="{F54861A4-A846-488A-9456-5699333C2AE4}" presName="spaceRect" presStyleCnt="0"/>
      <dgm:spPr/>
    </dgm:pt>
    <dgm:pt modelId="{BA64CAAA-A797-4EB2-ABFD-EBFBC5E7E0D2}" type="pres">
      <dgm:prSet presAssocID="{F54861A4-A846-488A-9456-5699333C2AE4}" presName="parTx" presStyleLbl="revTx" presStyleIdx="3" presStyleCnt="5">
        <dgm:presLayoutVars>
          <dgm:chMax val="0"/>
          <dgm:chPref val="0"/>
        </dgm:presLayoutVars>
      </dgm:prSet>
      <dgm:spPr/>
    </dgm:pt>
    <dgm:pt modelId="{2BA5E97D-32D6-482D-82BC-0CB84F9BA9DA}" type="pres">
      <dgm:prSet presAssocID="{1D3A4320-9E4F-4D6B-BEBF-263DA76EA245}" presName="sibTrans" presStyleCnt="0"/>
      <dgm:spPr/>
    </dgm:pt>
    <dgm:pt modelId="{5118619F-8D49-4207-A65A-EF326D898D4D}" type="pres">
      <dgm:prSet presAssocID="{29BE1934-C732-4919-B5C7-6C16FC72E807}" presName="compNode" presStyleCnt="0"/>
      <dgm:spPr/>
    </dgm:pt>
    <dgm:pt modelId="{9F384BDE-AAAA-4AB5-B11E-F716CCFF9B41}" type="pres">
      <dgm:prSet presAssocID="{29BE1934-C732-4919-B5C7-6C16FC72E807}" presName="bgRect" presStyleLbl="bgShp" presStyleIdx="3" presStyleCnt="4"/>
      <dgm:spPr/>
    </dgm:pt>
    <dgm:pt modelId="{D23D659C-3314-4CF8-954B-89021A451A7C}" type="pres">
      <dgm:prSet presAssocID="{29BE1934-C732-4919-B5C7-6C16FC72E807}"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Game controller"/>
        </a:ext>
      </dgm:extLst>
    </dgm:pt>
    <dgm:pt modelId="{C7FBB5C8-D5E7-47CA-A30A-94CF299F39FF}" type="pres">
      <dgm:prSet presAssocID="{29BE1934-C732-4919-B5C7-6C16FC72E807}" presName="spaceRect" presStyleCnt="0"/>
      <dgm:spPr/>
    </dgm:pt>
    <dgm:pt modelId="{93C2C9CE-7440-49BC-A335-5F4278C8E58E}" type="pres">
      <dgm:prSet presAssocID="{29BE1934-C732-4919-B5C7-6C16FC72E807}" presName="parTx" presStyleLbl="revTx" presStyleIdx="4" presStyleCnt="5">
        <dgm:presLayoutVars>
          <dgm:chMax val="0"/>
          <dgm:chPref val="0"/>
        </dgm:presLayoutVars>
      </dgm:prSet>
      <dgm:spPr/>
    </dgm:pt>
  </dgm:ptLst>
  <dgm:cxnLst>
    <dgm:cxn modelId="{95C3E204-21ED-4B50-B3F9-858E1AEC3631}" srcId="{762F4D4A-B669-48DD-A48B-068E2711641C}" destId="{2A65A50B-095D-4654-A55C-94DD3EDCEE9B}" srcOrd="0" destOrd="0" parTransId="{B19F8EA9-6F2D-4968-8F31-7ACA2C075EE9}" sibTransId="{CAF342A0-2A09-4152-A229-8650138E23F8}"/>
    <dgm:cxn modelId="{B020AD40-A5B5-45CC-BEE4-61F4C8BDC9EA}" type="presOf" srcId="{F54861A4-A846-488A-9456-5699333C2AE4}" destId="{BA64CAAA-A797-4EB2-ABFD-EBFBC5E7E0D2}" srcOrd="0" destOrd="0" presId="urn:microsoft.com/office/officeart/2018/2/layout/IconVerticalSolidList"/>
    <dgm:cxn modelId="{AEAD384A-A28D-4FFA-8A4E-A07582EDEC6B}" srcId="{0D98FAFB-54A1-4515-92C3-851A7F305B7D}" destId="{F54861A4-A846-488A-9456-5699333C2AE4}" srcOrd="2" destOrd="0" parTransId="{2E685D37-8B81-4BBD-9D8C-1BC5A245C7D9}" sibTransId="{1D3A4320-9E4F-4D6B-BEBF-263DA76EA245}"/>
    <dgm:cxn modelId="{89B2BF6D-A76F-4676-8C3F-D5A5263067D9}" type="presOf" srcId="{2A65A50B-095D-4654-A55C-94DD3EDCEE9B}" destId="{775C5FCE-5203-4EDE-8708-B07795D0BCEA}" srcOrd="0" destOrd="0" presId="urn:microsoft.com/office/officeart/2018/2/layout/IconVerticalSolidList"/>
    <dgm:cxn modelId="{6659BD83-3641-4088-9B6D-10A1B67B8D7E}" srcId="{0D98FAFB-54A1-4515-92C3-851A7F305B7D}" destId="{762F4D4A-B669-48DD-A48B-068E2711641C}" srcOrd="1" destOrd="0" parTransId="{63F95183-3BBC-4BDE-A7B2-1255E491594D}" sibTransId="{59F864BD-34DB-4B05-B12A-C14D9EBA364F}"/>
    <dgm:cxn modelId="{EE206084-6CD9-46B7-85BA-A8965133104D}" type="presOf" srcId="{0D98FAFB-54A1-4515-92C3-851A7F305B7D}" destId="{EFA35600-84B3-4591-8A6D-0B9545678AFC}" srcOrd="0" destOrd="0" presId="urn:microsoft.com/office/officeart/2018/2/layout/IconVerticalSolidList"/>
    <dgm:cxn modelId="{EE63599A-4136-49DF-A06B-102F03151F5A}" type="presOf" srcId="{762F4D4A-B669-48DD-A48B-068E2711641C}" destId="{8CC2F06A-CF48-4286-8C73-6BEF79397059}" srcOrd="0" destOrd="0" presId="urn:microsoft.com/office/officeart/2018/2/layout/IconVerticalSolidList"/>
    <dgm:cxn modelId="{4E8462B5-5775-494F-BD4D-9F6282279BD5}" type="presOf" srcId="{C493841D-8053-42FC-A666-641CF9B10E99}" destId="{62D534C4-410C-49A6-A542-BC882CD623FB}" srcOrd="0" destOrd="0" presId="urn:microsoft.com/office/officeart/2018/2/layout/IconVerticalSolidList"/>
    <dgm:cxn modelId="{618A5ACA-5AAD-41AB-824D-EBA520D413A3}" type="presOf" srcId="{F2DEFE8E-39E9-4BAD-898F-804477102EE9}" destId="{775C5FCE-5203-4EDE-8708-B07795D0BCEA}" srcOrd="0" destOrd="1" presId="urn:microsoft.com/office/officeart/2018/2/layout/IconVerticalSolidList"/>
    <dgm:cxn modelId="{86456DD2-0D7B-4766-9B94-F6C324F0B1DF}" srcId="{0D98FAFB-54A1-4515-92C3-851A7F305B7D}" destId="{29BE1934-C732-4919-B5C7-6C16FC72E807}" srcOrd="3" destOrd="0" parTransId="{B27D1332-F609-4B8A-8B23-88C18A5FFAD6}" sibTransId="{2051B41D-C539-4EA2-AE35-F25B0E3D6EA1}"/>
    <dgm:cxn modelId="{CDD323FA-E53E-41EF-B694-17286E799075}" type="presOf" srcId="{29BE1934-C732-4919-B5C7-6C16FC72E807}" destId="{93C2C9CE-7440-49BC-A335-5F4278C8E58E}" srcOrd="0" destOrd="0" presId="urn:microsoft.com/office/officeart/2018/2/layout/IconVerticalSolidList"/>
    <dgm:cxn modelId="{FA1017FB-6AB2-455F-83B7-00917BEF0D12}" srcId="{762F4D4A-B669-48DD-A48B-068E2711641C}" destId="{F2DEFE8E-39E9-4BAD-898F-804477102EE9}" srcOrd="1" destOrd="0" parTransId="{6A32495F-2406-46D9-AB6C-D5ED3D2DAA14}" sibTransId="{1A7C79C9-B5E4-4A2B-A142-4B9BE39D0BF5}"/>
    <dgm:cxn modelId="{842623FE-E866-4B75-AD1C-A0B24D393B6E}" srcId="{0D98FAFB-54A1-4515-92C3-851A7F305B7D}" destId="{C493841D-8053-42FC-A666-641CF9B10E99}" srcOrd="0" destOrd="0" parTransId="{9237A2ED-5934-4326-BE96-FFE300D7C735}" sibTransId="{33424603-EA1F-42E7-B4F4-267A50700872}"/>
    <dgm:cxn modelId="{50D63B27-5078-44B3-89ED-E0FEB2C4A960}" type="presParOf" srcId="{EFA35600-84B3-4591-8A6D-0B9545678AFC}" destId="{A72F2690-FE96-4772-A725-74850FE61F70}" srcOrd="0" destOrd="0" presId="urn:microsoft.com/office/officeart/2018/2/layout/IconVerticalSolidList"/>
    <dgm:cxn modelId="{B544410C-EFAD-4695-B27E-AE453D8B5862}" type="presParOf" srcId="{A72F2690-FE96-4772-A725-74850FE61F70}" destId="{CA84ADC3-0A19-4941-A4BA-AD797B2FE44B}" srcOrd="0" destOrd="0" presId="urn:microsoft.com/office/officeart/2018/2/layout/IconVerticalSolidList"/>
    <dgm:cxn modelId="{E0E6BC39-B8F0-456F-B3F0-22DA1AFFEE4F}" type="presParOf" srcId="{A72F2690-FE96-4772-A725-74850FE61F70}" destId="{5546F082-0E03-45C1-A6CA-ECBA86176270}" srcOrd="1" destOrd="0" presId="urn:microsoft.com/office/officeart/2018/2/layout/IconVerticalSolidList"/>
    <dgm:cxn modelId="{44568285-68BD-4D09-BE0F-A23D96572631}" type="presParOf" srcId="{A72F2690-FE96-4772-A725-74850FE61F70}" destId="{41CF66CC-314A-4570-8F0F-CF5E5CEDFFFC}" srcOrd="2" destOrd="0" presId="urn:microsoft.com/office/officeart/2018/2/layout/IconVerticalSolidList"/>
    <dgm:cxn modelId="{3EF4EA58-6AF5-4C2E-818E-623C16A11B82}" type="presParOf" srcId="{A72F2690-FE96-4772-A725-74850FE61F70}" destId="{62D534C4-410C-49A6-A542-BC882CD623FB}" srcOrd="3" destOrd="0" presId="urn:microsoft.com/office/officeart/2018/2/layout/IconVerticalSolidList"/>
    <dgm:cxn modelId="{67E7CB39-3FCB-45EC-8D57-A354F36F5B0B}" type="presParOf" srcId="{EFA35600-84B3-4591-8A6D-0B9545678AFC}" destId="{892B6DDE-51FF-4D7E-A49B-AB82AFE13105}" srcOrd="1" destOrd="0" presId="urn:microsoft.com/office/officeart/2018/2/layout/IconVerticalSolidList"/>
    <dgm:cxn modelId="{36CFE7FF-9B8E-4006-A901-3070E73560E6}" type="presParOf" srcId="{EFA35600-84B3-4591-8A6D-0B9545678AFC}" destId="{A7F1F210-7314-43C7-9143-DAAC01E87A10}" srcOrd="2" destOrd="0" presId="urn:microsoft.com/office/officeart/2018/2/layout/IconVerticalSolidList"/>
    <dgm:cxn modelId="{15A53C9D-6F5E-415F-900D-A25660911CB2}" type="presParOf" srcId="{A7F1F210-7314-43C7-9143-DAAC01E87A10}" destId="{60DC1775-34D9-47E7-BAE9-3E9BF5DFB69F}" srcOrd="0" destOrd="0" presId="urn:microsoft.com/office/officeart/2018/2/layout/IconVerticalSolidList"/>
    <dgm:cxn modelId="{DD99C687-C4B7-4B3B-99FC-30E1B99CB348}" type="presParOf" srcId="{A7F1F210-7314-43C7-9143-DAAC01E87A10}" destId="{0781F9D7-923A-49B9-BC50-EB571171FCD4}" srcOrd="1" destOrd="0" presId="urn:microsoft.com/office/officeart/2018/2/layout/IconVerticalSolidList"/>
    <dgm:cxn modelId="{179475D5-D14F-4EF8-AD67-613BFCD97F46}" type="presParOf" srcId="{A7F1F210-7314-43C7-9143-DAAC01E87A10}" destId="{94EB0A9D-0957-4CDA-93D7-8DB57D700A7E}" srcOrd="2" destOrd="0" presId="urn:microsoft.com/office/officeart/2018/2/layout/IconVerticalSolidList"/>
    <dgm:cxn modelId="{EFF77BE4-C4E4-4B2F-B4DE-C04B9E59D0F8}" type="presParOf" srcId="{A7F1F210-7314-43C7-9143-DAAC01E87A10}" destId="{8CC2F06A-CF48-4286-8C73-6BEF79397059}" srcOrd="3" destOrd="0" presId="urn:microsoft.com/office/officeart/2018/2/layout/IconVerticalSolidList"/>
    <dgm:cxn modelId="{F95E255F-B459-4969-B423-7490BCA1B430}" type="presParOf" srcId="{A7F1F210-7314-43C7-9143-DAAC01E87A10}" destId="{775C5FCE-5203-4EDE-8708-B07795D0BCEA}" srcOrd="4" destOrd="0" presId="urn:microsoft.com/office/officeart/2018/2/layout/IconVerticalSolidList"/>
    <dgm:cxn modelId="{5E86E02B-F516-4A16-AA49-C962134475A0}" type="presParOf" srcId="{EFA35600-84B3-4591-8A6D-0B9545678AFC}" destId="{E7516C54-0151-4DFE-96C0-55C5D8624F9A}" srcOrd="3" destOrd="0" presId="urn:microsoft.com/office/officeart/2018/2/layout/IconVerticalSolidList"/>
    <dgm:cxn modelId="{6A6BD5D5-5EBD-476C-8CDF-379EA434553B}" type="presParOf" srcId="{EFA35600-84B3-4591-8A6D-0B9545678AFC}" destId="{54546E3F-B80A-45C6-BF6F-DC3BFEF2F14A}" srcOrd="4" destOrd="0" presId="urn:microsoft.com/office/officeart/2018/2/layout/IconVerticalSolidList"/>
    <dgm:cxn modelId="{E3736FA9-9569-408E-8AF8-59C49475A9D0}" type="presParOf" srcId="{54546E3F-B80A-45C6-BF6F-DC3BFEF2F14A}" destId="{3954BB89-50A1-4350-9232-037F06743E14}" srcOrd="0" destOrd="0" presId="urn:microsoft.com/office/officeart/2018/2/layout/IconVerticalSolidList"/>
    <dgm:cxn modelId="{C9F94997-69B8-4C24-B422-62C6658BED18}" type="presParOf" srcId="{54546E3F-B80A-45C6-BF6F-DC3BFEF2F14A}" destId="{A787DF28-BD03-46C8-ACA1-9A3D94E1BC7C}" srcOrd="1" destOrd="0" presId="urn:microsoft.com/office/officeart/2018/2/layout/IconVerticalSolidList"/>
    <dgm:cxn modelId="{D6CF5E1E-1B66-4437-9543-78E00E17BB0C}" type="presParOf" srcId="{54546E3F-B80A-45C6-BF6F-DC3BFEF2F14A}" destId="{6CF06751-68B1-42DA-86F8-E0F9DD8BBD52}" srcOrd="2" destOrd="0" presId="urn:microsoft.com/office/officeart/2018/2/layout/IconVerticalSolidList"/>
    <dgm:cxn modelId="{9EA6C401-9273-4E5E-8C54-8C0E565B893E}" type="presParOf" srcId="{54546E3F-B80A-45C6-BF6F-DC3BFEF2F14A}" destId="{BA64CAAA-A797-4EB2-ABFD-EBFBC5E7E0D2}" srcOrd="3" destOrd="0" presId="urn:microsoft.com/office/officeart/2018/2/layout/IconVerticalSolidList"/>
    <dgm:cxn modelId="{F2F1A769-43A7-44BC-AD3A-126A3D42985F}" type="presParOf" srcId="{EFA35600-84B3-4591-8A6D-0B9545678AFC}" destId="{2BA5E97D-32D6-482D-82BC-0CB84F9BA9DA}" srcOrd="5" destOrd="0" presId="urn:microsoft.com/office/officeart/2018/2/layout/IconVerticalSolidList"/>
    <dgm:cxn modelId="{55F976E7-AB0C-4301-970D-33F3C8D1B87D}" type="presParOf" srcId="{EFA35600-84B3-4591-8A6D-0B9545678AFC}" destId="{5118619F-8D49-4207-A65A-EF326D898D4D}" srcOrd="6" destOrd="0" presId="urn:microsoft.com/office/officeart/2018/2/layout/IconVerticalSolidList"/>
    <dgm:cxn modelId="{F68C7080-EA9F-4859-8690-E92785AB3F28}" type="presParOf" srcId="{5118619F-8D49-4207-A65A-EF326D898D4D}" destId="{9F384BDE-AAAA-4AB5-B11E-F716CCFF9B41}" srcOrd="0" destOrd="0" presId="urn:microsoft.com/office/officeart/2018/2/layout/IconVerticalSolidList"/>
    <dgm:cxn modelId="{4B61EAF3-986D-4F60-B8B5-6F6BFEF890BB}" type="presParOf" srcId="{5118619F-8D49-4207-A65A-EF326D898D4D}" destId="{D23D659C-3314-4CF8-954B-89021A451A7C}" srcOrd="1" destOrd="0" presId="urn:microsoft.com/office/officeart/2018/2/layout/IconVerticalSolidList"/>
    <dgm:cxn modelId="{49D91192-3A89-4E1D-862A-D4BFFE2A3500}" type="presParOf" srcId="{5118619F-8D49-4207-A65A-EF326D898D4D}" destId="{C7FBB5C8-D5E7-47CA-A30A-94CF299F39FF}" srcOrd="2" destOrd="0" presId="urn:microsoft.com/office/officeart/2018/2/layout/IconVerticalSolidList"/>
    <dgm:cxn modelId="{39AC6D9E-0337-4A92-BDDB-A77589FB4E9E}" type="presParOf" srcId="{5118619F-8D49-4207-A65A-EF326D898D4D}" destId="{93C2C9CE-7440-49BC-A335-5F4278C8E58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B19C469C-B54D-40E8-A276-A0C2B2CE9C98}"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4DC6FB59-3FC9-4A17-AEAA-B90E672CD98E}">
      <dgm:prSet/>
      <dgm:spPr/>
      <dgm:t>
        <a:bodyPr/>
        <a:lstStyle/>
        <a:p>
          <a:r>
            <a:rPr lang="en-US"/>
            <a:t>Integrates data from multiple sources into a single, logical view</a:t>
          </a:r>
        </a:p>
      </dgm:t>
    </dgm:pt>
    <dgm:pt modelId="{2938E60D-BF37-42FF-BE63-938E178D13FC}" type="parTrans" cxnId="{4E4A7ECF-337D-40CB-90D4-255BCF1A8532}">
      <dgm:prSet/>
      <dgm:spPr/>
      <dgm:t>
        <a:bodyPr/>
        <a:lstStyle/>
        <a:p>
          <a:endParaRPr lang="en-US"/>
        </a:p>
      </dgm:t>
    </dgm:pt>
    <dgm:pt modelId="{F3E46CF3-1A2C-4B5A-AF1D-DA611DB08906}" type="sibTrans" cxnId="{4E4A7ECF-337D-40CB-90D4-255BCF1A8532}">
      <dgm:prSet/>
      <dgm:spPr/>
      <dgm:t>
        <a:bodyPr/>
        <a:lstStyle/>
        <a:p>
          <a:endParaRPr lang="en-US"/>
        </a:p>
      </dgm:t>
    </dgm:pt>
    <dgm:pt modelId="{EF7FC673-CFD4-4F07-B94E-8A9B53B5D093}">
      <dgm:prSet/>
      <dgm:spPr/>
      <dgm:t>
        <a:bodyPr/>
        <a:lstStyle/>
        <a:p>
          <a:r>
            <a:rPr lang="en-US"/>
            <a:t>Provides a unified data access layer</a:t>
          </a:r>
        </a:p>
      </dgm:t>
    </dgm:pt>
    <dgm:pt modelId="{286FCB57-8F52-4650-9E79-41FAAF86DD5D}" type="parTrans" cxnId="{283FB7B9-0F0C-4854-89A3-D9362E7EF8BA}">
      <dgm:prSet/>
      <dgm:spPr/>
      <dgm:t>
        <a:bodyPr/>
        <a:lstStyle/>
        <a:p>
          <a:endParaRPr lang="en-US"/>
        </a:p>
      </dgm:t>
    </dgm:pt>
    <dgm:pt modelId="{2AFDFE87-8CA5-44B3-9F69-3819FB79FC04}" type="sibTrans" cxnId="{283FB7B9-0F0C-4854-89A3-D9362E7EF8BA}">
      <dgm:prSet/>
      <dgm:spPr/>
      <dgm:t>
        <a:bodyPr/>
        <a:lstStyle/>
        <a:p>
          <a:endParaRPr lang="en-US"/>
        </a:p>
      </dgm:t>
    </dgm:pt>
    <dgm:pt modelId="{9D148D2A-CEA2-477A-978E-A2072FCB3783}">
      <dgm:prSet/>
      <dgm:spPr/>
      <dgm:t>
        <a:bodyPr/>
        <a:lstStyle/>
        <a:p>
          <a:r>
            <a:rPr lang="en-US"/>
            <a:t>Benefits: Improved data accessibility, consistency, and governance</a:t>
          </a:r>
        </a:p>
      </dgm:t>
    </dgm:pt>
    <dgm:pt modelId="{3C86E2E2-CCF3-4E37-925C-12630B4F11DA}" type="parTrans" cxnId="{0225AF3F-ECCF-4500-B20D-095D08CB740A}">
      <dgm:prSet/>
      <dgm:spPr/>
      <dgm:t>
        <a:bodyPr/>
        <a:lstStyle/>
        <a:p>
          <a:endParaRPr lang="en-US"/>
        </a:p>
      </dgm:t>
    </dgm:pt>
    <dgm:pt modelId="{62126EF2-A5E6-4FC1-B3A7-9C63A39E316B}" type="sibTrans" cxnId="{0225AF3F-ECCF-4500-B20D-095D08CB740A}">
      <dgm:prSet/>
      <dgm:spPr/>
      <dgm:t>
        <a:bodyPr/>
        <a:lstStyle/>
        <a:p>
          <a:endParaRPr lang="en-US"/>
        </a:p>
      </dgm:t>
    </dgm:pt>
    <dgm:pt modelId="{A5493C25-10F1-4120-BFE2-31984B406F59}">
      <dgm:prSet/>
      <dgm:spPr/>
      <dgm:t>
        <a:bodyPr/>
        <a:lstStyle/>
        <a:p>
          <a:r>
            <a:rPr lang="en-US"/>
            <a:t>Examples: Denodo, TIBCO Data Virtualization, IBM Cloud Pak for Data</a:t>
          </a:r>
        </a:p>
      </dgm:t>
    </dgm:pt>
    <dgm:pt modelId="{8456EB08-FFE5-42E4-9BDF-120E94366051}" type="parTrans" cxnId="{5CD042A0-29C4-4886-BBD9-EC971ABA588B}">
      <dgm:prSet/>
      <dgm:spPr/>
      <dgm:t>
        <a:bodyPr/>
        <a:lstStyle/>
        <a:p>
          <a:endParaRPr lang="en-US"/>
        </a:p>
      </dgm:t>
    </dgm:pt>
    <dgm:pt modelId="{5F039589-FE11-4E6B-9E86-4AFCC7B510D8}" type="sibTrans" cxnId="{5CD042A0-29C4-4886-BBD9-EC971ABA588B}">
      <dgm:prSet/>
      <dgm:spPr/>
      <dgm:t>
        <a:bodyPr/>
        <a:lstStyle/>
        <a:p>
          <a:endParaRPr lang="en-US"/>
        </a:p>
      </dgm:t>
    </dgm:pt>
    <dgm:pt modelId="{1250513D-9338-4711-B0E8-D8FE062AB0E7}" type="pres">
      <dgm:prSet presAssocID="{B19C469C-B54D-40E8-A276-A0C2B2CE9C98}" presName="linear" presStyleCnt="0">
        <dgm:presLayoutVars>
          <dgm:animLvl val="lvl"/>
          <dgm:resizeHandles val="exact"/>
        </dgm:presLayoutVars>
      </dgm:prSet>
      <dgm:spPr/>
    </dgm:pt>
    <dgm:pt modelId="{E518F718-5012-4EEF-89B5-D22E6AE030D4}" type="pres">
      <dgm:prSet presAssocID="{4DC6FB59-3FC9-4A17-AEAA-B90E672CD98E}" presName="parentText" presStyleLbl="node1" presStyleIdx="0" presStyleCnt="4">
        <dgm:presLayoutVars>
          <dgm:chMax val="0"/>
          <dgm:bulletEnabled val="1"/>
        </dgm:presLayoutVars>
      </dgm:prSet>
      <dgm:spPr/>
    </dgm:pt>
    <dgm:pt modelId="{5715BFC9-6C6D-4EF8-BC7B-FDBBDB34EBD3}" type="pres">
      <dgm:prSet presAssocID="{F3E46CF3-1A2C-4B5A-AF1D-DA611DB08906}" presName="spacer" presStyleCnt="0"/>
      <dgm:spPr/>
    </dgm:pt>
    <dgm:pt modelId="{62EDEAEA-6A0D-4747-8228-67AA40FFCD81}" type="pres">
      <dgm:prSet presAssocID="{EF7FC673-CFD4-4F07-B94E-8A9B53B5D093}" presName="parentText" presStyleLbl="node1" presStyleIdx="1" presStyleCnt="4">
        <dgm:presLayoutVars>
          <dgm:chMax val="0"/>
          <dgm:bulletEnabled val="1"/>
        </dgm:presLayoutVars>
      </dgm:prSet>
      <dgm:spPr/>
    </dgm:pt>
    <dgm:pt modelId="{EDCE7643-F06A-446D-8A8E-C9997C3FC498}" type="pres">
      <dgm:prSet presAssocID="{2AFDFE87-8CA5-44B3-9F69-3819FB79FC04}" presName="spacer" presStyleCnt="0"/>
      <dgm:spPr/>
    </dgm:pt>
    <dgm:pt modelId="{E1117BEC-5CAF-4E5B-A2AB-D897C1720310}" type="pres">
      <dgm:prSet presAssocID="{9D148D2A-CEA2-477A-978E-A2072FCB3783}" presName="parentText" presStyleLbl="node1" presStyleIdx="2" presStyleCnt="4">
        <dgm:presLayoutVars>
          <dgm:chMax val="0"/>
          <dgm:bulletEnabled val="1"/>
        </dgm:presLayoutVars>
      </dgm:prSet>
      <dgm:spPr/>
    </dgm:pt>
    <dgm:pt modelId="{1A22E075-721F-4ECA-8C53-3559DFA505AD}" type="pres">
      <dgm:prSet presAssocID="{62126EF2-A5E6-4FC1-B3A7-9C63A39E316B}" presName="spacer" presStyleCnt="0"/>
      <dgm:spPr/>
    </dgm:pt>
    <dgm:pt modelId="{041330EE-CC81-472F-B755-8FEFAA97D5D3}" type="pres">
      <dgm:prSet presAssocID="{A5493C25-10F1-4120-BFE2-31984B406F59}" presName="parentText" presStyleLbl="node1" presStyleIdx="3" presStyleCnt="4">
        <dgm:presLayoutVars>
          <dgm:chMax val="0"/>
          <dgm:bulletEnabled val="1"/>
        </dgm:presLayoutVars>
      </dgm:prSet>
      <dgm:spPr/>
    </dgm:pt>
  </dgm:ptLst>
  <dgm:cxnLst>
    <dgm:cxn modelId="{4FD0710E-DDE0-48EB-BB55-9C80890242FB}" type="presOf" srcId="{4DC6FB59-3FC9-4A17-AEAA-B90E672CD98E}" destId="{E518F718-5012-4EEF-89B5-D22E6AE030D4}" srcOrd="0" destOrd="0" presId="urn:microsoft.com/office/officeart/2005/8/layout/vList2"/>
    <dgm:cxn modelId="{03E2A720-4AB6-439A-A053-543C7B4E773A}" type="presOf" srcId="{9D148D2A-CEA2-477A-978E-A2072FCB3783}" destId="{E1117BEC-5CAF-4E5B-A2AB-D897C1720310}" srcOrd="0" destOrd="0" presId="urn:microsoft.com/office/officeart/2005/8/layout/vList2"/>
    <dgm:cxn modelId="{0225AF3F-ECCF-4500-B20D-095D08CB740A}" srcId="{B19C469C-B54D-40E8-A276-A0C2B2CE9C98}" destId="{9D148D2A-CEA2-477A-978E-A2072FCB3783}" srcOrd="2" destOrd="0" parTransId="{3C86E2E2-CCF3-4E37-925C-12630B4F11DA}" sibTransId="{62126EF2-A5E6-4FC1-B3A7-9C63A39E316B}"/>
    <dgm:cxn modelId="{31187E64-7393-4B84-98BE-F63892F31491}" type="presOf" srcId="{B19C469C-B54D-40E8-A276-A0C2B2CE9C98}" destId="{1250513D-9338-4711-B0E8-D8FE062AB0E7}" srcOrd="0" destOrd="0" presId="urn:microsoft.com/office/officeart/2005/8/layout/vList2"/>
    <dgm:cxn modelId="{5CD042A0-29C4-4886-BBD9-EC971ABA588B}" srcId="{B19C469C-B54D-40E8-A276-A0C2B2CE9C98}" destId="{A5493C25-10F1-4120-BFE2-31984B406F59}" srcOrd="3" destOrd="0" parTransId="{8456EB08-FFE5-42E4-9BDF-120E94366051}" sibTransId="{5F039589-FE11-4E6B-9E86-4AFCC7B510D8}"/>
    <dgm:cxn modelId="{283FB7B9-0F0C-4854-89A3-D9362E7EF8BA}" srcId="{B19C469C-B54D-40E8-A276-A0C2B2CE9C98}" destId="{EF7FC673-CFD4-4F07-B94E-8A9B53B5D093}" srcOrd="1" destOrd="0" parTransId="{286FCB57-8F52-4650-9E79-41FAAF86DD5D}" sibTransId="{2AFDFE87-8CA5-44B3-9F69-3819FB79FC04}"/>
    <dgm:cxn modelId="{4E4A7ECF-337D-40CB-90D4-255BCF1A8532}" srcId="{B19C469C-B54D-40E8-A276-A0C2B2CE9C98}" destId="{4DC6FB59-3FC9-4A17-AEAA-B90E672CD98E}" srcOrd="0" destOrd="0" parTransId="{2938E60D-BF37-42FF-BE63-938E178D13FC}" sibTransId="{F3E46CF3-1A2C-4B5A-AF1D-DA611DB08906}"/>
    <dgm:cxn modelId="{7064C1DA-5DA2-458E-A3CF-921C0D26BC9D}" type="presOf" srcId="{A5493C25-10F1-4120-BFE2-31984B406F59}" destId="{041330EE-CC81-472F-B755-8FEFAA97D5D3}" srcOrd="0" destOrd="0" presId="urn:microsoft.com/office/officeart/2005/8/layout/vList2"/>
    <dgm:cxn modelId="{A2EC1EEB-B68B-4AAD-963A-5F2B591D0363}" type="presOf" srcId="{EF7FC673-CFD4-4F07-B94E-8A9B53B5D093}" destId="{62EDEAEA-6A0D-4747-8228-67AA40FFCD81}" srcOrd="0" destOrd="0" presId="urn:microsoft.com/office/officeart/2005/8/layout/vList2"/>
    <dgm:cxn modelId="{50CBECB4-6340-4135-A097-84C6528C6002}" type="presParOf" srcId="{1250513D-9338-4711-B0E8-D8FE062AB0E7}" destId="{E518F718-5012-4EEF-89B5-D22E6AE030D4}" srcOrd="0" destOrd="0" presId="urn:microsoft.com/office/officeart/2005/8/layout/vList2"/>
    <dgm:cxn modelId="{EF8C6D13-82DA-4224-B082-18065FD94356}" type="presParOf" srcId="{1250513D-9338-4711-B0E8-D8FE062AB0E7}" destId="{5715BFC9-6C6D-4EF8-BC7B-FDBBDB34EBD3}" srcOrd="1" destOrd="0" presId="urn:microsoft.com/office/officeart/2005/8/layout/vList2"/>
    <dgm:cxn modelId="{68BEA059-7F32-4F75-9752-07CBFB07B98A}" type="presParOf" srcId="{1250513D-9338-4711-B0E8-D8FE062AB0E7}" destId="{62EDEAEA-6A0D-4747-8228-67AA40FFCD81}" srcOrd="2" destOrd="0" presId="urn:microsoft.com/office/officeart/2005/8/layout/vList2"/>
    <dgm:cxn modelId="{0D012C9C-EDAA-4928-A956-E3623E4A6E12}" type="presParOf" srcId="{1250513D-9338-4711-B0E8-D8FE062AB0E7}" destId="{EDCE7643-F06A-446D-8A8E-C9997C3FC498}" srcOrd="3" destOrd="0" presId="urn:microsoft.com/office/officeart/2005/8/layout/vList2"/>
    <dgm:cxn modelId="{284C6CA0-AECC-442C-A516-8E6438801650}" type="presParOf" srcId="{1250513D-9338-4711-B0E8-D8FE062AB0E7}" destId="{E1117BEC-5CAF-4E5B-A2AB-D897C1720310}" srcOrd="4" destOrd="0" presId="urn:microsoft.com/office/officeart/2005/8/layout/vList2"/>
    <dgm:cxn modelId="{0A1749E0-EFCC-4DD8-A7FB-0CE86870083F}" type="presParOf" srcId="{1250513D-9338-4711-B0E8-D8FE062AB0E7}" destId="{1A22E075-721F-4ECA-8C53-3559DFA505AD}" srcOrd="5" destOrd="0" presId="urn:microsoft.com/office/officeart/2005/8/layout/vList2"/>
    <dgm:cxn modelId="{873C6A61-E92A-49BF-A906-CDDCCED6A091}" type="presParOf" srcId="{1250513D-9338-4711-B0E8-D8FE062AB0E7}" destId="{041330EE-CC81-472F-B755-8FEFAA97D5D3}"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B1FC023F-1712-4B7A-B635-64AF0D5DB063}"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39AEE330-6BB8-47DC-8CD8-E8790FD77486}">
      <dgm:prSet/>
      <dgm:spPr/>
      <dgm:t>
        <a:bodyPr/>
        <a:lstStyle/>
        <a:p>
          <a:r>
            <a:rPr lang="en-US" b="0" i="0"/>
            <a:t>Modern organizations collect data from several sources and store it in different formats and </a:t>
          </a:r>
          <a:r>
            <a:rPr lang="en-US"/>
            <a:t>in different places. </a:t>
          </a:r>
        </a:p>
      </dgm:t>
    </dgm:pt>
    <dgm:pt modelId="{A457D3CF-B2A0-474D-AC42-20BD2D255F9F}" type="parTrans" cxnId="{EA1520FE-5EF7-468F-B8F8-F83442B417CB}">
      <dgm:prSet/>
      <dgm:spPr/>
      <dgm:t>
        <a:bodyPr/>
        <a:lstStyle/>
        <a:p>
          <a:endParaRPr lang="en-US"/>
        </a:p>
      </dgm:t>
    </dgm:pt>
    <dgm:pt modelId="{41B1F825-0822-44A6-B903-B97C201B2E1D}" type="sibTrans" cxnId="{EA1520FE-5EF7-468F-B8F8-F83442B417CB}">
      <dgm:prSet/>
      <dgm:spPr/>
      <dgm:t>
        <a:bodyPr/>
        <a:lstStyle/>
        <a:p>
          <a:endParaRPr lang="en-US"/>
        </a:p>
      </dgm:t>
    </dgm:pt>
    <dgm:pt modelId="{3A02AB9D-AD37-431C-80DA-A85F8D2F5590}">
      <dgm:prSet/>
      <dgm:spPr/>
      <dgm:t>
        <a:bodyPr/>
        <a:lstStyle/>
        <a:p>
          <a:r>
            <a:rPr lang="en-US" b="0" i="0"/>
            <a:t>Data virtualization creates a software layer between data and the applications that need it. Data virtualization tools process an application’s data request and return results in a suitable format. </a:t>
          </a:r>
          <a:endParaRPr lang="en-US"/>
        </a:p>
      </dgm:t>
    </dgm:pt>
    <dgm:pt modelId="{BF3B97B6-A176-4E0E-9AC0-667F93ADC5D6}" type="parTrans" cxnId="{F2497F39-A385-46C1-BE48-2AF31326F143}">
      <dgm:prSet/>
      <dgm:spPr/>
      <dgm:t>
        <a:bodyPr/>
        <a:lstStyle/>
        <a:p>
          <a:endParaRPr lang="en-US"/>
        </a:p>
      </dgm:t>
    </dgm:pt>
    <dgm:pt modelId="{8E8681F2-6C19-490C-A615-6FCA243AA430}" type="sibTrans" cxnId="{F2497F39-A385-46C1-BE48-2AF31326F143}">
      <dgm:prSet/>
      <dgm:spPr/>
      <dgm:t>
        <a:bodyPr/>
        <a:lstStyle/>
        <a:p>
          <a:endParaRPr lang="en-US"/>
        </a:p>
      </dgm:t>
    </dgm:pt>
    <dgm:pt modelId="{A4116D06-E472-4CA5-9419-932DB29D6A8D}">
      <dgm:prSet/>
      <dgm:spPr/>
      <dgm:t>
        <a:bodyPr/>
        <a:lstStyle/>
        <a:p>
          <a:r>
            <a:rPr lang="en-US" b="0" i="0"/>
            <a:t>Thus, organizations use data virtualization solutions to increase flexibility for data integration and support cross-functional data analysis.</a:t>
          </a:r>
          <a:endParaRPr lang="en-US"/>
        </a:p>
      </dgm:t>
    </dgm:pt>
    <dgm:pt modelId="{3FFA8EBC-7E45-4588-843C-286536CEA7CE}" type="parTrans" cxnId="{1506D40E-EDC0-4178-8FF1-1D80EFEF40DD}">
      <dgm:prSet/>
      <dgm:spPr/>
      <dgm:t>
        <a:bodyPr/>
        <a:lstStyle/>
        <a:p>
          <a:endParaRPr lang="en-US"/>
        </a:p>
      </dgm:t>
    </dgm:pt>
    <dgm:pt modelId="{AE1D9202-2AD7-4291-9159-1AD69FF3FB8A}" type="sibTrans" cxnId="{1506D40E-EDC0-4178-8FF1-1D80EFEF40DD}">
      <dgm:prSet/>
      <dgm:spPr/>
      <dgm:t>
        <a:bodyPr/>
        <a:lstStyle/>
        <a:p>
          <a:endParaRPr lang="en-US"/>
        </a:p>
      </dgm:t>
    </dgm:pt>
    <dgm:pt modelId="{CB12E05B-9C20-48D8-8C3C-F9E345960566}">
      <dgm:prSet/>
      <dgm:spPr/>
      <dgm:t>
        <a:bodyPr/>
        <a:lstStyle/>
        <a:p>
          <a:r>
            <a:rPr lang="en-US"/>
            <a:t>Many giant companies are providing their services like Oracle, IBM, At scale, Cdata, etc.</a:t>
          </a:r>
        </a:p>
      </dgm:t>
    </dgm:pt>
    <dgm:pt modelId="{1B25808C-BAB3-4451-9FD1-F44FE5F5794D}" type="parTrans" cxnId="{BAA907F8-610B-4C8E-8500-6A085D750704}">
      <dgm:prSet/>
      <dgm:spPr/>
      <dgm:t>
        <a:bodyPr/>
        <a:lstStyle/>
        <a:p>
          <a:endParaRPr lang="en-US"/>
        </a:p>
      </dgm:t>
    </dgm:pt>
    <dgm:pt modelId="{BA2E322F-BDC6-4899-84A2-3F22AF6B1094}" type="sibTrans" cxnId="{BAA907F8-610B-4C8E-8500-6A085D750704}">
      <dgm:prSet/>
      <dgm:spPr/>
      <dgm:t>
        <a:bodyPr/>
        <a:lstStyle/>
        <a:p>
          <a:endParaRPr lang="en-US"/>
        </a:p>
      </dgm:t>
    </dgm:pt>
    <dgm:pt modelId="{29A9D5F1-10F9-426E-B731-9E3DFC328010}" type="pres">
      <dgm:prSet presAssocID="{B1FC023F-1712-4B7A-B635-64AF0D5DB063}" presName="root" presStyleCnt="0">
        <dgm:presLayoutVars>
          <dgm:dir/>
          <dgm:resizeHandles val="exact"/>
        </dgm:presLayoutVars>
      </dgm:prSet>
      <dgm:spPr/>
    </dgm:pt>
    <dgm:pt modelId="{A32AD0C8-7D3D-4D45-9FAE-0614C33E1029}" type="pres">
      <dgm:prSet presAssocID="{39AEE330-6BB8-47DC-8CD8-E8790FD77486}" presName="compNode" presStyleCnt="0"/>
      <dgm:spPr/>
    </dgm:pt>
    <dgm:pt modelId="{4CC6003B-EDCD-481B-B7A9-D36074FE37C9}" type="pres">
      <dgm:prSet presAssocID="{39AEE330-6BB8-47DC-8CD8-E8790FD77486}" presName="bgRect" presStyleLbl="bgShp" presStyleIdx="0" presStyleCnt="4"/>
      <dgm:spPr/>
    </dgm:pt>
    <dgm:pt modelId="{6B1437CC-FA72-4CD8-97C7-4D2A0291EFA5}" type="pres">
      <dgm:prSet presAssocID="{39AEE330-6BB8-47DC-8CD8-E8790FD77486}"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able"/>
        </a:ext>
      </dgm:extLst>
    </dgm:pt>
    <dgm:pt modelId="{263EB4F6-2764-4E68-AA38-CC5958CDFCCC}" type="pres">
      <dgm:prSet presAssocID="{39AEE330-6BB8-47DC-8CD8-E8790FD77486}" presName="spaceRect" presStyleCnt="0"/>
      <dgm:spPr/>
    </dgm:pt>
    <dgm:pt modelId="{14ECAC1C-8C16-4C00-BD33-35FA37A6B07E}" type="pres">
      <dgm:prSet presAssocID="{39AEE330-6BB8-47DC-8CD8-E8790FD77486}" presName="parTx" presStyleLbl="revTx" presStyleIdx="0" presStyleCnt="4">
        <dgm:presLayoutVars>
          <dgm:chMax val="0"/>
          <dgm:chPref val="0"/>
        </dgm:presLayoutVars>
      </dgm:prSet>
      <dgm:spPr/>
    </dgm:pt>
    <dgm:pt modelId="{CA0F6029-B765-42BF-8A49-1CBCDCD92152}" type="pres">
      <dgm:prSet presAssocID="{41B1F825-0822-44A6-B903-B97C201B2E1D}" presName="sibTrans" presStyleCnt="0"/>
      <dgm:spPr/>
    </dgm:pt>
    <dgm:pt modelId="{7053C194-2EF4-4376-813E-349D458617D7}" type="pres">
      <dgm:prSet presAssocID="{3A02AB9D-AD37-431C-80DA-A85F8D2F5590}" presName="compNode" presStyleCnt="0"/>
      <dgm:spPr/>
    </dgm:pt>
    <dgm:pt modelId="{CC1F08EB-8370-4763-95C5-FC3B967767E1}" type="pres">
      <dgm:prSet presAssocID="{3A02AB9D-AD37-431C-80DA-A85F8D2F5590}" presName="bgRect" presStyleLbl="bgShp" presStyleIdx="1" presStyleCnt="4"/>
      <dgm:spPr/>
    </dgm:pt>
    <dgm:pt modelId="{FDE5FEAE-9985-4B64-AF11-ACC91025AA69}" type="pres">
      <dgm:prSet presAssocID="{3A02AB9D-AD37-431C-80DA-A85F8D2F559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F7ADF309-E2ED-47DE-A13D-CA73EAD7A75D}" type="pres">
      <dgm:prSet presAssocID="{3A02AB9D-AD37-431C-80DA-A85F8D2F5590}" presName="spaceRect" presStyleCnt="0"/>
      <dgm:spPr/>
    </dgm:pt>
    <dgm:pt modelId="{7FA1BC91-2A86-4DA2-876A-E1076BAF1D71}" type="pres">
      <dgm:prSet presAssocID="{3A02AB9D-AD37-431C-80DA-A85F8D2F5590}" presName="parTx" presStyleLbl="revTx" presStyleIdx="1" presStyleCnt="4">
        <dgm:presLayoutVars>
          <dgm:chMax val="0"/>
          <dgm:chPref val="0"/>
        </dgm:presLayoutVars>
      </dgm:prSet>
      <dgm:spPr/>
    </dgm:pt>
    <dgm:pt modelId="{CF1236EC-3174-4D0F-A5D2-5CF9EAB7D6C1}" type="pres">
      <dgm:prSet presAssocID="{8E8681F2-6C19-490C-A615-6FCA243AA430}" presName="sibTrans" presStyleCnt="0"/>
      <dgm:spPr/>
    </dgm:pt>
    <dgm:pt modelId="{4071888A-AF79-4006-B5BF-EDEC9A310E2C}" type="pres">
      <dgm:prSet presAssocID="{A4116D06-E472-4CA5-9419-932DB29D6A8D}" presName="compNode" presStyleCnt="0"/>
      <dgm:spPr/>
    </dgm:pt>
    <dgm:pt modelId="{5CD7BFCF-68B7-456A-9EB3-16378774B976}" type="pres">
      <dgm:prSet presAssocID="{A4116D06-E472-4CA5-9419-932DB29D6A8D}" presName="bgRect" presStyleLbl="bgShp" presStyleIdx="2" presStyleCnt="4"/>
      <dgm:spPr/>
    </dgm:pt>
    <dgm:pt modelId="{F80F4386-A451-4046-967A-98EBFDDDDB93}" type="pres">
      <dgm:prSet presAssocID="{A4116D06-E472-4CA5-9419-932DB29D6A8D}"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erver"/>
        </a:ext>
      </dgm:extLst>
    </dgm:pt>
    <dgm:pt modelId="{43EB6B80-1707-49FA-9D7B-50185E0A9DF3}" type="pres">
      <dgm:prSet presAssocID="{A4116D06-E472-4CA5-9419-932DB29D6A8D}" presName="spaceRect" presStyleCnt="0"/>
      <dgm:spPr/>
    </dgm:pt>
    <dgm:pt modelId="{4BA73099-17D3-4052-8D08-1B8396218FE1}" type="pres">
      <dgm:prSet presAssocID="{A4116D06-E472-4CA5-9419-932DB29D6A8D}" presName="parTx" presStyleLbl="revTx" presStyleIdx="2" presStyleCnt="4">
        <dgm:presLayoutVars>
          <dgm:chMax val="0"/>
          <dgm:chPref val="0"/>
        </dgm:presLayoutVars>
      </dgm:prSet>
      <dgm:spPr/>
    </dgm:pt>
    <dgm:pt modelId="{4023ADC6-BCD7-496C-8C9A-EE4B308B6AE9}" type="pres">
      <dgm:prSet presAssocID="{AE1D9202-2AD7-4291-9159-1AD69FF3FB8A}" presName="sibTrans" presStyleCnt="0"/>
      <dgm:spPr/>
    </dgm:pt>
    <dgm:pt modelId="{EDDA718B-AB72-4876-AD66-33C990A9E8BE}" type="pres">
      <dgm:prSet presAssocID="{CB12E05B-9C20-48D8-8C3C-F9E345960566}" presName="compNode" presStyleCnt="0"/>
      <dgm:spPr/>
    </dgm:pt>
    <dgm:pt modelId="{E0513A56-D3FA-4532-93F4-4D3D8E4CD9E8}" type="pres">
      <dgm:prSet presAssocID="{CB12E05B-9C20-48D8-8C3C-F9E345960566}" presName="bgRect" presStyleLbl="bgShp" presStyleIdx="3" presStyleCnt="4"/>
      <dgm:spPr/>
    </dgm:pt>
    <dgm:pt modelId="{BCD52C2E-39BB-476B-AAB5-3F704337B690}" type="pres">
      <dgm:prSet presAssocID="{CB12E05B-9C20-48D8-8C3C-F9E345960566}"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loud Computing"/>
        </a:ext>
      </dgm:extLst>
    </dgm:pt>
    <dgm:pt modelId="{9DA0F923-D79B-4D01-8FD7-321EE9073C9B}" type="pres">
      <dgm:prSet presAssocID="{CB12E05B-9C20-48D8-8C3C-F9E345960566}" presName="spaceRect" presStyleCnt="0"/>
      <dgm:spPr/>
    </dgm:pt>
    <dgm:pt modelId="{51D03875-4CA4-41A9-9C3E-DB27EA907229}" type="pres">
      <dgm:prSet presAssocID="{CB12E05B-9C20-48D8-8C3C-F9E345960566}" presName="parTx" presStyleLbl="revTx" presStyleIdx="3" presStyleCnt="4">
        <dgm:presLayoutVars>
          <dgm:chMax val="0"/>
          <dgm:chPref val="0"/>
        </dgm:presLayoutVars>
      </dgm:prSet>
      <dgm:spPr/>
    </dgm:pt>
  </dgm:ptLst>
  <dgm:cxnLst>
    <dgm:cxn modelId="{70985207-EC16-4286-A28B-810FADC6AD2B}" type="presOf" srcId="{3A02AB9D-AD37-431C-80DA-A85F8D2F5590}" destId="{7FA1BC91-2A86-4DA2-876A-E1076BAF1D71}" srcOrd="0" destOrd="0" presId="urn:microsoft.com/office/officeart/2018/2/layout/IconVerticalSolidList"/>
    <dgm:cxn modelId="{1506D40E-EDC0-4178-8FF1-1D80EFEF40DD}" srcId="{B1FC023F-1712-4B7A-B635-64AF0D5DB063}" destId="{A4116D06-E472-4CA5-9419-932DB29D6A8D}" srcOrd="2" destOrd="0" parTransId="{3FFA8EBC-7E45-4588-843C-286536CEA7CE}" sibTransId="{AE1D9202-2AD7-4291-9159-1AD69FF3FB8A}"/>
    <dgm:cxn modelId="{E7CA3812-6BBF-4044-9B45-A77524F065A4}" type="presOf" srcId="{B1FC023F-1712-4B7A-B635-64AF0D5DB063}" destId="{29A9D5F1-10F9-426E-B731-9E3DFC328010}" srcOrd="0" destOrd="0" presId="urn:microsoft.com/office/officeart/2018/2/layout/IconVerticalSolidList"/>
    <dgm:cxn modelId="{F2497F39-A385-46C1-BE48-2AF31326F143}" srcId="{B1FC023F-1712-4B7A-B635-64AF0D5DB063}" destId="{3A02AB9D-AD37-431C-80DA-A85F8D2F5590}" srcOrd="1" destOrd="0" parTransId="{BF3B97B6-A176-4E0E-9AC0-667F93ADC5D6}" sibTransId="{8E8681F2-6C19-490C-A615-6FCA243AA430}"/>
    <dgm:cxn modelId="{FECC3871-04E6-43B9-AB94-D83303A91D03}" type="presOf" srcId="{CB12E05B-9C20-48D8-8C3C-F9E345960566}" destId="{51D03875-4CA4-41A9-9C3E-DB27EA907229}" srcOrd="0" destOrd="0" presId="urn:microsoft.com/office/officeart/2018/2/layout/IconVerticalSolidList"/>
    <dgm:cxn modelId="{F94DBEB2-C45B-48D4-9290-60F3079B9122}" type="presOf" srcId="{39AEE330-6BB8-47DC-8CD8-E8790FD77486}" destId="{14ECAC1C-8C16-4C00-BD33-35FA37A6B07E}" srcOrd="0" destOrd="0" presId="urn:microsoft.com/office/officeart/2018/2/layout/IconVerticalSolidList"/>
    <dgm:cxn modelId="{EE3387CA-9BF5-4067-A980-982D20CCE9DE}" type="presOf" srcId="{A4116D06-E472-4CA5-9419-932DB29D6A8D}" destId="{4BA73099-17D3-4052-8D08-1B8396218FE1}" srcOrd="0" destOrd="0" presId="urn:microsoft.com/office/officeart/2018/2/layout/IconVerticalSolidList"/>
    <dgm:cxn modelId="{BAA907F8-610B-4C8E-8500-6A085D750704}" srcId="{B1FC023F-1712-4B7A-B635-64AF0D5DB063}" destId="{CB12E05B-9C20-48D8-8C3C-F9E345960566}" srcOrd="3" destOrd="0" parTransId="{1B25808C-BAB3-4451-9FD1-F44FE5F5794D}" sibTransId="{BA2E322F-BDC6-4899-84A2-3F22AF6B1094}"/>
    <dgm:cxn modelId="{EA1520FE-5EF7-468F-B8F8-F83442B417CB}" srcId="{B1FC023F-1712-4B7A-B635-64AF0D5DB063}" destId="{39AEE330-6BB8-47DC-8CD8-E8790FD77486}" srcOrd="0" destOrd="0" parTransId="{A457D3CF-B2A0-474D-AC42-20BD2D255F9F}" sibTransId="{41B1F825-0822-44A6-B903-B97C201B2E1D}"/>
    <dgm:cxn modelId="{E8FD6659-F63C-4AE3-82E0-B9B3B59FF7C5}" type="presParOf" srcId="{29A9D5F1-10F9-426E-B731-9E3DFC328010}" destId="{A32AD0C8-7D3D-4D45-9FAE-0614C33E1029}" srcOrd="0" destOrd="0" presId="urn:microsoft.com/office/officeart/2018/2/layout/IconVerticalSolidList"/>
    <dgm:cxn modelId="{6AEA78CB-8798-4A60-B91E-6001569FA852}" type="presParOf" srcId="{A32AD0C8-7D3D-4D45-9FAE-0614C33E1029}" destId="{4CC6003B-EDCD-481B-B7A9-D36074FE37C9}" srcOrd="0" destOrd="0" presId="urn:microsoft.com/office/officeart/2018/2/layout/IconVerticalSolidList"/>
    <dgm:cxn modelId="{1B7B996F-1D1C-4C75-9FE1-087C42DAE9EA}" type="presParOf" srcId="{A32AD0C8-7D3D-4D45-9FAE-0614C33E1029}" destId="{6B1437CC-FA72-4CD8-97C7-4D2A0291EFA5}" srcOrd="1" destOrd="0" presId="urn:microsoft.com/office/officeart/2018/2/layout/IconVerticalSolidList"/>
    <dgm:cxn modelId="{53DBD620-7BD5-409D-8B6C-A78E0F1C8F24}" type="presParOf" srcId="{A32AD0C8-7D3D-4D45-9FAE-0614C33E1029}" destId="{263EB4F6-2764-4E68-AA38-CC5958CDFCCC}" srcOrd="2" destOrd="0" presId="urn:microsoft.com/office/officeart/2018/2/layout/IconVerticalSolidList"/>
    <dgm:cxn modelId="{4C535C37-1410-42D7-9E68-D94AADCB790D}" type="presParOf" srcId="{A32AD0C8-7D3D-4D45-9FAE-0614C33E1029}" destId="{14ECAC1C-8C16-4C00-BD33-35FA37A6B07E}" srcOrd="3" destOrd="0" presId="urn:microsoft.com/office/officeart/2018/2/layout/IconVerticalSolidList"/>
    <dgm:cxn modelId="{992A1A84-FFBD-4ECE-BEFD-ECB127C63FDF}" type="presParOf" srcId="{29A9D5F1-10F9-426E-B731-9E3DFC328010}" destId="{CA0F6029-B765-42BF-8A49-1CBCDCD92152}" srcOrd="1" destOrd="0" presId="urn:microsoft.com/office/officeart/2018/2/layout/IconVerticalSolidList"/>
    <dgm:cxn modelId="{2DC05E4C-D988-4D95-818C-DC9C2B6E140C}" type="presParOf" srcId="{29A9D5F1-10F9-426E-B731-9E3DFC328010}" destId="{7053C194-2EF4-4376-813E-349D458617D7}" srcOrd="2" destOrd="0" presId="urn:microsoft.com/office/officeart/2018/2/layout/IconVerticalSolidList"/>
    <dgm:cxn modelId="{30CE448A-930E-41A5-81CC-FFEC2B926EBD}" type="presParOf" srcId="{7053C194-2EF4-4376-813E-349D458617D7}" destId="{CC1F08EB-8370-4763-95C5-FC3B967767E1}" srcOrd="0" destOrd="0" presId="urn:microsoft.com/office/officeart/2018/2/layout/IconVerticalSolidList"/>
    <dgm:cxn modelId="{DE9846DF-B68B-43B1-9FD6-E7D489525E97}" type="presParOf" srcId="{7053C194-2EF4-4376-813E-349D458617D7}" destId="{FDE5FEAE-9985-4B64-AF11-ACC91025AA69}" srcOrd="1" destOrd="0" presId="urn:microsoft.com/office/officeart/2018/2/layout/IconVerticalSolidList"/>
    <dgm:cxn modelId="{A47C4FD0-4D95-4E1A-AC76-39AB31994440}" type="presParOf" srcId="{7053C194-2EF4-4376-813E-349D458617D7}" destId="{F7ADF309-E2ED-47DE-A13D-CA73EAD7A75D}" srcOrd="2" destOrd="0" presId="urn:microsoft.com/office/officeart/2018/2/layout/IconVerticalSolidList"/>
    <dgm:cxn modelId="{AB0852EC-C2C9-4849-BEEE-1D78BEE1F90F}" type="presParOf" srcId="{7053C194-2EF4-4376-813E-349D458617D7}" destId="{7FA1BC91-2A86-4DA2-876A-E1076BAF1D71}" srcOrd="3" destOrd="0" presId="urn:microsoft.com/office/officeart/2018/2/layout/IconVerticalSolidList"/>
    <dgm:cxn modelId="{812907FB-1B62-4398-9E07-DC27E8C1FE6A}" type="presParOf" srcId="{29A9D5F1-10F9-426E-B731-9E3DFC328010}" destId="{CF1236EC-3174-4D0F-A5D2-5CF9EAB7D6C1}" srcOrd="3" destOrd="0" presId="urn:microsoft.com/office/officeart/2018/2/layout/IconVerticalSolidList"/>
    <dgm:cxn modelId="{E1D5B8A1-E761-4566-8C44-221EBCE852C8}" type="presParOf" srcId="{29A9D5F1-10F9-426E-B731-9E3DFC328010}" destId="{4071888A-AF79-4006-B5BF-EDEC9A310E2C}" srcOrd="4" destOrd="0" presId="urn:microsoft.com/office/officeart/2018/2/layout/IconVerticalSolidList"/>
    <dgm:cxn modelId="{F9EA6E5B-E059-4DC4-A283-5A591BDC84EF}" type="presParOf" srcId="{4071888A-AF79-4006-B5BF-EDEC9A310E2C}" destId="{5CD7BFCF-68B7-456A-9EB3-16378774B976}" srcOrd="0" destOrd="0" presId="urn:microsoft.com/office/officeart/2018/2/layout/IconVerticalSolidList"/>
    <dgm:cxn modelId="{55D44311-8AA2-409D-864A-E97902074847}" type="presParOf" srcId="{4071888A-AF79-4006-B5BF-EDEC9A310E2C}" destId="{F80F4386-A451-4046-967A-98EBFDDDDB93}" srcOrd="1" destOrd="0" presId="urn:microsoft.com/office/officeart/2018/2/layout/IconVerticalSolidList"/>
    <dgm:cxn modelId="{7264F81C-6E54-4639-941A-E3DE2A5EF461}" type="presParOf" srcId="{4071888A-AF79-4006-B5BF-EDEC9A310E2C}" destId="{43EB6B80-1707-49FA-9D7B-50185E0A9DF3}" srcOrd="2" destOrd="0" presId="urn:microsoft.com/office/officeart/2018/2/layout/IconVerticalSolidList"/>
    <dgm:cxn modelId="{4677B86A-2CC8-42EF-A37A-834FA891F0E6}" type="presParOf" srcId="{4071888A-AF79-4006-B5BF-EDEC9A310E2C}" destId="{4BA73099-17D3-4052-8D08-1B8396218FE1}" srcOrd="3" destOrd="0" presId="urn:microsoft.com/office/officeart/2018/2/layout/IconVerticalSolidList"/>
    <dgm:cxn modelId="{4866A515-E19C-4CD3-95D3-4A4F0B4FF63C}" type="presParOf" srcId="{29A9D5F1-10F9-426E-B731-9E3DFC328010}" destId="{4023ADC6-BCD7-496C-8C9A-EE4B308B6AE9}" srcOrd="5" destOrd="0" presId="urn:microsoft.com/office/officeart/2018/2/layout/IconVerticalSolidList"/>
    <dgm:cxn modelId="{87198BFD-D8E4-4E49-83B9-EFDF0D5EAFAE}" type="presParOf" srcId="{29A9D5F1-10F9-426E-B731-9E3DFC328010}" destId="{EDDA718B-AB72-4876-AD66-33C990A9E8BE}" srcOrd="6" destOrd="0" presId="urn:microsoft.com/office/officeart/2018/2/layout/IconVerticalSolidList"/>
    <dgm:cxn modelId="{9F800CD4-C6D5-4802-B378-57BE5B241945}" type="presParOf" srcId="{EDDA718B-AB72-4876-AD66-33C990A9E8BE}" destId="{E0513A56-D3FA-4532-93F4-4D3D8E4CD9E8}" srcOrd="0" destOrd="0" presId="urn:microsoft.com/office/officeart/2018/2/layout/IconVerticalSolidList"/>
    <dgm:cxn modelId="{93F58EDE-0361-42F5-9847-33CC0C9DB417}" type="presParOf" srcId="{EDDA718B-AB72-4876-AD66-33C990A9E8BE}" destId="{BCD52C2E-39BB-476B-AAB5-3F704337B690}" srcOrd="1" destOrd="0" presId="urn:microsoft.com/office/officeart/2018/2/layout/IconVerticalSolidList"/>
    <dgm:cxn modelId="{8D1118FE-DBC5-4BD0-8DCF-D041C4BFCC92}" type="presParOf" srcId="{EDDA718B-AB72-4876-AD66-33C990A9E8BE}" destId="{9DA0F923-D79B-4D01-8FD7-321EE9073C9B}" srcOrd="2" destOrd="0" presId="urn:microsoft.com/office/officeart/2018/2/layout/IconVerticalSolidList"/>
    <dgm:cxn modelId="{852A8DEA-4AC2-47C2-9CCB-7D28C82C3CE3}" type="presParOf" srcId="{EDDA718B-AB72-4876-AD66-33C990A9E8BE}" destId="{51D03875-4CA4-41A9-9C3E-DB27EA90722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7CF394D8-A004-4194-A0E7-2FDC5A20B57D}"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11299F4-2030-40C0-A080-FA802E2141DC}">
      <dgm:prSet/>
      <dgm:spPr/>
      <dgm:t>
        <a:bodyPr/>
        <a:lstStyle/>
        <a:p>
          <a:r>
            <a:rPr lang="en-US"/>
            <a:t>Abstracts physical memory from individual systems</a:t>
          </a:r>
        </a:p>
      </dgm:t>
    </dgm:pt>
    <dgm:pt modelId="{880CA93F-74B2-45C0-85F8-2B699775BD2E}" type="parTrans" cxnId="{9ABC5E52-B024-44B8-8C56-5719B211ABED}">
      <dgm:prSet/>
      <dgm:spPr/>
      <dgm:t>
        <a:bodyPr/>
        <a:lstStyle/>
        <a:p>
          <a:endParaRPr lang="en-US"/>
        </a:p>
      </dgm:t>
    </dgm:pt>
    <dgm:pt modelId="{4954F6AC-E760-4CB8-BDAC-6066CB907D15}" type="sibTrans" cxnId="{9ABC5E52-B024-44B8-8C56-5719B211ABED}">
      <dgm:prSet/>
      <dgm:spPr/>
      <dgm:t>
        <a:bodyPr/>
        <a:lstStyle/>
        <a:p>
          <a:endParaRPr lang="en-US"/>
        </a:p>
      </dgm:t>
    </dgm:pt>
    <dgm:pt modelId="{67AE6C86-9578-47BE-A6BE-88B55C0D0F2E}">
      <dgm:prSet/>
      <dgm:spPr/>
      <dgm:t>
        <a:bodyPr/>
        <a:lstStyle/>
        <a:p>
          <a:r>
            <a:rPr lang="en-US"/>
            <a:t>Allows sharing of memory resources across multiple VMs</a:t>
          </a:r>
        </a:p>
      </dgm:t>
    </dgm:pt>
    <dgm:pt modelId="{DCE8B6F9-D60E-47A5-9B6A-40C33E040D36}" type="parTrans" cxnId="{40F90015-F35F-4912-A34A-C492780F2FFD}">
      <dgm:prSet/>
      <dgm:spPr/>
      <dgm:t>
        <a:bodyPr/>
        <a:lstStyle/>
        <a:p>
          <a:endParaRPr lang="en-US"/>
        </a:p>
      </dgm:t>
    </dgm:pt>
    <dgm:pt modelId="{6C7B4346-61E3-498E-B6FF-0D0311BDFB08}" type="sibTrans" cxnId="{40F90015-F35F-4912-A34A-C492780F2FFD}">
      <dgm:prSet/>
      <dgm:spPr/>
      <dgm:t>
        <a:bodyPr/>
        <a:lstStyle/>
        <a:p>
          <a:endParaRPr lang="en-US"/>
        </a:p>
      </dgm:t>
    </dgm:pt>
    <dgm:pt modelId="{B877C5F4-83CB-4B95-9CC7-F938ECCCA0E6}">
      <dgm:prSet/>
      <dgm:spPr/>
      <dgm:t>
        <a:bodyPr/>
        <a:lstStyle/>
        <a:p>
          <a:r>
            <a:rPr lang="en-US"/>
            <a:t>Techniques: Memory ballooning, memory compression, and memory page sharing</a:t>
          </a:r>
        </a:p>
      </dgm:t>
    </dgm:pt>
    <dgm:pt modelId="{F1ECBD5C-60C6-42BE-904C-567C97B700CE}" type="parTrans" cxnId="{29BA82AC-4E13-4360-BB16-96AC5A5DADE1}">
      <dgm:prSet/>
      <dgm:spPr/>
      <dgm:t>
        <a:bodyPr/>
        <a:lstStyle/>
        <a:p>
          <a:endParaRPr lang="en-US"/>
        </a:p>
      </dgm:t>
    </dgm:pt>
    <dgm:pt modelId="{77DBCA8A-6F1E-433C-9010-A0EBBA088F93}" type="sibTrans" cxnId="{29BA82AC-4E13-4360-BB16-96AC5A5DADE1}">
      <dgm:prSet/>
      <dgm:spPr/>
      <dgm:t>
        <a:bodyPr/>
        <a:lstStyle/>
        <a:p>
          <a:endParaRPr lang="en-US"/>
        </a:p>
      </dgm:t>
    </dgm:pt>
    <dgm:pt modelId="{87D25700-23CA-4C4C-9421-9A0208CFC5FF}">
      <dgm:prSet/>
      <dgm:spPr/>
      <dgm:t>
        <a:bodyPr/>
        <a:lstStyle/>
        <a:p>
          <a:r>
            <a:rPr lang="en-US"/>
            <a:t>Benefits: Improved memory utilization and VM density</a:t>
          </a:r>
        </a:p>
      </dgm:t>
    </dgm:pt>
    <dgm:pt modelId="{580B4C4B-FA9F-4602-A3ED-9D64C9EC9827}" type="parTrans" cxnId="{7BB36865-CAEF-4713-B298-14CC22443932}">
      <dgm:prSet/>
      <dgm:spPr/>
      <dgm:t>
        <a:bodyPr/>
        <a:lstStyle/>
        <a:p>
          <a:endParaRPr lang="en-US"/>
        </a:p>
      </dgm:t>
    </dgm:pt>
    <dgm:pt modelId="{41C43259-19C0-4928-8655-C4533EBEA274}" type="sibTrans" cxnId="{7BB36865-CAEF-4713-B298-14CC22443932}">
      <dgm:prSet/>
      <dgm:spPr/>
      <dgm:t>
        <a:bodyPr/>
        <a:lstStyle/>
        <a:p>
          <a:endParaRPr lang="en-US"/>
        </a:p>
      </dgm:t>
    </dgm:pt>
    <dgm:pt modelId="{6930BA4C-2F23-4BD3-A089-A332DD33857E}" type="pres">
      <dgm:prSet presAssocID="{7CF394D8-A004-4194-A0E7-2FDC5A20B57D}" presName="root" presStyleCnt="0">
        <dgm:presLayoutVars>
          <dgm:dir/>
          <dgm:resizeHandles val="exact"/>
        </dgm:presLayoutVars>
      </dgm:prSet>
      <dgm:spPr/>
    </dgm:pt>
    <dgm:pt modelId="{3D0718DA-3648-4DDE-B6B9-2EDA4FD8CA8D}" type="pres">
      <dgm:prSet presAssocID="{F11299F4-2030-40C0-A080-FA802E2141DC}" presName="compNode" presStyleCnt="0"/>
      <dgm:spPr/>
    </dgm:pt>
    <dgm:pt modelId="{B4C24B26-241B-4873-B71A-EF78B6975643}" type="pres">
      <dgm:prSet presAssocID="{F11299F4-2030-40C0-A080-FA802E2141DC}" presName="bgRect" presStyleLbl="bgShp" presStyleIdx="0" presStyleCnt="4"/>
      <dgm:spPr/>
    </dgm:pt>
    <dgm:pt modelId="{9F7EF692-8600-4892-B247-B1FD72851267}" type="pres">
      <dgm:prSet presAssocID="{F11299F4-2030-40C0-A080-FA802E2141D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rain in head"/>
        </a:ext>
      </dgm:extLst>
    </dgm:pt>
    <dgm:pt modelId="{9F69E601-1EA1-4E67-B8B2-DBC40BE0CD5B}" type="pres">
      <dgm:prSet presAssocID="{F11299F4-2030-40C0-A080-FA802E2141DC}" presName="spaceRect" presStyleCnt="0"/>
      <dgm:spPr/>
    </dgm:pt>
    <dgm:pt modelId="{B3CFD3C1-3D57-4462-AF50-BA898CB1831C}" type="pres">
      <dgm:prSet presAssocID="{F11299F4-2030-40C0-A080-FA802E2141DC}" presName="parTx" presStyleLbl="revTx" presStyleIdx="0" presStyleCnt="4">
        <dgm:presLayoutVars>
          <dgm:chMax val="0"/>
          <dgm:chPref val="0"/>
        </dgm:presLayoutVars>
      </dgm:prSet>
      <dgm:spPr/>
    </dgm:pt>
    <dgm:pt modelId="{0F468A8D-41A6-485C-8BD7-E58FDD791E12}" type="pres">
      <dgm:prSet presAssocID="{4954F6AC-E760-4CB8-BDAC-6066CB907D15}" presName="sibTrans" presStyleCnt="0"/>
      <dgm:spPr/>
    </dgm:pt>
    <dgm:pt modelId="{62A7E909-F51A-4944-AE3D-F7907DC454C7}" type="pres">
      <dgm:prSet presAssocID="{67AE6C86-9578-47BE-A6BE-88B55C0D0F2E}" presName="compNode" presStyleCnt="0"/>
      <dgm:spPr/>
    </dgm:pt>
    <dgm:pt modelId="{10D70837-6DC8-47D0-9275-91D8340DB723}" type="pres">
      <dgm:prSet presAssocID="{67AE6C86-9578-47BE-A6BE-88B55C0D0F2E}" presName="bgRect" presStyleLbl="bgShp" presStyleIdx="1" presStyleCnt="4"/>
      <dgm:spPr/>
    </dgm:pt>
    <dgm:pt modelId="{63669FB5-1F5E-4FE1-95B6-F57C3E784659}" type="pres">
      <dgm:prSet presAssocID="{67AE6C86-9578-47BE-A6BE-88B55C0D0F2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6CA21785-A119-4EE3-8D36-4FD71B26022E}" type="pres">
      <dgm:prSet presAssocID="{67AE6C86-9578-47BE-A6BE-88B55C0D0F2E}" presName="spaceRect" presStyleCnt="0"/>
      <dgm:spPr/>
    </dgm:pt>
    <dgm:pt modelId="{EE1A8F12-61C7-43C8-A868-AD3DFD3FBED8}" type="pres">
      <dgm:prSet presAssocID="{67AE6C86-9578-47BE-A6BE-88B55C0D0F2E}" presName="parTx" presStyleLbl="revTx" presStyleIdx="1" presStyleCnt="4">
        <dgm:presLayoutVars>
          <dgm:chMax val="0"/>
          <dgm:chPref val="0"/>
        </dgm:presLayoutVars>
      </dgm:prSet>
      <dgm:spPr/>
    </dgm:pt>
    <dgm:pt modelId="{60194A8E-6C48-4CA9-B363-5E3CCC2B8300}" type="pres">
      <dgm:prSet presAssocID="{6C7B4346-61E3-498E-B6FF-0D0311BDFB08}" presName="sibTrans" presStyleCnt="0"/>
      <dgm:spPr/>
    </dgm:pt>
    <dgm:pt modelId="{90C47FE7-C6AC-49F9-B993-CAF5385F4795}" type="pres">
      <dgm:prSet presAssocID="{B877C5F4-83CB-4B95-9CC7-F938ECCCA0E6}" presName="compNode" presStyleCnt="0"/>
      <dgm:spPr/>
    </dgm:pt>
    <dgm:pt modelId="{50C0EFFA-BCE2-413A-B5D3-353427EF75A8}" type="pres">
      <dgm:prSet presAssocID="{B877C5F4-83CB-4B95-9CC7-F938ECCCA0E6}" presName="bgRect" presStyleLbl="bgShp" presStyleIdx="2" presStyleCnt="4"/>
      <dgm:spPr/>
    </dgm:pt>
    <dgm:pt modelId="{2EA36F0D-189D-42FD-8904-0CB44B5E1382}" type="pres">
      <dgm:prSet presAssocID="{B877C5F4-83CB-4B95-9CC7-F938ECCCA0E6}"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isk"/>
        </a:ext>
      </dgm:extLst>
    </dgm:pt>
    <dgm:pt modelId="{684EE066-73E0-4023-A2D3-06B48EBE13E3}" type="pres">
      <dgm:prSet presAssocID="{B877C5F4-83CB-4B95-9CC7-F938ECCCA0E6}" presName="spaceRect" presStyleCnt="0"/>
      <dgm:spPr/>
    </dgm:pt>
    <dgm:pt modelId="{A96E4600-D7BB-4B7A-AAFC-88F648EC9E01}" type="pres">
      <dgm:prSet presAssocID="{B877C5F4-83CB-4B95-9CC7-F938ECCCA0E6}" presName="parTx" presStyleLbl="revTx" presStyleIdx="2" presStyleCnt="4">
        <dgm:presLayoutVars>
          <dgm:chMax val="0"/>
          <dgm:chPref val="0"/>
        </dgm:presLayoutVars>
      </dgm:prSet>
      <dgm:spPr/>
    </dgm:pt>
    <dgm:pt modelId="{D65BD087-CCC9-4B62-AE22-AD51A9813F52}" type="pres">
      <dgm:prSet presAssocID="{77DBCA8A-6F1E-433C-9010-A0EBBA088F93}" presName="sibTrans" presStyleCnt="0"/>
      <dgm:spPr/>
    </dgm:pt>
    <dgm:pt modelId="{76215702-AD8D-413C-B665-12119F4DDDEE}" type="pres">
      <dgm:prSet presAssocID="{87D25700-23CA-4C4C-9421-9A0208CFC5FF}" presName="compNode" presStyleCnt="0"/>
      <dgm:spPr/>
    </dgm:pt>
    <dgm:pt modelId="{41EDB334-90CE-4719-A472-4A7AA3E8FC61}" type="pres">
      <dgm:prSet presAssocID="{87D25700-23CA-4C4C-9421-9A0208CFC5FF}" presName="bgRect" presStyleLbl="bgShp" presStyleIdx="3" presStyleCnt="4"/>
      <dgm:spPr/>
    </dgm:pt>
    <dgm:pt modelId="{F8AF51E2-7524-49D1-A20E-397BD639172B}" type="pres">
      <dgm:prSet presAssocID="{87D25700-23CA-4C4C-9421-9A0208CFC5FF}"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pward trend"/>
        </a:ext>
      </dgm:extLst>
    </dgm:pt>
    <dgm:pt modelId="{1A7EB157-5671-4E1F-ACB3-D0D6AC4BF5E4}" type="pres">
      <dgm:prSet presAssocID="{87D25700-23CA-4C4C-9421-9A0208CFC5FF}" presName="spaceRect" presStyleCnt="0"/>
      <dgm:spPr/>
    </dgm:pt>
    <dgm:pt modelId="{B764F5B7-3A53-4459-A6C2-62E455A4C82B}" type="pres">
      <dgm:prSet presAssocID="{87D25700-23CA-4C4C-9421-9A0208CFC5FF}" presName="parTx" presStyleLbl="revTx" presStyleIdx="3" presStyleCnt="4">
        <dgm:presLayoutVars>
          <dgm:chMax val="0"/>
          <dgm:chPref val="0"/>
        </dgm:presLayoutVars>
      </dgm:prSet>
      <dgm:spPr/>
    </dgm:pt>
  </dgm:ptLst>
  <dgm:cxnLst>
    <dgm:cxn modelId="{40F90015-F35F-4912-A34A-C492780F2FFD}" srcId="{7CF394D8-A004-4194-A0E7-2FDC5A20B57D}" destId="{67AE6C86-9578-47BE-A6BE-88B55C0D0F2E}" srcOrd="1" destOrd="0" parTransId="{DCE8B6F9-D60E-47A5-9B6A-40C33E040D36}" sibTransId="{6C7B4346-61E3-498E-B6FF-0D0311BDFB08}"/>
    <dgm:cxn modelId="{6D8DBA15-5CEF-448D-A056-A87CB9A963FE}" type="presOf" srcId="{87D25700-23CA-4C4C-9421-9A0208CFC5FF}" destId="{B764F5B7-3A53-4459-A6C2-62E455A4C82B}" srcOrd="0" destOrd="0" presId="urn:microsoft.com/office/officeart/2018/2/layout/IconVerticalSolidList"/>
    <dgm:cxn modelId="{7BB36865-CAEF-4713-B298-14CC22443932}" srcId="{7CF394D8-A004-4194-A0E7-2FDC5A20B57D}" destId="{87D25700-23CA-4C4C-9421-9A0208CFC5FF}" srcOrd="3" destOrd="0" parTransId="{580B4C4B-FA9F-4602-A3ED-9D64C9EC9827}" sibTransId="{41C43259-19C0-4928-8655-C4533EBEA274}"/>
    <dgm:cxn modelId="{677A9146-E01E-428F-BCB9-946BB1EAF999}" type="presOf" srcId="{7CF394D8-A004-4194-A0E7-2FDC5A20B57D}" destId="{6930BA4C-2F23-4BD3-A089-A332DD33857E}" srcOrd="0" destOrd="0" presId="urn:microsoft.com/office/officeart/2018/2/layout/IconVerticalSolidList"/>
    <dgm:cxn modelId="{9ABC5E52-B024-44B8-8C56-5719B211ABED}" srcId="{7CF394D8-A004-4194-A0E7-2FDC5A20B57D}" destId="{F11299F4-2030-40C0-A080-FA802E2141DC}" srcOrd="0" destOrd="0" parTransId="{880CA93F-74B2-45C0-85F8-2B699775BD2E}" sibTransId="{4954F6AC-E760-4CB8-BDAC-6066CB907D15}"/>
    <dgm:cxn modelId="{82EB2EA3-715B-4DD9-9A05-41FEA0E34576}" type="presOf" srcId="{F11299F4-2030-40C0-A080-FA802E2141DC}" destId="{B3CFD3C1-3D57-4462-AF50-BA898CB1831C}" srcOrd="0" destOrd="0" presId="urn:microsoft.com/office/officeart/2018/2/layout/IconVerticalSolidList"/>
    <dgm:cxn modelId="{29BA82AC-4E13-4360-BB16-96AC5A5DADE1}" srcId="{7CF394D8-A004-4194-A0E7-2FDC5A20B57D}" destId="{B877C5F4-83CB-4B95-9CC7-F938ECCCA0E6}" srcOrd="2" destOrd="0" parTransId="{F1ECBD5C-60C6-42BE-904C-567C97B700CE}" sibTransId="{77DBCA8A-6F1E-433C-9010-A0EBBA088F93}"/>
    <dgm:cxn modelId="{950369BF-60CD-4108-885B-14B27FE4731B}" type="presOf" srcId="{B877C5F4-83CB-4B95-9CC7-F938ECCCA0E6}" destId="{A96E4600-D7BB-4B7A-AAFC-88F648EC9E01}" srcOrd="0" destOrd="0" presId="urn:microsoft.com/office/officeart/2018/2/layout/IconVerticalSolidList"/>
    <dgm:cxn modelId="{20A740FF-63A5-4508-A06A-27A412FB69BC}" type="presOf" srcId="{67AE6C86-9578-47BE-A6BE-88B55C0D0F2E}" destId="{EE1A8F12-61C7-43C8-A868-AD3DFD3FBED8}" srcOrd="0" destOrd="0" presId="urn:microsoft.com/office/officeart/2018/2/layout/IconVerticalSolidList"/>
    <dgm:cxn modelId="{A7D3F80A-4CF5-4611-9A7A-C2A62F8CD1B5}" type="presParOf" srcId="{6930BA4C-2F23-4BD3-A089-A332DD33857E}" destId="{3D0718DA-3648-4DDE-B6B9-2EDA4FD8CA8D}" srcOrd="0" destOrd="0" presId="urn:microsoft.com/office/officeart/2018/2/layout/IconVerticalSolidList"/>
    <dgm:cxn modelId="{F4E48847-4C08-4A9C-AEA4-DA52FB932306}" type="presParOf" srcId="{3D0718DA-3648-4DDE-B6B9-2EDA4FD8CA8D}" destId="{B4C24B26-241B-4873-B71A-EF78B6975643}" srcOrd="0" destOrd="0" presId="urn:microsoft.com/office/officeart/2018/2/layout/IconVerticalSolidList"/>
    <dgm:cxn modelId="{130DC7D6-8074-40B3-9695-7FD90F73143E}" type="presParOf" srcId="{3D0718DA-3648-4DDE-B6B9-2EDA4FD8CA8D}" destId="{9F7EF692-8600-4892-B247-B1FD72851267}" srcOrd="1" destOrd="0" presId="urn:microsoft.com/office/officeart/2018/2/layout/IconVerticalSolidList"/>
    <dgm:cxn modelId="{E16A3344-AEAC-4197-A832-05DEFA9A6CD8}" type="presParOf" srcId="{3D0718DA-3648-4DDE-B6B9-2EDA4FD8CA8D}" destId="{9F69E601-1EA1-4E67-B8B2-DBC40BE0CD5B}" srcOrd="2" destOrd="0" presId="urn:microsoft.com/office/officeart/2018/2/layout/IconVerticalSolidList"/>
    <dgm:cxn modelId="{9EBA3463-5D82-4952-A970-39D59BBDD466}" type="presParOf" srcId="{3D0718DA-3648-4DDE-B6B9-2EDA4FD8CA8D}" destId="{B3CFD3C1-3D57-4462-AF50-BA898CB1831C}" srcOrd="3" destOrd="0" presId="urn:microsoft.com/office/officeart/2018/2/layout/IconVerticalSolidList"/>
    <dgm:cxn modelId="{A6D681A0-C093-449D-A5FA-AA501E8FE293}" type="presParOf" srcId="{6930BA4C-2F23-4BD3-A089-A332DD33857E}" destId="{0F468A8D-41A6-485C-8BD7-E58FDD791E12}" srcOrd="1" destOrd="0" presId="urn:microsoft.com/office/officeart/2018/2/layout/IconVerticalSolidList"/>
    <dgm:cxn modelId="{C6CFFE38-1359-4D9B-96C1-46071A14E1B8}" type="presParOf" srcId="{6930BA4C-2F23-4BD3-A089-A332DD33857E}" destId="{62A7E909-F51A-4944-AE3D-F7907DC454C7}" srcOrd="2" destOrd="0" presId="urn:microsoft.com/office/officeart/2018/2/layout/IconVerticalSolidList"/>
    <dgm:cxn modelId="{24FDDFEA-BFA1-4361-B372-3555C3473871}" type="presParOf" srcId="{62A7E909-F51A-4944-AE3D-F7907DC454C7}" destId="{10D70837-6DC8-47D0-9275-91D8340DB723}" srcOrd="0" destOrd="0" presId="urn:microsoft.com/office/officeart/2018/2/layout/IconVerticalSolidList"/>
    <dgm:cxn modelId="{D2B2E1B2-9AF7-4E6A-94E1-848A4A7DD576}" type="presParOf" srcId="{62A7E909-F51A-4944-AE3D-F7907DC454C7}" destId="{63669FB5-1F5E-4FE1-95B6-F57C3E784659}" srcOrd="1" destOrd="0" presId="urn:microsoft.com/office/officeart/2018/2/layout/IconVerticalSolidList"/>
    <dgm:cxn modelId="{E616A07A-E685-406A-8496-051CF5439544}" type="presParOf" srcId="{62A7E909-F51A-4944-AE3D-F7907DC454C7}" destId="{6CA21785-A119-4EE3-8D36-4FD71B26022E}" srcOrd="2" destOrd="0" presId="urn:microsoft.com/office/officeart/2018/2/layout/IconVerticalSolidList"/>
    <dgm:cxn modelId="{3D119B64-9955-48B6-B98D-1D842E5EFB5B}" type="presParOf" srcId="{62A7E909-F51A-4944-AE3D-F7907DC454C7}" destId="{EE1A8F12-61C7-43C8-A868-AD3DFD3FBED8}" srcOrd="3" destOrd="0" presId="urn:microsoft.com/office/officeart/2018/2/layout/IconVerticalSolidList"/>
    <dgm:cxn modelId="{7362E552-A2D1-400E-9B75-0FFDBF9E2B4E}" type="presParOf" srcId="{6930BA4C-2F23-4BD3-A089-A332DD33857E}" destId="{60194A8E-6C48-4CA9-B363-5E3CCC2B8300}" srcOrd="3" destOrd="0" presId="urn:microsoft.com/office/officeart/2018/2/layout/IconVerticalSolidList"/>
    <dgm:cxn modelId="{FE0FE783-225F-441D-B2D9-3389FDCE5E9C}" type="presParOf" srcId="{6930BA4C-2F23-4BD3-A089-A332DD33857E}" destId="{90C47FE7-C6AC-49F9-B993-CAF5385F4795}" srcOrd="4" destOrd="0" presId="urn:microsoft.com/office/officeart/2018/2/layout/IconVerticalSolidList"/>
    <dgm:cxn modelId="{2068359C-FA49-41E7-A152-EE596FCD6C6E}" type="presParOf" srcId="{90C47FE7-C6AC-49F9-B993-CAF5385F4795}" destId="{50C0EFFA-BCE2-413A-B5D3-353427EF75A8}" srcOrd="0" destOrd="0" presId="urn:microsoft.com/office/officeart/2018/2/layout/IconVerticalSolidList"/>
    <dgm:cxn modelId="{ADBC33DC-D56E-48F4-96DB-CB4AB9B0CD79}" type="presParOf" srcId="{90C47FE7-C6AC-49F9-B993-CAF5385F4795}" destId="{2EA36F0D-189D-42FD-8904-0CB44B5E1382}" srcOrd="1" destOrd="0" presId="urn:microsoft.com/office/officeart/2018/2/layout/IconVerticalSolidList"/>
    <dgm:cxn modelId="{B5D866D4-2217-49D6-9453-FA8454CCE12D}" type="presParOf" srcId="{90C47FE7-C6AC-49F9-B993-CAF5385F4795}" destId="{684EE066-73E0-4023-A2D3-06B48EBE13E3}" srcOrd="2" destOrd="0" presId="urn:microsoft.com/office/officeart/2018/2/layout/IconVerticalSolidList"/>
    <dgm:cxn modelId="{FB193D92-5715-490B-AA5E-67704C66573C}" type="presParOf" srcId="{90C47FE7-C6AC-49F9-B993-CAF5385F4795}" destId="{A96E4600-D7BB-4B7A-AAFC-88F648EC9E01}" srcOrd="3" destOrd="0" presId="urn:microsoft.com/office/officeart/2018/2/layout/IconVerticalSolidList"/>
    <dgm:cxn modelId="{BB3280C0-A8BC-412D-A9AA-F74650B431B8}" type="presParOf" srcId="{6930BA4C-2F23-4BD3-A089-A332DD33857E}" destId="{D65BD087-CCC9-4B62-AE22-AD51A9813F52}" srcOrd="5" destOrd="0" presId="urn:microsoft.com/office/officeart/2018/2/layout/IconVerticalSolidList"/>
    <dgm:cxn modelId="{E747A58B-9ABD-45DC-86FE-3E4958151129}" type="presParOf" srcId="{6930BA4C-2F23-4BD3-A089-A332DD33857E}" destId="{76215702-AD8D-413C-B665-12119F4DDDEE}" srcOrd="6" destOrd="0" presId="urn:microsoft.com/office/officeart/2018/2/layout/IconVerticalSolidList"/>
    <dgm:cxn modelId="{6AD3B5C5-5591-4794-902C-BECFF9D74CFB}" type="presParOf" srcId="{76215702-AD8D-413C-B665-12119F4DDDEE}" destId="{41EDB334-90CE-4719-A472-4A7AA3E8FC61}" srcOrd="0" destOrd="0" presId="urn:microsoft.com/office/officeart/2018/2/layout/IconVerticalSolidList"/>
    <dgm:cxn modelId="{DCDAB21F-5296-46A8-B4FF-9D63C539DD53}" type="presParOf" srcId="{76215702-AD8D-413C-B665-12119F4DDDEE}" destId="{F8AF51E2-7524-49D1-A20E-397BD639172B}" srcOrd="1" destOrd="0" presId="urn:microsoft.com/office/officeart/2018/2/layout/IconVerticalSolidList"/>
    <dgm:cxn modelId="{BA336167-C315-4AE5-90A8-40D7001CC9D6}" type="presParOf" srcId="{76215702-AD8D-413C-B665-12119F4DDDEE}" destId="{1A7EB157-5671-4E1F-ACB3-D0D6AC4BF5E4}" srcOrd="2" destOrd="0" presId="urn:microsoft.com/office/officeart/2018/2/layout/IconVerticalSolidList"/>
    <dgm:cxn modelId="{CF949974-5A9B-4964-9A05-5BC21DE4A357}" type="presParOf" srcId="{76215702-AD8D-413C-B665-12119F4DDDEE}" destId="{B764F5B7-3A53-4459-A6C2-62E455A4C82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B7608D6A-07BB-423A-8504-DF0F7E2E2872}"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D6DC81AF-2D7B-4435-8017-75BD28AE842B}">
      <dgm:prSet/>
      <dgm:spPr/>
      <dgm:t>
        <a:bodyPr/>
        <a:lstStyle/>
        <a:p>
          <a:r>
            <a:rPr lang="en-US"/>
            <a:t>Instead of buying and maintaining a physical data center, you can access services, such as computing power, storage, and databases, as you need them from a cloud provider.</a:t>
          </a:r>
        </a:p>
      </dgm:t>
    </dgm:pt>
    <dgm:pt modelId="{CD6CD0D4-DECA-49D3-A7F4-52F29A1DC087}" type="parTrans" cxnId="{5CE99725-AF26-4945-A629-0A84788C2B01}">
      <dgm:prSet/>
      <dgm:spPr/>
      <dgm:t>
        <a:bodyPr/>
        <a:lstStyle/>
        <a:p>
          <a:endParaRPr lang="en-US"/>
        </a:p>
      </dgm:t>
    </dgm:pt>
    <dgm:pt modelId="{895260C2-D67F-43A2-8CAB-3B07123AD983}" type="sibTrans" cxnId="{5CE99725-AF26-4945-A629-0A84788C2B01}">
      <dgm:prSet/>
      <dgm:spPr/>
      <dgm:t>
        <a:bodyPr/>
        <a:lstStyle/>
        <a:p>
          <a:endParaRPr lang="en-US"/>
        </a:p>
      </dgm:t>
    </dgm:pt>
    <dgm:pt modelId="{2440007C-4FA8-4FAF-A66E-F2A6EFAD6E3C}">
      <dgm:prSet/>
      <dgm:spPr/>
      <dgm:t>
        <a:bodyPr/>
        <a:lstStyle/>
        <a:p>
          <a:r>
            <a:rPr lang="en-US"/>
            <a:t>Virtualization has a prominent impact on Cloud Computing. </a:t>
          </a:r>
        </a:p>
      </dgm:t>
    </dgm:pt>
    <dgm:pt modelId="{566CFE76-FF11-4890-BD88-D58DA7A2FB0C}" type="parTrans" cxnId="{33880E9F-2142-47CC-809E-9B93D8631F3A}">
      <dgm:prSet/>
      <dgm:spPr/>
      <dgm:t>
        <a:bodyPr/>
        <a:lstStyle/>
        <a:p>
          <a:endParaRPr lang="en-US"/>
        </a:p>
      </dgm:t>
    </dgm:pt>
    <dgm:pt modelId="{19A663E4-E061-4185-8D08-FFB0B9E31A04}" type="sibTrans" cxnId="{33880E9F-2142-47CC-809E-9B93D8631F3A}">
      <dgm:prSet/>
      <dgm:spPr/>
      <dgm:t>
        <a:bodyPr/>
        <a:lstStyle/>
        <a:p>
          <a:endParaRPr lang="en-US"/>
        </a:p>
      </dgm:t>
    </dgm:pt>
    <dgm:pt modelId="{262C0843-3E20-441A-A146-69E70491A22F}">
      <dgm:prSet/>
      <dgm:spPr/>
      <dgm:t>
        <a:bodyPr/>
        <a:lstStyle/>
        <a:p>
          <a:r>
            <a:rPr lang="en-US"/>
            <a:t>In cloud computing, users store data in the cloud, but with Virtualization, users have the extra benefit of sharing the infrastructure.</a:t>
          </a:r>
        </a:p>
      </dgm:t>
    </dgm:pt>
    <dgm:pt modelId="{97BC639C-2E60-4586-BF5A-ED1ADB4F8C08}" type="parTrans" cxnId="{1634CBEE-7447-47C4-921D-B93EAD0AD7AC}">
      <dgm:prSet/>
      <dgm:spPr/>
      <dgm:t>
        <a:bodyPr/>
        <a:lstStyle/>
        <a:p>
          <a:endParaRPr lang="en-US"/>
        </a:p>
      </dgm:t>
    </dgm:pt>
    <dgm:pt modelId="{C39D92CB-457F-4BFB-848F-E28B231797E3}" type="sibTrans" cxnId="{1634CBEE-7447-47C4-921D-B93EAD0AD7AC}">
      <dgm:prSet/>
      <dgm:spPr/>
      <dgm:t>
        <a:bodyPr/>
        <a:lstStyle/>
        <a:p>
          <a:endParaRPr lang="en-US"/>
        </a:p>
      </dgm:t>
    </dgm:pt>
    <dgm:pt modelId="{22F9C6BE-2B45-4F53-A543-EF025312AD0A}" type="pres">
      <dgm:prSet presAssocID="{B7608D6A-07BB-423A-8504-DF0F7E2E2872}" presName="root" presStyleCnt="0">
        <dgm:presLayoutVars>
          <dgm:dir/>
          <dgm:resizeHandles val="exact"/>
        </dgm:presLayoutVars>
      </dgm:prSet>
      <dgm:spPr/>
    </dgm:pt>
    <dgm:pt modelId="{80F241B7-8F76-4E40-85EE-536646C10729}" type="pres">
      <dgm:prSet presAssocID="{D6DC81AF-2D7B-4435-8017-75BD28AE842B}" presName="compNode" presStyleCnt="0"/>
      <dgm:spPr/>
    </dgm:pt>
    <dgm:pt modelId="{CE17AFF0-95F9-4B6C-A893-07EDC56AC279}" type="pres">
      <dgm:prSet presAssocID="{D6DC81AF-2D7B-4435-8017-75BD28AE842B}" presName="bgRect" presStyleLbl="bgShp" presStyleIdx="0" presStyleCnt="3"/>
      <dgm:spPr/>
    </dgm:pt>
    <dgm:pt modelId="{1AD43832-5820-42B7-8C73-31AF21CF34CA}" type="pres">
      <dgm:prSet presAssocID="{D6DC81AF-2D7B-4435-8017-75BD28AE842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2429CD17-D44F-41A0-9892-98B6BFAD792D}" type="pres">
      <dgm:prSet presAssocID="{D6DC81AF-2D7B-4435-8017-75BD28AE842B}" presName="spaceRect" presStyleCnt="0"/>
      <dgm:spPr/>
    </dgm:pt>
    <dgm:pt modelId="{0713F0D7-953F-4ED8-AF56-EE61E6B7A527}" type="pres">
      <dgm:prSet presAssocID="{D6DC81AF-2D7B-4435-8017-75BD28AE842B}" presName="parTx" presStyleLbl="revTx" presStyleIdx="0" presStyleCnt="3">
        <dgm:presLayoutVars>
          <dgm:chMax val="0"/>
          <dgm:chPref val="0"/>
        </dgm:presLayoutVars>
      </dgm:prSet>
      <dgm:spPr/>
    </dgm:pt>
    <dgm:pt modelId="{8DC5BE8D-AB9F-49BC-AF90-DB7B895533C8}" type="pres">
      <dgm:prSet presAssocID="{895260C2-D67F-43A2-8CAB-3B07123AD983}" presName="sibTrans" presStyleCnt="0"/>
      <dgm:spPr/>
    </dgm:pt>
    <dgm:pt modelId="{FCEAF505-CF30-46FE-94CD-17965A29DC19}" type="pres">
      <dgm:prSet presAssocID="{2440007C-4FA8-4FAF-A66E-F2A6EFAD6E3C}" presName="compNode" presStyleCnt="0"/>
      <dgm:spPr/>
    </dgm:pt>
    <dgm:pt modelId="{A61D0C8F-2D2F-47C2-8E0B-3E7EA04BD097}" type="pres">
      <dgm:prSet presAssocID="{2440007C-4FA8-4FAF-A66E-F2A6EFAD6E3C}" presName="bgRect" presStyleLbl="bgShp" presStyleIdx="1" presStyleCnt="3"/>
      <dgm:spPr/>
    </dgm:pt>
    <dgm:pt modelId="{B3CFCEE6-4082-4A21-94D1-4745FC5F5F84}" type="pres">
      <dgm:prSet presAssocID="{2440007C-4FA8-4FAF-A66E-F2A6EFAD6E3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ud Computing"/>
        </a:ext>
      </dgm:extLst>
    </dgm:pt>
    <dgm:pt modelId="{BC62352C-7409-436A-912A-FF91344A9B56}" type="pres">
      <dgm:prSet presAssocID="{2440007C-4FA8-4FAF-A66E-F2A6EFAD6E3C}" presName="spaceRect" presStyleCnt="0"/>
      <dgm:spPr/>
    </dgm:pt>
    <dgm:pt modelId="{C249743A-2401-41FB-B79E-047252BE4E9A}" type="pres">
      <dgm:prSet presAssocID="{2440007C-4FA8-4FAF-A66E-F2A6EFAD6E3C}" presName="parTx" presStyleLbl="revTx" presStyleIdx="1" presStyleCnt="3">
        <dgm:presLayoutVars>
          <dgm:chMax val="0"/>
          <dgm:chPref val="0"/>
        </dgm:presLayoutVars>
      </dgm:prSet>
      <dgm:spPr/>
    </dgm:pt>
    <dgm:pt modelId="{7A30F54E-88AC-4415-AC09-C9462A3E2829}" type="pres">
      <dgm:prSet presAssocID="{19A663E4-E061-4185-8D08-FFB0B9E31A04}" presName="sibTrans" presStyleCnt="0"/>
      <dgm:spPr/>
    </dgm:pt>
    <dgm:pt modelId="{E27729BA-B169-4E9A-A3C6-1BF90AE67D0D}" type="pres">
      <dgm:prSet presAssocID="{262C0843-3E20-441A-A146-69E70491A22F}" presName="compNode" presStyleCnt="0"/>
      <dgm:spPr/>
    </dgm:pt>
    <dgm:pt modelId="{86483DA0-FD12-4E3D-8FF5-178B15F4E4ED}" type="pres">
      <dgm:prSet presAssocID="{262C0843-3E20-441A-A146-69E70491A22F}" presName="bgRect" presStyleLbl="bgShp" presStyleIdx="2" presStyleCnt="3"/>
      <dgm:spPr/>
    </dgm:pt>
    <dgm:pt modelId="{92E2299E-0BFA-4D03-ABC4-70637B8CED29}" type="pres">
      <dgm:prSet presAssocID="{262C0843-3E20-441A-A146-69E70491A22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yncing Cloud"/>
        </a:ext>
      </dgm:extLst>
    </dgm:pt>
    <dgm:pt modelId="{86159B8B-F908-4459-8247-15D071BA0A49}" type="pres">
      <dgm:prSet presAssocID="{262C0843-3E20-441A-A146-69E70491A22F}" presName="spaceRect" presStyleCnt="0"/>
      <dgm:spPr/>
    </dgm:pt>
    <dgm:pt modelId="{61E1BE2F-0BBC-42E7-949F-C530BE8742D5}" type="pres">
      <dgm:prSet presAssocID="{262C0843-3E20-441A-A146-69E70491A22F}" presName="parTx" presStyleLbl="revTx" presStyleIdx="2" presStyleCnt="3">
        <dgm:presLayoutVars>
          <dgm:chMax val="0"/>
          <dgm:chPref val="0"/>
        </dgm:presLayoutVars>
      </dgm:prSet>
      <dgm:spPr/>
    </dgm:pt>
  </dgm:ptLst>
  <dgm:cxnLst>
    <dgm:cxn modelId="{769AF703-2742-4D25-B2A9-CBBAF63CEF9C}" type="presOf" srcId="{2440007C-4FA8-4FAF-A66E-F2A6EFAD6E3C}" destId="{C249743A-2401-41FB-B79E-047252BE4E9A}" srcOrd="0" destOrd="0" presId="urn:microsoft.com/office/officeart/2018/2/layout/IconVerticalSolidList"/>
    <dgm:cxn modelId="{9B1C1425-1DF2-4579-8E2A-1655505CEDBF}" type="presOf" srcId="{B7608D6A-07BB-423A-8504-DF0F7E2E2872}" destId="{22F9C6BE-2B45-4F53-A543-EF025312AD0A}" srcOrd="0" destOrd="0" presId="urn:microsoft.com/office/officeart/2018/2/layout/IconVerticalSolidList"/>
    <dgm:cxn modelId="{5CE99725-AF26-4945-A629-0A84788C2B01}" srcId="{B7608D6A-07BB-423A-8504-DF0F7E2E2872}" destId="{D6DC81AF-2D7B-4435-8017-75BD28AE842B}" srcOrd="0" destOrd="0" parTransId="{CD6CD0D4-DECA-49D3-A7F4-52F29A1DC087}" sibTransId="{895260C2-D67F-43A2-8CAB-3B07123AD983}"/>
    <dgm:cxn modelId="{6962729B-F41F-4EB7-A8BE-1855C4367074}" type="presOf" srcId="{262C0843-3E20-441A-A146-69E70491A22F}" destId="{61E1BE2F-0BBC-42E7-949F-C530BE8742D5}" srcOrd="0" destOrd="0" presId="urn:microsoft.com/office/officeart/2018/2/layout/IconVerticalSolidList"/>
    <dgm:cxn modelId="{33880E9F-2142-47CC-809E-9B93D8631F3A}" srcId="{B7608D6A-07BB-423A-8504-DF0F7E2E2872}" destId="{2440007C-4FA8-4FAF-A66E-F2A6EFAD6E3C}" srcOrd="1" destOrd="0" parTransId="{566CFE76-FF11-4890-BD88-D58DA7A2FB0C}" sibTransId="{19A663E4-E061-4185-8D08-FFB0B9E31A04}"/>
    <dgm:cxn modelId="{BDDECDD1-8E38-43B0-8F0A-B33A25CB34D4}" type="presOf" srcId="{D6DC81AF-2D7B-4435-8017-75BD28AE842B}" destId="{0713F0D7-953F-4ED8-AF56-EE61E6B7A527}" srcOrd="0" destOrd="0" presId="urn:microsoft.com/office/officeart/2018/2/layout/IconVerticalSolidList"/>
    <dgm:cxn modelId="{1634CBEE-7447-47C4-921D-B93EAD0AD7AC}" srcId="{B7608D6A-07BB-423A-8504-DF0F7E2E2872}" destId="{262C0843-3E20-441A-A146-69E70491A22F}" srcOrd="2" destOrd="0" parTransId="{97BC639C-2E60-4586-BF5A-ED1ADB4F8C08}" sibTransId="{C39D92CB-457F-4BFB-848F-E28B231797E3}"/>
    <dgm:cxn modelId="{7CA10575-EA30-4A96-9967-9E5C3ABBDA9B}" type="presParOf" srcId="{22F9C6BE-2B45-4F53-A543-EF025312AD0A}" destId="{80F241B7-8F76-4E40-85EE-536646C10729}" srcOrd="0" destOrd="0" presId="urn:microsoft.com/office/officeart/2018/2/layout/IconVerticalSolidList"/>
    <dgm:cxn modelId="{D40E6756-B726-4056-B39A-83C0D54A2C3D}" type="presParOf" srcId="{80F241B7-8F76-4E40-85EE-536646C10729}" destId="{CE17AFF0-95F9-4B6C-A893-07EDC56AC279}" srcOrd="0" destOrd="0" presId="urn:microsoft.com/office/officeart/2018/2/layout/IconVerticalSolidList"/>
    <dgm:cxn modelId="{5D8688EA-651A-4533-B4CD-33D5DF496B87}" type="presParOf" srcId="{80F241B7-8F76-4E40-85EE-536646C10729}" destId="{1AD43832-5820-42B7-8C73-31AF21CF34CA}" srcOrd="1" destOrd="0" presId="urn:microsoft.com/office/officeart/2018/2/layout/IconVerticalSolidList"/>
    <dgm:cxn modelId="{31A97CC1-0F5C-4946-A200-878307F1C230}" type="presParOf" srcId="{80F241B7-8F76-4E40-85EE-536646C10729}" destId="{2429CD17-D44F-41A0-9892-98B6BFAD792D}" srcOrd="2" destOrd="0" presId="urn:microsoft.com/office/officeart/2018/2/layout/IconVerticalSolidList"/>
    <dgm:cxn modelId="{4B2EE598-D653-43BC-A244-3B7251CBD27A}" type="presParOf" srcId="{80F241B7-8F76-4E40-85EE-536646C10729}" destId="{0713F0D7-953F-4ED8-AF56-EE61E6B7A527}" srcOrd="3" destOrd="0" presId="urn:microsoft.com/office/officeart/2018/2/layout/IconVerticalSolidList"/>
    <dgm:cxn modelId="{4CF6F096-58F8-4C38-BC2D-6BB3376EDDAB}" type="presParOf" srcId="{22F9C6BE-2B45-4F53-A543-EF025312AD0A}" destId="{8DC5BE8D-AB9F-49BC-AF90-DB7B895533C8}" srcOrd="1" destOrd="0" presId="urn:microsoft.com/office/officeart/2018/2/layout/IconVerticalSolidList"/>
    <dgm:cxn modelId="{AC20C1FE-75A6-4C3C-BAE7-00F56125FA37}" type="presParOf" srcId="{22F9C6BE-2B45-4F53-A543-EF025312AD0A}" destId="{FCEAF505-CF30-46FE-94CD-17965A29DC19}" srcOrd="2" destOrd="0" presId="urn:microsoft.com/office/officeart/2018/2/layout/IconVerticalSolidList"/>
    <dgm:cxn modelId="{76CE73B2-7D70-4902-B43D-7C6D92F1BB75}" type="presParOf" srcId="{FCEAF505-CF30-46FE-94CD-17965A29DC19}" destId="{A61D0C8F-2D2F-47C2-8E0B-3E7EA04BD097}" srcOrd="0" destOrd="0" presId="urn:microsoft.com/office/officeart/2018/2/layout/IconVerticalSolidList"/>
    <dgm:cxn modelId="{80E04CED-5765-4A3C-BDD5-42FBE918DC27}" type="presParOf" srcId="{FCEAF505-CF30-46FE-94CD-17965A29DC19}" destId="{B3CFCEE6-4082-4A21-94D1-4745FC5F5F84}" srcOrd="1" destOrd="0" presId="urn:microsoft.com/office/officeart/2018/2/layout/IconVerticalSolidList"/>
    <dgm:cxn modelId="{15ACD436-21DE-4EA4-A404-E83B58984C57}" type="presParOf" srcId="{FCEAF505-CF30-46FE-94CD-17965A29DC19}" destId="{BC62352C-7409-436A-912A-FF91344A9B56}" srcOrd="2" destOrd="0" presId="urn:microsoft.com/office/officeart/2018/2/layout/IconVerticalSolidList"/>
    <dgm:cxn modelId="{A19C878D-73C0-4C67-AC32-6C40EEAFD9C1}" type="presParOf" srcId="{FCEAF505-CF30-46FE-94CD-17965A29DC19}" destId="{C249743A-2401-41FB-B79E-047252BE4E9A}" srcOrd="3" destOrd="0" presId="urn:microsoft.com/office/officeart/2018/2/layout/IconVerticalSolidList"/>
    <dgm:cxn modelId="{E6419ACB-1E46-44D9-A1BF-DEDA63D43A9D}" type="presParOf" srcId="{22F9C6BE-2B45-4F53-A543-EF025312AD0A}" destId="{7A30F54E-88AC-4415-AC09-C9462A3E2829}" srcOrd="3" destOrd="0" presId="urn:microsoft.com/office/officeart/2018/2/layout/IconVerticalSolidList"/>
    <dgm:cxn modelId="{742EF611-A08B-4721-A131-50755C768EA5}" type="presParOf" srcId="{22F9C6BE-2B45-4F53-A543-EF025312AD0A}" destId="{E27729BA-B169-4E9A-A3C6-1BF90AE67D0D}" srcOrd="4" destOrd="0" presId="urn:microsoft.com/office/officeart/2018/2/layout/IconVerticalSolidList"/>
    <dgm:cxn modelId="{4A7FDDB9-AEFE-4F6E-B9D2-5F265CB4B928}" type="presParOf" srcId="{E27729BA-B169-4E9A-A3C6-1BF90AE67D0D}" destId="{86483DA0-FD12-4E3D-8FF5-178B15F4E4ED}" srcOrd="0" destOrd="0" presId="urn:microsoft.com/office/officeart/2018/2/layout/IconVerticalSolidList"/>
    <dgm:cxn modelId="{E6B27049-28F0-46E4-B813-7694B1801674}" type="presParOf" srcId="{E27729BA-B169-4E9A-A3C6-1BF90AE67D0D}" destId="{92E2299E-0BFA-4D03-ABC4-70637B8CED29}" srcOrd="1" destOrd="0" presId="urn:microsoft.com/office/officeart/2018/2/layout/IconVerticalSolidList"/>
    <dgm:cxn modelId="{88D240B0-11EC-4AFF-8959-979511DE9A09}" type="presParOf" srcId="{E27729BA-B169-4E9A-A3C6-1BF90AE67D0D}" destId="{86159B8B-F908-4459-8247-15D071BA0A49}" srcOrd="2" destOrd="0" presId="urn:microsoft.com/office/officeart/2018/2/layout/IconVerticalSolidList"/>
    <dgm:cxn modelId="{4E8D4A0C-174A-4F16-B7B7-F9C0550F09B6}" type="presParOf" srcId="{E27729BA-B169-4E9A-A3C6-1BF90AE67D0D}" destId="{61E1BE2F-0BBC-42E7-949F-C530BE8742D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9CB264D3-9E5B-4186-9661-0B0DBC63E7C5}"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FB604BC4-CC2F-4CAF-B743-1CFAADB54A6F}">
      <dgm:prSet/>
      <dgm:spPr/>
      <dgm:t>
        <a:bodyPr/>
        <a:lstStyle/>
        <a:p>
          <a:pPr>
            <a:lnSpc>
              <a:spcPct val="100000"/>
            </a:lnSpc>
          </a:pPr>
          <a:r>
            <a:rPr lang="en-US"/>
            <a:t>Edge Computing Virtualization</a:t>
          </a:r>
        </a:p>
      </dgm:t>
    </dgm:pt>
    <dgm:pt modelId="{2EF8E20C-AD1B-4A32-BA42-71B4C359DF47}" type="parTrans" cxnId="{4AF50A94-172C-4B4E-936D-A7AF8A79E213}">
      <dgm:prSet/>
      <dgm:spPr/>
      <dgm:t>
        <a:bodyPr/>
        <a:lstStyle/>
        <a:p>
          <a:endParaRPr lang="en-US"/>
        </a:p>
      </dgm:t>
    </dgm:pt>
    <dgm:pt modelId="{E0B04BF0-C640-42E5-A4FF-6E639E8C1D08}" type="sibTrans" cxnId="{4AF50A94-172C-4B4E-936D-A7AF8A79E213}">
      <dgm:prSet/>
      <dgm:spPr/>
      <dgm:t>
        <a:bodyPr/>
        <a:lstStyle/>
        <a:p>
          <a:pPr>
            <a:lnSpc>
              <a:spcPct val="100000"/>
            </a:lnSpc>
          </a:pPr>
          <a:endParaRPr lang="en-US"/>
        </a:p>
      </dgm:t>
    </dgm:pt>
    <dgm:pt modelId="{D4E4E347-55AC-4B7F-9EAE-76CB010147AD}">
      <dgm:prSet/>
      <dgm:spPr/>
      <dgm:t>
        <a:bodyPr/>
        <a:lstStyle/>
        <a:p>
          <a:pPr>
            <a:lnSpc>
              <a:spcPct val="100000"/>
            </a:lnSpc>
          </a:pPr>
          <a:r>
            <a:rPr lang="en-US"/>
            <a:t>AI and Machine Learning in Virtualization</a:t>
          </a:r>
        </a:p>
      </dgm:t>
    </dgm:pt>
    <dgm:pt modelId="{D6C680CA-E64B-4A4E-96AC-43CB8730EB43}" type="parTrans" cxnId="{12A8C112-631F-4262-89BC-10DA5EB993E6}">
      <dgm:prSet/>
      <dgm:spPr/>
      <dgm:t>
        <a:bodyPr/>
        <a:lstStyle/>
        <a:p>
          <a:endParaRPr lang="en-US"/>
        </a:p>
      </dgm:t>
    </dgm:pt>
    <dgm:pt modelId="{75416EDC-2164-4E2B-8B6F-E66AF5B8A728}" type="sibTrans" cxnId="{12A8C112-631F-4262-89BC-10DA5EB993E6}">
      <dgm:prSet/>
      <dgm:spPr/>
      <dgm:t>
        <a:bodyPr/>
        <a:lstStyle/>
        <a:p>
          <a:pPr>
            <a:lnSpc>
              <a:spcPct val="100000"/>
            </a:lnSpc>
          </a:pPr>
          <a:endParaRPr lang="en-US"/>
        </a:p>
      </dgm:t>
    </dgm:pt>
    <dgm:pt modelId="{CFC1CAC0-E612-4CB0-9F99-FF299D95CB8B}">
      <dgm:prSet/>
      <dgm:spPr/>
      <dgm:t>
        <a:bodyPr/>
        <a:lstStyle/>
        <a:p>
          <a:pPr>
            <a:lnSpc>
              <a:spcPct val="100000"/>
            </a:lnSpc>
          </a:pPr>
          <a:r>
            <a:rPr lang="en-US"/>
            <a:t>Serverless Computing</a:t>
          </a:r>
        </a:p>
      </dgm:t>
    </dgm:pt>
    <dgm:pt modelId="{3942325C-2A30-467D-BC37-F96141C3C235}" type="parTrans" cxnId="{415E727A-764D-4AEB-A851-7C47A45B9A4C}">
      <dgm:prSet/>
      <dgm:spPr/>
      <dgm:t>
        <a:bodyPr/>
        <a:lstStyle/>
        <a:p>
          <a:endParaRPr lang="en-US"/>
        </a:p>
      </dgm:t>
    </dgm:pt>
    <dgm:pt modelId="{32C5A96C-A2E7-48DF-B4F6-77A35759602E}" type="sibTrans" cxnId="{415E727A-764D-4AEB-A851-7C47A45B9A4C}">
      <dgm:prSet/>
      <dgm:spPr/>
      <dgm:t>
        <a:bodyPr/>
        <a:lstStyle/>
        <a:p>
          <a:pPr>
            <a:lnSpc>
              <a:spcPct val="100000"/>
            </a:lnSpc>
          </a:pPr>
          <a:endParaRPr lang="en-US"/>
        </a:p>
      </dgm:t>
    </dgm:pt>
    <dgm:pt modelId="{09E9D22A-0CB3-4CBA-BC13-AB807CFE3E6F}">
      <dgm:prSet/>
      <dgm:spPr/>
      <dgm:t>
        <a:bodyPr/>
        <a:lstStyle/>
        <a:p>
          <a:pPr>
            <a:lnSpc>
              <a:spcPct val="100000"/>
            </a:lnSpc>
          </a:pPr>
          <a:r>
            <a:rPr lang="en-US"/>
            <a:t>Containerization and Microservices</a:t>
          </a:r>
        </a:p>
      </dgm:t>
    </dgm:pt>
    <dgm:pt modelId="{A001D480-2646-413A-BC90-FE32D7DFFFAE}" type="parTrans" cxnId="{B6B5B144-8299-441B-ADD9-10B9618AF40F}">
      <dgm:prSet/>
      <dgm:spPr/>
      <dgm:t>
        <a:bodyPr/>
        <a:lstStyle/>
        <a:p>
          <a:endParaRPr lang="en-US"/>
        </a:p>
      </dgm:t>
    </dgm:pt>
    <dgm:pt modelId="{58DEC951-61FE-4C6B-994D-D2F5F130BC54}" type="sibTrans" cxnId="{B6B5B144-8299-441B-ADD9-10B9618AF40F}">
      <dgm:prSet/>
      <dgm:spPr/>
      <dgm:t>
        <a:bodyPr/>
        <a:lstStyle/>
        <a:p>
          <a:pPr>
            <a:lnSpc>
              <a:spcPct val="100000"/>
            </a:lnSpc>
          </a:pPr>
          <a:endParaRPr lang="en-US"/>
        </a:p>
      </dgm:t>
    </dgm:pt>
    <dgm:pt modelId="{5AB8D9FA-3F4F-4123-B7A3-E8EFB01C47F3}">
      <dgm:prSet/>
      <dgm:spPr/>
      <dgm:t>
        <a:bodyPr/>
        <a:lstStyle/>
        <a:p>
          <a:pPr>
            <a:lnSpc>
              <a:spcPct val="100000"/>
            </a:lnSpc>
          </a:pPr>
          <a:r>
            <a:rPr lang="en-US"/>
            <a:t>Hybrid and Multi-cloud Virtualization</a:t>
          </a:r>
        </a:p>
      </dgm:t>
    </dgm:pt>
    <dgm:pt modelId="{5DE86A51-AF67-4B7D-8039-798079B66738}" type="parTrans" cxnId="{6CF64760-7BD3-45F4-BC1A-08F09CE7BC23}">
      <dgm:prSet/>
      <dgm:spPr/>
      <dgm:t>
        <a:bodyPr/>
        <a:lstStyle/>
        <a:p>
          <a:endParaRPr lang="en-US"/>
        </a:p>
      </dgm:t>
    </dgm:pt>
    <dgm:pt modelId="{CCB07E67-C8EA-4880-9396-F028847FBF64}" type="sibTrans" cxnId="{6CF64760-7BD3-45F4-BC1A-08F09CE7BC23}">
      <dgm:prSet/>
      <dgm:spPr/>
      <dgm:t>
        <a:bodyPr/>
        <a:lstStyle/>
        <a:p>
          <a:endParaRPr lang="en-US"/>
        </a:p>
      </dgm:t>
    </dgm:pt>
    <dgm:pt modelId="{E56545B2-1754-4FD5-8841-2CD5FAF1A3B8}" type="pres">
      <dgm:prSet presAssocID="{9CB264D3-9E5B-4186-9661-0B0DBC63E7C5}" presName="root" presStyleCnt="0">
        <dgm:presLayoutVars>
          <dgm:dir/>
          <dgm:resizeHandles val="exact"/>
        </dgm:presLayoutVars>
      </dgm:prSet>
      <dgm:spPr/>
    </dgm:pt>
    <dgm:pt modelId="{B8DAE0C8-45FF-4028-98B0-64869B8B76CB}" type="pres">
      <dgm:prSet presAssocID="{9CB264D3-9E5B-4186-9661-0B0DBC63E7C5}" presName="container" presStyleCnt="0">
        <dgm:presLayoutVars>
          <dgm:dir/>
          <dgm:resizeHandles val="exact"/>
        </dgm:presLayoutVars>
      </dgm:prSet>
      <dgm:spPr/>
    </dgm:pt>
    <dgm:pt modelId="{E1732D29-C956-442D-B20B-C0A5D4DCE0D2}" type="pres">
      <dgm:prSet presAssocID="{FB604BC4-CC2F-4CAF-B743-1CFAADB54A6F}" presName="compNode" presStyleCnt="0"/>
      <dgm:spPr/>
    </dgm:pt>
    <dgm:pt modelId="{6F53FC8A-D089-491C-82EE-FC0BA09C883F}" type="pres">
      <dgm:prSet presAssocID="{FB604BC4-CC2F-4CAF-B743-1CFAADB54A6F}" presName="iconBgRect" presStyleLbl="bgShp" presStyleIdx="0" presStyleCnt="5"/>
      <dgm:spPr/>
    </dgm:pt>
    <dgm:pt modelId="{209F5583-5F40-46B3-ACBE-9F48867AAC89}" type="pres">
      <dgm:prSet presAssocID="{FB604BC4-CC2F-4CAF-B743-1CFAADB54A6F}"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loud"/>
        </a:ext>
      </dgm:extLst>
    </dgm:pt>
    <dgm:pt modelId="{1613F5F0-4B7C-4938-B889-E60F704EFB71}" type="pres">
      <dgm:prSet presAssocID="{FB604BC4-CC2F-4CAF-B743-1CFAADB54A6F}" presName="spaceRect" presStyleCnt="0"/>
      <dgm:spPr/>
    </dgm:pt>
    <dgm:pt modelId="{A9B996DC-01A1-49CE-97C7-6094440A49EB}" type="pres">
      <dgm:prSet presAssocID="{FB604BC4-CC2F-4CAF-B743-1CFAADB54A6F}" presName="textRect" presStyleLbl="revTx" presStyleIdx="0" presStyleCnt="5">
        <dgm:presLayoutVars>
          <dgm:chMax val="1"/>
          <dgm:chPref val="1"/>
        </dgm:presLayoutVars>
      </dgm:prSet>
      <dgm:spPr/>
    </dgm:pt>
    <dgm:pt modelId="{FCBF6977-2A8B-4714-BEEB-8F820EF70EE6}" type="pres">
      <dgm:prSet presAssocID="{E0B04BF0-C640-42E5-A4FF-6E639E8C1D08}" presName="sibTrans" presStyleLbl="sibTrans2D1" presStyleIdx="0" presStyleCnt="0"/>
      <dgm:spPr/>
    </dgm:pt>
    <dgm:pt modelId="{C9AC4601-9BD9-4323-8261-608D3B1EF2A2}" type="pres">
      <dgm:prSet presAssocID="{D4E4E347-55AC-4B7F-9EAE-76CB010147AD}" presName="compNode" presStyleCnt="0"/>
      <dgm:spPr/>
    </dgm:pt>
    <dgm:pt modelId="{E8E7C2E8-928E-43C3-8441-1B71DD269AD1}" type="pres">
      <dgm:prSet presAssocID="{D4E4E347-55AC-4B7F-9EAE-76CB010147AD}" presName="iconBgRect" presStyleLbl="bgShp" presStyleIdx="1" presStyleCnt="5"/>
      <dgm:spPr/>
    </dgm:pt>
    <dgm:pt modelId="{14F525D1-6CF8-4DB7-A145-E0E628861ED2}" type="pres">
      <dgm:prSet presAssocID="{D4E4E347-55AC-4B7F-9EAE-76CB010147AD}"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ead with Gears"/>
        </a:ext>
      </dgm:extLst>
    </dgm:pt>
    <dgm:pt modelId="{A9F21DB9-5F81-434E-B58B-FDD81F4AD19F}" type="pres">
      <dgm:prSet presAssocID="{D4E4E347-55AC-4B7F-9EAE-76CB010147AD}" presName="spaceRect" presStyleCnt="0"/>
      <dgm:spPr/>
    </dgm:pt>
    <dgm:pt modelId="{0F5A1A80-32C9-4B40-9763-2FCDD3E13EC0}" type="pres">
      <dgm:prSet presAssocID="{D4E4E347-55AC-4B7F-9EAE-76CB010147AD}" presName="textRect" presStyleLbl="revTx" presStyleIdx="1" presStyleCnt="5">
        <dgm:presLayoutVars>
          <dgm:chMax val="1"/>
          <dgm:chPref val="1"/>
        </dgm:presLayoutVars>
      </dgm:prSet>
      <dgm:spPr/>
    </dgm:pt>
    <dgm:pt modelId="{82ACC949-F4F9-412A-98D3-9E8F0EDACDE4}" type="pres">
      <dgm:prSet presAssocID="{75416EDC-2164-4E2B-8B6F-E66AF5B8A728}" presName="sibTrans" presStyleLbl="sibTrans2D1" presStyleIdx="0" presStyleCnt="0"/>
      <dgm:spPr/>
    </dgm:pt>
    <dgm:pt modelId="{A3A28201-1C5C-4D6D-A52D-9A81E4F28DC8}" type="pres">
      <dgm:prSet presAssocID="{CFC1CAC0-E612-4CB0-9F99-FF299D95CB8B}" presName="compNode" presStyleCnt="0"/>
      <dgm:spPr/>
    </dgm:pt>
    <dgm:pt modelId="{8DD58345-94B7-43A0-98C9-31ED77734CAB}" type="pres">
      <dgm:prSet presAssocID="{CFC1CAC0-E612-4CB0-9F99-FF299D95CB8B}" presName="iconBgRect" presStyleLbl="bgShp" presStyleIdx="2" presStyleCnt="5"/>
      <dgm:spPr/>
    </dgm:pt>
    <dgm:pt modelId="{90534E38-A3B5-4CF7-A08C-0D25E4AB7CC7}" type="pres">
      <dgm:prSet presAssocID="{CFC1CAC0-E612-4CB0-9F99-FF299D95CB8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omputer"/>
        </a:ext>
      </dgm:extLst>
    </dgm:pt>
    <dgm:pt modelId="{75D184E1-AE5B-4655-94DE-AE6033B23A6C}" type="pres">
      <dgm:prSet presAssocID="{CFC1CAC0-E612-4CB0-9F99-FF299D95CB8B}" presName="spaceRect" presStyleCnt="0"/>
      <dgm:spPr/>
    </dgm:pt>
    <dgm:pt modelId="{5903DE4F-E82C-4998-9C19-93CE1B322894}" type="pres">
      <dgm:prSet presAssocID="{CFC1CAC0-E612-4CB0-9F99-FF299D95CB8B}" presName="textRect" presStyleLbl="revTx" presStyleIdx="2" presStyleCnt="5">
        <dgm:presLayoutVars>
          <dgm:chMax val="1"/>
          <dgm:chPref val="1"/>
        </dgm:presLayoutVars>
      </dgm:prSet>
      <dgm:spPr/>
    </dgm:pt>
    <dgm:pt modelId="{269CD4F8-06F3-45A5-8396-9A41D1AF86B6}" type="pres">
      <dgm:prSet presAssocID="{32C5A96C-A2E7-48DF-B4F6-77A35759602E}" presName="sibTrans" presStyleLbl="sibTrans2D1" presStyleIdx="0" presStyleCnt="0"/>
      <dgm:spPr/>
    </dgm:pt>
    <dgm:pt modelId="{ADC2C7EF-763E-41B8-8E90-871EE0E475B7}" type="pres">
      <dgm:prSet presAssocID="{09E9D22A-0CB3-4CBA-BC13-AB807CFE3E6F}" presName="compNode" presStyleCnt="0"/>
      <dgm:spPr/>
    </dgm:pt>
    <dgm:pt modelId="{977EB2D2-304E-403E-B9E7-41DAF813D8EF}" type="pres">
      <dgm:prSet presAssocID="{09E9D22A-0CB3-4CBA-BC13-AB807CFE3E6F}" presName="iconBgRect" presStyleLbl="bgShp" presStyleIdx="3" presStyleCnt="5"/>
      <dgm:spPr/>
    </dgm:pt>
    <dgm:pt modelId="{E65627C4-36DC-4C5C-A0CD-4F7251F9F91B}" type="pres">
      <dgm:prSet presAssocID="{09E9D22A-0CB3-4CBA-BC13-AB807CFE3E6F}"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Checkmark"/>
        </a:ext>
      </dgm:extLst>
    </dgm:pt>
    <dgm:pt modelId="{E16FFF44-B724-4766-AA71-6442C52E17B1}" type="pres">
      <dgm:prSet presAssocID="{09E9D22A-0CB3-4CBA-BC13-AB807CFE3E6F}" presName="spaceRect" presStyleCnt="0"/>
      <dgm:spPr/>
    </dgm:pt>
    <dgm:pt modelId="{26E4A60B-306A-44A3-9DC4-5F94DC312AD8}" type="pres">
      <dgm:prSet presAssocID="{09E9D22A-0CB3-4CBA-BC13-AB807CFE3E6F}" presName="textRect" presStyleLbl="revTx" presStyleIdx="3" presStyleCnt="5">
        <dgm:presLayoutVars>
          <dgm:chMax val="1"/>
          <dgm:chPref val="1"/>
        </dgm:presLayoutVars>
      </dgm:prSet>
      <dgm:spPr/>
    </dgm:pt>
    <dgm:pt modelId="{BC6764F7-5977-47D1-B406-76D15ECE8364}" type="pres">
      <dgm:prSet presAssocID="{58DEC951-61FE-4C6B-994D-D2F5F130BC54}" presName="sibTrans" presStyleLbl="sibTrans2D1" presStyleIdx="0" presStyleCnt="0"/>
      <dgm:spPr/>
    </dgm:pt>
    <dgm:pt modelId="{81B7B026-E224-49C0-8FA6-B86E37BB7765}" type="pres">
      <dgm:prSet presAssocID="{5AB8D9FA-3F4F-4123-B7A3-E8EFB01C47F3}" presName="compNode" presStyleCnt="0"/>
      <dgm:spPr/>
    </dgm:pt>
    <dgm:pt modelId="{9B996282-56AF-4236-B0AA-5B7C6AB04940}" type="pres">
      <dgm:prSet presAssocID="{5AB8D9FA-3F4F-4123-B7A3-E8EFB01C47F3}" presName="iconBgRect" presStyleLbl="bgShp" presStyleIdx="4" presStyleCnt="5"/>
      <dgm:spPr/>
    </dgm:pt>
    <dgm:pt modelId="{EDEDBB07-C645-4C9D-995B-97785B971AD6}" type="pres">
      <dgm:prSet presAssocID="{5AB8D9FA-3F4F-4123-B7A3-E8EFB01C47F3}"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Syncing Cloud"/>
        </a:ext>
      </dgm:extLst>
    </dgm:pt>
    <dgm:pt modelId="{E166B6CF-079B-4E4F-AA95-3D45F36446D2}" type="pres">
      <dgm:prSet presAssocID="{5AB8D9FA-3F4F-4123-B7A3-E8EFB01C47F3}" presName="spaceRect" presStyleCnt="0"/>
      <dgm:spPr/>
    </dgm:pt>
    <dgm:pt modelId="{A250CF43-42B4-48DA-B6BA-4A7BDB38AB20}" type="pres">
      <dgm:prSet presAssocID="{5AB8D9FA-3F4F-4123-B7A3-E8EFB01C47F3}" presName="textRect" presStyleLbl="revTx" presStyleIdx="4" presStyleCnt="5">
        <dgm:presLayoutVars>
          <dgm:chMax val="1"/>
          <dgm:chPref val="1"/>
        </dgm:presLayoutVars>
      </dgm:prSet>
      <dgm:spPr/>
    </dgm:pt>
  </dgm:ptLst>
  <dgm:cxnLst>
    <dgm:cxn modelId="{12A8C112-631F-4262-89BC-10DA5EB993E6}" srcId="{9CB264D3-9E5B-4186-9661-0B0DBC63E7C5}" destId="{D4E4E347-55AC-4B7F-9EAE-76CB010147AD}" srcOrd="1" destOrd="0" parTransId="{D6C680CA-E64B-4A4E-96AC-43CB8730EB43}" sibTransId="{75416EDC-2164-4E2B-8B6F-E66AF5B8A728}"/>
    <dgm:cxn modelId="{8A1F9F1E-A689-48AE-B836-FF25527D6C3A}" type="presOf" srcId="{32C5A96C-A2E7-48DF-B4F6-77A35759602E}" destId="{269CD4F8-06F3-45A5-8396-9A41D1AF86B6}" srcOrd="0" destOrd="0" presId="urn:microsoft.com/office/officeart/2018/2/layout/IconCircleList"/>
    <dgm:cxn modelId="{CF40E62E-9797-4336-B60F-D866D5C72AC0}" type="presOf" srcId="{9CB264D3-9E5B-4186-9661-0B0DBC63E7C5}" destId="{E56545B2-1754-4FD5-8841-2CD5FAF1A3B8}" srcOrd="0" destOrd="0" presId="urn:microsoft.com/office/officeart/2018/2/layout/IconCircleList"/>
    <dgm:cxn modelId="{5A69D339-7BB8-470E-B7E5-CECE72617DB3}" type="presOf" srcId="{75416EDC-2164-4E2B-8B6F-E66AF5B8A728}" destId="{82ACC949-F4F9-412A-98D3-9E8F0EDACDE4}" srcOrd="0" destOrd="0" presId="urn:microsoft.com/office/officeart/2018/2/layout/IconCircleList"/>
    <dgm:cxn modelId="{FC983B3C-0278-4830-9006-727C1FF7CE00}" type="presOf" srcId="{09E9D22A-0CB3-4CBA-BC13-AB807CFE3E6F}" destId="{26E4A60B-306A-44A3-9DC4-5F94DC312AD8}" srcOrd="0" destOrd="0" presId="urn:microsoft.com/office/officeart/2018/2/layout/IconCircleList"/>
    <dgm:cxn modelId="{865E615C-3AF1-41A6-8C8D-8B55B5C127F4}" type="presOf" srcId="{E0B04BF0-C640-42E5-A4FF-6E639E8C1D08}" destId="{FCBF6977-2A8B-4714-BEEB-8F820EF70EE6}" srcOrd="0" destOrd="0" presId="urn:microsoft.com/office/officeart/2018/2/layout/IconCircleList"/>
    <dgm:cxn modelId="{6CF64760-7BD3-45F4-BC1A-08F09CE7BC23}" srcId="{9CB264D3-9E5B-4186-9661-0B0DBC63E7C5}" destId="{5AB8D9FA-3F4F-4123-B7A3-E8EFB01C47F3}" srcOrd="4" destOrd="0" parTransId="{5DE86A51-AF67-4B7D-8039-798079B66738}" sibTransId="{CCB07E67-C8EA-4880-9396-F028847FBF64}"/>
    <dgm:cxn modelId="{B6B5B144-8299-441B-ADD9-10B9618AF40F}" srcId="{9CB264D3-9E5B-4186-9661-0B0DBC63E7C5}" destId="{09E9D22A-0CB3-4CBA-BC13-AB807CFE3E6F}" srcOrd="3" destOrd="0" parTransId="{A001D480-2646-413A-BC90-FE32D7DFFFAE}" sibTransId="{58DEC951-61FE-4C6B-994D-D2F5F130BC54}"/>
    <dgm:cxn modelId="{415E727A-764D-4AEB-A851-7C47A45B9A4C}" srcId="{9CB264D3-9E5B-4186-9661-0B0DBC63E7C5}" destId="{CFC1CAC0-E612-4CB0-9F99-FF299D95CB8B}" srcOrd="2" destOrd="0" parTransId="{3942325C-2A30-467D-BC37-F96141C3C235}" sibTransId="{32C5A96C-A2E7-48DF-B4F6-77A35759602E}"/>
    <dgm:cxn modelId="{7951F085-09EC-4CAF-9B54-C7091B4D4950}" type="presOf" srcId="{5AB8D9FA-3F4F-4123-B7A3-E8EFB01C47F3}" destId="{A250CF43-42B4-48DA-B6BA-4A7BDB38AB20}" srcOrd="0" destOrd="0" presId="urn:microsoft.com/office/officeart/2018/2/layout/IconCircleList"/>
    <dgm:cxn modelId="{4AF50A94-172C-4B4E-936D-A7AF8A79E213}" srcId="{9CB264D3-9E5B-4186-9661-0B0DBC63E7C5}" destId="{FB604BC4-CC2F-4CAF-B743-1CFAADB54A6F}" srcOrd="0" destOrd="0" parTransId="{2EF8E20C-AD1B-4A32-BA42-71B4C359DF47}" sibTransId="{E0B04BF0-C640-42E5-A4FF-6E639E8C1D08}"/>
    <dgm:cxn modelId="{C4237DA5-0167-442C-8C3F-AD4548C01A24}" type="presOf" srcId="{58DEC951-61FE-4C6B-994D-D2F5F130BC54}" destId="{BC6764F7-5977-47D1-B406-76D15ECE8364}" srcOrd="0" destOrd="0" presId="urn:microsoft.com/office/officeart/2018/2/layout/IconCircleList"/>
    <dgm:cxn modelId="{4E971BAD-DDF1-4175-B20B-D9807279A3D0}" type="presOf" srcId="{FB604BC4-CC2F-4CAF-B743-1CFAADB54A6F}" destId="{A9B996DC-01A1-49CE-97C7-6094440A49EB}" srcOrd="0" destOrd="0" presId="urn:microsoft.com/office/officeart/2018/2/layout/IconCircleList"/>
    <dgm:cxn modelId="{9CA2A5C0-F1AA-4239-A6C3-C473575423B9}" type="presOf" srcId="{CFC1CAC0-E612-4CB0-9F99-FF299D95CB8B}" destId="{5903DE4F-E82C-4998-9C19-93CE1B322894}" srcOrd="0" destOrd="0" presId="urn:microsoft.com/office/officeart/2018/2/layout/IconCircleList"/>
    <dgm:cxn modelId="{28B9D8C5-2BE4-4278-AB29-9587A92C68F8}" type="presOf" srcId="{D4E4E347-55AC-4B7F-9EAE-76CB010147AD}" destId="{0F5A1A80-32C9-4B40-9763-2FCDD3E13EC0}" srcOrd="0" destOrd="0" presId="urn:microsoft.com/office/officeart/2018/2/layout/IconCircleList"/>
    <dgm:cxn modelId="{268A64DA-1136-48AF-ABBB-E32AD3ED95D8}" type="presParOf" srcId="{E56545B2-1754-4FD5-8841-2CD5FAF1A3B8}" destId="{B8DAE0C8-45FF-4028-98B0-64869B8B76CB}" srcOrd="0" destOrd="0" presId="urn:microsoft.com/office/officeart/2018/2/layout/IconCircleList"/>
    <dgm:cxn modelId="{9378A4CC-D246-44E5-ACC2-1DFFAF11ECEA}" type="presParOf" srcId="{B8DAE0C8-45FF-4028-98B0-64869B8B76CB}" destId="{E1732D29-C956-442D-B20B-C0A5D4DCE0D2}" srcOrd="0" destOrd="0" presId="urn:microsoft.com/office/officeart/2018/2/layout/IconCircleList"/>
    <dgm:cxn modelId="{1695EB48-D4C5-4BDB-88D2-4C9525D42F16}" type="presParOf" srcId="{E1732D29-C956-442D-B20B-C0A5D4DCE0D2}" destId="{6F53FC8A-D089-491C-82EE-FC0BA09C883F}" srcOrd="0" destOrd="0" presId="urn:microsoft.com/office/officeart/2018/2/layout/IconCircleList"/>
    <dgm:cxn modelId="{FF5BE8C0-2474-4908-8F86-B5AEDD96FFB2}" type="presParOf" srcId="{E1732D29-C956-442D-B20B-C0A5D4DCE0D2}" destId="{209F5583-5F40-46B3-ACBE-9F48867AAC89}" srcOrd="1" destOrd="0" presId="urn:microsoft.com/office/officeart/2018/2/layout/IconCircleList"/>
    <dgm:cxn modelId="{08D40ABB-8AA2-4F26-A13D-FBAF37E770FF}" type="presParOf" srcId="{E1732D29-C956-442D-B20B-C0A5D4DCE0D2}" destId="{1613F5F0-4B7C-4938-B889-E60F704EFB71}" srcOrd="2" destOrd="0" presId="urn:microsoft.com/office/officeart/2018/2/layout/IconCircleList"/>
    <dgm:cxn modelId="{8559C1A6-B0F4-4580-9006-DE673FDAF642}" type="presParOf" srcId="{E1732D29-C956-442D-B20B-C0A5D4DCE0D2}" destId="{A9B996DC-01A1-49CE-97C7-6094440A49EB}" srcOrd="3" destOrd="0" presId="urn:microsoft.com/office/officeart/2018/2/layout/IconCircleList"/>
    <dgm:cxn modelId="{B5F51E01-84E2-44B6-9C7F-B58157279FD7}" type="presParOf" srcId="{B8DAE0C8-45FF-4028-98B0-64869B8B76CB}" destId="{FCBF6977-2A8B-4714-BEEB-8F820EF70EE6}" srcOrd="1" destOrd="0" presId="urn:microsoft.com/office/officeart/2018/2/layout/IconCircleList"/>
    <dgm:cxn modelId="{971B1C68-F398-422E-8842-F7A524DC001F}" type="presParOf" srcId="{B8DAE0C8-45FF-4028-98B0-64869B8B76CB}" destId="{C9AC4601-9BD9-4323-8261-608D3B1EF2A2}" srcOrd="2" destOrd="0" presId="urn:microsoft.com/office/officeart/2018/2/layout/IconCircleList"/>
    <dgm:cxn modelId="{91532030-8418-42F2-A9FD-D0FF9A8BE2B1}" type="presParOf" srcId="{C9AC4601-9BD9-4323-8261-608D3B1EF2A2}" destId="{E8E7C2E8-928E-43C3-8441-1B71DD269AD1}" srcOrd="0" destOrd="0" presId="urn:microsoft.com/office/officeart/2018/2/layout/IconCircleList"/>
    <dgm:cxn modelId="{44C6AF07-68DB-498C-8D03-78ED73A76574}" type="presParOf" srcId="{C9AC4601-9BD9-4323-8261-608D3B1EF2A2}" destId="{14F525D1-6CF8-4DB7-A145-E0E628861ED2}" srcOrd="1" destOrd="0" presId="urn:microsoft.com/office/officeart/2018/2/layout/IconCircleList"/>
    <dgm:cxn modelId="{8D4614C1-BEF4-4070-91D1-2386B713CE78}" type="presParOf" srcId="{C9AC4601-9BD9-4323-8261-608D3B1EF2A2}" destId="{A9F21DB9-5F81-434E-B58B-FDD81F4AD19F}" srcOrd="2" destOrd="0" presId="urn:microsoft.com/office/officeart/2018/2/layout/IconCircleList"/>
    <dgm:cxn modelId="{604E3D97-D2A0-4F90-B765-3E085E0AB73C}" type="presParOf" srcId="{C9AC4601-9BD9-4323-8261-608D3B1EF2A2}" destId="{0F5A1A80-32C9-4B40-9763-2FCDD3E13EC0}" srcOrd="3" destOrd="0" presId="urn:microsoft.com/office/officeart/2018/2/layout/IconCircleList"/>
    <dgm:cxn modelId="{EFE668ED-7EE3-4BB6-B886-0BBD9EC285A6}" type="presParOf" srcId="{B8DAE0C8-45FF-4028-98B0-64869B8B76CB}" destId="{82ACC949-F4F9-412A-98D3-9E8F0EDACDE4}" srcOrd="3" destOrd="0" presId="urn:microsoft.com/office/officeart/2018/2/layout/IconCircleList"/>
    <dgm:cxn modelId="{16D54E62-5833-4F95-AD57-CF69BD255C65}" type="presParOf" srcId="{B8DAE0C8-45FF-4028-98B0-64869B8B76CB}" destId="{A3A28201-1C5C-4D6D-A52D-9A81E4F28DC8}" srcOrd="4" destOrd="0" presId="urn:microsoft.com/office/officeart/2018/2/layout/IconCircleList"/>
    <dgm:cxn modelId="{AB9AC239-BB47-4E80-8341-E508A087F868}" type="presParOf" srcId="{A3A28201-1C5C-4D6D-A52D-9A81E4F28DC8}" destId="{8DD58345-94B7-43A0-98C9-31ED77734CAB}" srcOrd="0" destOrd="0" presId="urn:microsoft.com/office/officeart/2018/2/layout/IconCircleList"/>
    <dgm:cxn modelId="{C39E13CC-7AE6-4DEF-8A11-88FC122C36DF}" type="presParOf" srcId="{A3A28201-1C5C-4D6D-A52D-9A81E4F28DC8}" destId="{90534E38-A3B5-4CF7-A08C-0D25E4AB7CC7}" srcOrd="1" destOrd="0" presId="urn:microsoft.com/office/officeart/2018/2/layout/IconCircleList"/>
    <dgm:cxn modelId="{66A98E2F-BDCA-40F6-AFE2-86DEEC910804}" type="presParOf" srcId="{A3A28201-1C5C-4D6D-A52D-9A81E4F28DC8}" destId="{75D184E1-AE5B-4655-94DE-AE6033B23A6C}" srcOrd="2" destOrd="0" presId="urn:microsoft.com/office/officeart/2018/2/layout/IconCircleList"/>
    <dgm:cxn modelId="{E200F952-0B37-49C9-BEB7-9A2C260CB848}" type="presParOf" srcId="{A3A28201-1C5C-4D6D-A52D-9A81E4F28DC8}" destId="{5903DE4F-E82C-4998-9C19-93CE1B322894}" srcOrd="3" destOrd="0" presId="urn:microsoft.com/office/officeart/2018/2/layout/IconCircleList"/>
    <dgm:cxn modelId="{E6AE626B-603E-4C30-B061-CE7694F5516C}" type="presParOf" srcId="{B8DAE0C8-45FF-4028-98B0-64869B8B76CB}" destId="{269CD4F8-06F3-45A5-8396-9A41D1AF86B6}" srcOrd="5" destOrd="0" presId="urn:microsoft.com/office/officeart/2018/2/layout/IconCircleList"/>
    <dgm:cxn modelId="{F04323E3-F762-4B18-ADAC-2830A7DBAC58}" type="presParOf" srcId="{B8DAE0C8-45FF-4028-98B0-64869B8B76CB}" destId="{ADC2C7EF-763E-41B8-8E90-871EE0E475B7}" srcOrd="6" destOrd="0" presId="urn:microsoft.com/office/officeart/2018/2/layout/IconCircleList"/>
    <dgm:cxn modelId="{297930BB-5AE9-4380-8C71-11F6DF3708B9}" type="presParOf" srcId="{ADC2C7EF-763E-41B8-8E90-871EE0E475B7}" destId="{977EB2D2-304E-403E-B9E7-41DAF813D8EF}" srcOrd="0" destOrd="0" presId="urn:microsoft.com/office/officeart/2018/2/layout/IconCircleList"/>
    <dgm:cxn modelId="{31623DE6-9DE8-44F4-9B34-33CE1BB0F698}" type="presParOf" srcId="{ADC2C7EF-763E-41B8-8E90-871EE0E475B7}" destId="{E65627C4-36DC-4C5C-A0CD-4F7251F9F91B}" srcOrd="1" destOrd="0" presId="urn:microsoft.com/office/officeart/2018/2/layout/IconCircleList"/>
    <dgm:cxn modelId="{A91BEDD0-4DEC-4C7C-BEAA-0F808FAD0E5F}" type="presParOf" srcId="{ADC2C7EF-763E-41B8-8E90-871EE0E475B7}" destId="{E16FFF44-B724-4766-AA71-6442C52E17B1}" srcOrd="2" destOrd="0" presId="urn:microsoft.com/office/officeart/2018/2/layout/IconCircleList"/>
    <dgm:cxn modelId="{CD18924F-DC20-43F0-B7DB-B9B8C157D9A3}" type="presParOf" srcId="{ADC2C7EF-763E-41B8-8E90-871EE0E475B7}" destId="{26E4A60B-306A-44A3-9DC4-5F94DC312AD8}" srcOrd="3" destOrd="0" presId="urn:microsoft.com/office/officeart/2018/2/layout/IconCircleList"/>
    <dgm:cxn modelId="{52354F24-035C-40C5-AE53-E128D514C775}" type="presParOf" srcId="{B8DAE0C8-45FF-4028-98B0-64869B8B76CB}" destId="{BC6764F7-5977-47D1-B406-76D15ECE8364}" srcOrd="7" destOrd="0" presId="urn:microsoft.com/office/officeart/2018/2/layout/IconCircleList"/>
    <dgm:cxn modelId="{8D01F4BD-DF33-439A-8A65-DC4D558AFA31}" type="presParOf" srcId="{B8DAE0C8-45FF-4028-98B0-64869B8B76CB}" destId="{81B7B026-E224-49C0-8FA6-B86E37BB7765}" srcOrd="8" destOrd="0" presId="urn:microsoft.com/office/officeart/2018/2/layout/IconCircleList"/>
    <dgm:cxn modelId="{0CE93C88-FD37-4FBE-8F95-8887C3014CF0}" type="presParOf" srcId="{81B7B026-E224-49C0-8FA6-B86E37BB7765}" destId="{9B996282-56AF-4236-B0AA-5B7C6AB04940}" srcOrd="0" destOrd="0" presId="urn:microsoft.com/office/officeart/2018/2/layout/IconCircleList"/>
    <dgm:cxn modelId="{0D3879D4-F71D-4E8D-A206-A6E42635B71F}" type="presParOf" srcId="{81B7B026-E224-49C0-8FA6-B86E37BB7765}" destId="{EDEDBB07-C645-4C9D-995B-97785B971AD6}" srcOrd="1" destOrd="0" presId="urn:microsoft.com/office/officeart/2018/2/layout/IconCircleList"/>
    <dgm:cxn modelId="{B5740236-9282-4ADD-B1F0-4E67D4C64234}" type="presParOf" srcId="{81B7B026-E224-49C0-8FA6-B86E37BB7765}" destId="{E166B6CF-079B-4E4F-AA95-3D45F36446D2}" srcOrd="2" destOrd="0" presId="urn:microsoft.com/office/officeart/2018/2/layout/IconCircleList"/>
    <dgm:cxn modelId="{6BF34AA3-BB49-4D53-BB98-CE7A91D01774}" type="presParOf" srcId="{81B7B026-E224-49C0-8FA6-B86E37BB7765}" destId="{A250CF43-42B4-48DA-B6BA-4A7BDB38AB20}"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15F180-0F5D-4A46-8254-4019C5DE51CE}">
      <dsp:nvSpPr>
        <dsp:cNvPr id="0" name=""/>
        <dsp:cNvSpPr/>
      </dsp:nvSpPr>
      <dsp:spPr>
        <a:xfrm>
          <a:off x="0" y="2976"/>
          <a:ext cx="3614166" cy="101955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448EC2C-0FC1-4686-980F-E3A60010248C}">
      <dsp:nvSpPr>
        <dsp:cNvPr id="0" name=""/>
        <dsp:cNvSpPr/>
      </dsp:nvSpPr>
      <dsp:spPr>
        <a:xfrm>
          <a:off x="308415" y="232376"/>
          <a:ext cx="561304" cy="56075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79EC313-4944-4D7B-B32B-2F01B5E19D21}">
      <dsp:nvSpPr>
        <dsp:cNvPr id="0" name=""/>
        <dsp:cNvSpPr/>
      </dsp:nvSpPr>
      <dsp:spPr>
        <a:xfrm>
          <a:off x="1178135" y="2976"/>
          <a:ext cx="2374141" cy="10205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009" tIns="108009" rIns="108009" bIns="108009" numCol="1" spcCol="1270" anchor="ctr" anchorCtr="0">
          <a:noAutofit/>
        </a:bodyPr>
        <a:lstStyle/>
        <a:p>
          <a:pPr marL="0" lvl="0" indent="0" algn="l" defTabSz="622300">
            <a:lnSpc>
              <a:spcPct val="100000"/>
            </a:lnSpc>
            <a:spcBef>
              <a:spcPct val="0"/>
            </a:spcBef>
            <a:spcAft>
              <a:spcPct val="35000"/>
            </a:spcAft>
            <a:buNone/>
          </a:pPr>
          <a:r>
            <a:rPr lang="en-US" sz="1400" b="0" i="0" kern="1200"/>
            <a:t>A direct relationship between a physical system and OS.</a:t>
          </a:r>
          <a:endParaRPr lang="en-US" sz="1400" kern="1200"/>
        </a:p>
      </dsp:txBody>
      <dsp:txXfrm>
        <a:off x="1178135" y="2976"/>
        <a:ext cx="2374141" cy="1020553"/>
      </dsp:txXfrm>
    </dsp:sp>
    <dsp:sp modelId="{6CE1CD4E-074F-4CC7-AC19-F3295C7BD3E7}">
      <dsp:nvSpPr>
        <dsp:cNvPr id="0" name=""/>
        <dsp:cNvSpPr/>
      </dsp:nvSpPr>
      <dsp:spPr>
        <a:xfrm>
          <a:off x="0" y="1263659"/>
          <a:ext cx="3614166" cy="101955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0A5A1F5-9E8C-4806-A1E7-AAF68DDB66FA}">
      <dsp:nvSpPr>
        <dsp:cNvPr id="0" name=""/>
        <dsp:cNvSpPr/>
      </dsp:nvSpPr>
      <dsp:spPr>
        <a:xfrm>
          <a:off x="308415" y="1493059"/>
          <a:ext cx="561304" cy="5607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BB0FBCF-9C98-41DE-8253-5AEDB13CE1CE}">
      <dsp:nvSpPr>
        <dsp:cNvPr id="0" name=""/>
        <dsp:cNvSpPr/>
      </dsp:nvSpPr>
      <dsp:spPr>
        <a:xfrm>
          <a:off x="1178135" y="1263659"/>
          <a:ext cx="2374141" cy="10205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009" tIns="108009" rIns="108009" bIns="108009" numCol="1" spcCol="1270" anchor="ctr" anchorCtr="0">
          <a:noAutofit/>
        </a:bodyPr>
        <a:lstStyle/>
        <a:p>
          <a:pPr marL="0" lvl="0" indent="0" algn="l" defTabSz="622300">
            <a:lnSpc>
              <a:spcPct val="100000"/>
            </a:lnSpc>
            <a:spcBef>
              <a:spcPct val="0"/>
            </a:spcBef>
            <a:spcAft>
              <a:spcPct val="35000"/>
            </a:spcAft>
            <a:buNone/>
          </a:pPr>
          <a:r>
            <a:rPr lang="en-US" sz="1400" b="0" i="0" kern="1200"/>
            <a:t>One physical server is assigned for each type of server, such as web servers and email servers</a:t>
          </a:r>
          <a:endParaRPr lang="en-US" sz="1400" kern="1200"/>
        </a:p>
      </dsp:txBody>
      <dsp:txXfrm>
        <a:off x="1178135" y="1263659"/>
        <a:ext cx="2374141" cy="1020553"/>
      </dsp:txXfrm>
    </dsp:sp>
    <dsp:sp modelId="{3B787829-C366-48ED-9AAD-F19A1FFFBB33}">
      <dsp:nvSpPr>
        <dsp:cNvPr id="0" name=""/>
        <dsp:cNvSpPr/>
      </dsp:nvSpPr>
      <dsp:spPr>
        <a:xfrm>
          <a:off x="0" y="2524342"/>
          <a:ext cx="3614166" cy="101955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572962-BB9B-45A2-AC58-8E2911226289}">
      <dsp:nvSpPr>
        <dsp:cNvPr id="0" name=""/>
        <dsp:cNvSpPr/>
      </dsp:nvSpPr>
      <dsp:spPr>
        <a:xfrm>
          <a:off x="308415" y="2753742"/>
          <a:ext cx="561304" cy="5607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068BAFC-5ADB-470A-9E12-6C5C3B385952}">
      <dsp:nvSpPr>
        <dsp:cNvPr id="0" name=""/>
        <dsp:cNvSpPr/>
      </dsp:nvSpPr>
      <dsp:spPr>
        <a:xfrm>
          <a:off x="1178135" y="2524342"/>
          <a:ext cx="2374141" cy="10205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009" tIns="108009" rIns="108009" bIns="108009" numCol="1" spcCol="1270" anchor="ctr" anchorCtr="0">
          <a:noAutofit/>
        </a:bodyPr>
        <a:lstStyle/>
        <a:p>
          <a:pPr marL="0" lvl="0" indent="0" algn="l" defTabSz="622300">
            <a:lnSpc>
              <a:spcPct val="100000"/>
            </a:lnSpc>
            <a:spcBef>
              <a:spcPct val="0"/>
            </a:spcBef>
            <a:spcAft>
              <a:spcPct val="35000"/>
            </a:spcAft>
            <a:buNone/>
          </a:pPr>
          <a:r>
            <a:rPr lang="en-US" sz="1400" kern="1200"/>
            <a:t>Equipped with large amounts of RAM, powerful CPUs, and multiple large storage devices.</a:t>
          </a:r>
        </a:p>
      </dsp:txBody>
      <dsp:txXfrm>
        <a:off x="1178135" y="2524342"/>
        <a:ext cx="2374141" cy="102055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72A710-F60A-4706-A2CB-22B61695A6C3}">
      <dsp:nvSpPr>
        <dsp:cNvPr id="0" name=""/>
        <dsp:cNvSpPr/>
      </dsp:nvSpPr>
      <dsp:spPr>
        <a:xfrm>
          <a:off x="831156" y="55130"/>
          <a:ext cx="958958" cy="95895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D2A7294-0071-4F87-B71E-8A303D9796E7}">
      <dsp:nvSpPr>
        <dsp:cNvPr id="0" name=""/>
        <dsp:cNvSpPr/>
      </dsp:nvSpPr>
      <dsp:spPr>
        <a:xfrm>
          <a:off x="1032538" y="256511"/>
          <a:ext cx="556195" cy="55619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9FF753B-2F86-416A-BB92-FD5DD1C08D5B}">
      <dsp:nvSpPr>
        <dsp:cNvPr id="0" name=""/>
        <dsp:cNvSpPr/>
      </dsp:nvSpPr>
      <dsp:spPr>
        <a:xfrm>
          <a:off x="1995606" y="55130"/>
          <a:ext cx="2260402" cy="9589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b="0" i="0" kern="1200"/>
            <a:t>A virtual machine breaks the direct relationship between hardware and the OS. </a:t>
          </a:r>
          <a:endParaRPr lang="en-US" sz="2000" kern="1200"/>
        </a:p>
      </dsp:txBody>
      <dsp:txXfrm>
        <a:off x="1995606" y="55130"/>
        <a:ext cx="2260402" cy="958958"/>
      </dsp:txXfrm>
    </dsp:sp>
    <dsp:sp modelId="{CF24B156-C662-4CA4-BE11-561C7252593E}">
      <dsp:nvSpPr>
        <dsp:cNvPr id="0" name=""/>
        <dsp:cNvSpPr/>
      </dsp:nvSpPr>
      <dsp:spPr>
        <a:xfrm>
          <a:off x="4649866" y="55130"/>
          <a:ext cx="958958" cy="95895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D025758-82D2-41B5-A7D3-8C711E2E3EA3}">
      <dsp:nvSpPr>
        <dsp:cNvPr id="0" name=""/>
        <dsp:cNvSpPr/>
      </dsp:nvSpPr>
      <dsp:spPr>
        <a:xfrm>
          <a:off x="4851247" y="256511"/>
          <a:ext cx="556195" cy="55619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1C9B836-50DD-4FAC-8776-B193C29CB063}">
      <dsp:nvSpPr>
        <dsp:cNvPr id="0" name=""/>
        <dsp:cNvSpPr/>
      </dsp:nvSpPr>
      <dsp:spPr>
        <a:xfrm>
          <a:off x="5814315" y="55130"/>
          <a:ext cx="2260402" cy="9589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a:t>M</a:t>
          </a:r>
          <a:r>
            <a:rPr lang="en-US" sz="2000" b="0" i="0" kern="1200"/>
            <a:t>ultiple OSs can be run on one physical machine.</a:t>
          </a:r>
          <a:endParaRPr lang="en-US" sz="2000" kern="1200"/>
        </a:p>
      </dsp:txBody>
      <dsp:txXfrm>
        <a:off x="5814315" y="55130"/>
        <a:ext cx="2260402" cy="958958"/>
      </dsp:txXfrm>
    </dsp:sp>
    <dsp:sp modelId="{9DF096F3-3C9E-4FB8-8F80-70F42D95F298}">
      <dsp:nvSpPr>
        <dsp:cNvPr id="0" name=""/>
        <dsp:cNvSpPr/>
      </dsp:nvSpPr>
      <dsp:spPr>
        <a:xfrm>
          <a:off x="831156" y="1783502"/>
          <a:ext cx="958958" cy="95895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9C4CD69-FFD0-4EAA-8566-EE43EDA4B86B}">
      <dsp:nvSpPr>
        <dsp:cNvPr id="0" name=""/>
        <dsp:cNvSpPr/>
      </dsp:nvSpPr>
      <dsp:spPr>
        <a:xfrm>
          <a:off x="1032538" y="1984883"/>
          <a:ext cx="556195" cy="55619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15CB5FC-6201-4268-A4B8-82290C371B18}">
      <dsp:nvSpPr>
        <dsp:cNvPr id="0" name=""/>
        <dsp:cNvSpPr/>
      </dsp:nvSpPr>
      <dsp:spPr>
        <a:xfrm>
          <a:off x="1995606" y="1783502"/>
          <a:ext cx="2260402" cy="9589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a:t>Allows one computer to provide the appearance of many computers.</a:t>
          </a:r>
        </a:p>
      </dsp:txBody>
      <dsp:txXfrm>
        <a:off x="1995606" y="1783502"/>
        <a:ext cx="2260402" cy="958958"/>
      </dsp:txXfrm>
    </dsp:sp>
    <dsp:sp modelId="{4A0D8549-EAB7-487E-9709-0498BFCB0378}">
      <dsp:nvSpPr>
        <dsp:cNvPr id="0" name=""/>
        <dsp:cNvSpPr/>
      </dsp:nvSpPr>
      <dsp:spPr>
        <a:xfrm>
          <a:off x="4649866" y="1783502"/>
          <a:ext cx="958958" cy="95895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9E57D25-E63E-4FA0-A669-BD720358B9BD}">
      <dsp:nvSpPr>
        <dsp:cNvPr id="0" name=""/>
        <dsp:cNvSpPr/>
      </dsp:nvSpPr>
      <dsp:spPr>
        <a:xfrm>
          <a:off x="4851247" y="1984883"/>
          <a:ext cx="556195" cy="55619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CA47737-83DB-4157-A196-41CB29A807FA}">
      <dsp:nvSpPr>
        <dsp:cNvPr id="0" name=""/>
        <dsp:cNvSpPr/>
      </dsp:nvSpPr>
      <dsp:spPr>
        <a:xfrm>
          <a:off x="5814315" y="1783502"/>
          <a:ext cx="2260402" cy="9589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a:t>Enables a single computer to host multiple independent virtual machines (VMs).</a:t>
          </a:r>
        </a:p>
      </dsp:txBody>
      <dsp:txXfrm>
        <a:off x="5814315" y="1783502"/>
        <a:ext cx="2260402" cy="958958"/>
      </dsp:txXfrm>
    </dsp:sp>
    <dsp:sp modelId="{0C916BCC-1D38-4A47-83BF-7F6078FD452A}">
      <dsp:nvSpPr>
        <dsp:cNvPr id="0" name=""/>
        <dsp:cNvSpPr/>
      </dsp:nvSpPr>
      <dsp:spPr>
        <a:xfrm>
          <a:off x="831156" y="3511874"/>
          <a:ext cx="958958" cy="95895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FC73C40-622F-42DB-A46D-9D1738BF9D3D}">
      <dsp:nvSpPr>
        <dsp:cNvPr id="0" name=""/>
        <dsp:cNvSpPr/>
      </dsp:nvSpPr>
      <dsp:spPr>
        <a:xfrm>
          <a:off x="1032538" y="3713255"/>
          <a:ext cx="556195" cy="55619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AA14354-C064-42A9-AEAE-C7316FC9AE9C}">
      <dsp:nvSpPr>
        <dsp:cNvPr id="0" name=""/>
        <dsp:cNvSpPr/>
      </dsp:nvSpPr>
      <dsp:spPr>
        <a:xfrm>
          <a:off x="1995606" y="3511874"/>
          <a:ext cx="2260402" cy="9589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dirty="0"/>
            <a:t>Virtualization software separates the actual physical hardware from the VM instances. </a:t>
          </a:r>
        </a:p>
      </dsp:txBody>
      <dsp:txXfrm>
        <a:off x="1995606" y="3511874"/>
        <a:ext cx="2260402" cy="95895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E15338-1371-4477-83BA-9E3C3B089072}">
      <dsp:nvSpPr>
        <dsp:cNvPr id="0" name=""/>
        <dsp:cNvSpPr/>
      </dsp:nvSpPr>
      <dsp:spPr>
        <a:xfrm>
          <a:off x="0" y="2175669"/>
          <a:ext cx="7886700" cy="0"/>
        </a:xfrm>
        <a:prstGeom prst="line">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tailEnd type="triangle" w="lg" len="lg"/>
        </a:ln>
        <a:effectLst/>
      </dsp:spPr>
      <dsp:style>
        <a:lnRef idx="1">
          <a:scrgbClr r="0" g="0" b="0"/>
        </a:lnRef>
        <a:fillRef idx="1">
          <a:scrgbClr r="0" g="0" b="0"/>
        </a:fillRef>
        <a:effectRef idx="0">
          <a:scrgbClr r="0" g="0" b="0"/>
        </a:effectRef>
        <a:fontRef idx="minor"/>
      </dsp:style>
    </dsp:sp>
    <dsp:sp modelId="{8ED721CF-584D-4795-8297-EC1EF25C3D01}">
      <dsp:nvSpPr>
        <dsp:cNvPr id="0" name=""/>
        <dsp:cNvSpPr/>
      </dsp:nvSpPr>
      <dsp:spPr>
        <a:xfrm rot="8100000">
          <a:off x="70998" y="501406"/>
          <a:ext cx="319993" cy="319993"/>
        </a:xfrm>
        <a:prstGeom prst="teardrop">
          <a:avLst>
            <a:gd name="adj" fmla="val 115000"/>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52F76DDA-2937-4574-878C-BC685312B9B9}">
      <dsp:nvSpPr>
        <dsp:cNvPr id="0" name=""/>
        <dsp:cNvSpPr/>
      </dsp:nvSpPr>
      <dsp:spPr>
        <a:xfrm>
          <a:off x="106547" y="536955"/>
          <a:ext cx="248896" cy="248896"/>
        </a:xfrm>
        <a:prstGeom prst="ellipse">
          <a:avLst/>
        </a:prstGeom>
        <a:solidFill>
          <a:schemeClr val="lt1">
            <a:alpha val="90000"/>
            <a:hueOff val="0"/>
            <a:satOff val="0"/>
            <a:lumOff val="0"/>
            <a:alphaOff val="0"/>
          </a:schemeClr>
        </a:solidFill>
        <a:ln w="9525" cap="flat" cmpd="sng" algn="ctr">
          <a:noFill/>
          <a:prstDash val="solid"/>
        </a:ln>
        <a:effectLst/>
      </dsp:spPr>
      <dsp:style>
        <a:lnRef idx="1">
          <a:scrgbClr r="0" g="0" b="0"/>
        </a:lnRef>
        <a:fillRef idx="1">
          <a:scrgbClr r="0" g="0" b="0"/>
        </a:fillRef>
        <a:effectRef idx="0">
          <a:scrgbClr r="0" g="0" b="0"/>
        </a:effectRef>
        <a:fontRef idx="minor"/>
      </dsp:style>
    </dsp:sp>
    <dsp:sp modelId="{1EE82F6B-2518-4B7F-93EC-5FA6AB19E327}">
      <dsp:nvSpPr>
        <dsp:cNvPr id="0" name=""/>
        <dsp:cNvSpPr/>
      </dsp:nvSpPr>
      <dsp:spPr>
        <a:xfrm>
          <a:off x="457264" y="887672"/>
          <a:ext cx="2623375" cy="1287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82550" rIns="82550" bIns="123825" numCol="1" spcCol="1270" anchor="t" anchorCtr="0">
          <a:noAutofit/>
        </a:bodyPr>
        <a:lstStyle/>
        <a:p>
          <a:pPr marL="0" lvl="0" indent="0" algn="l" defTabSz="577850">
            <a:lnSpc>
              <a:spcPct val="90000"/>
            </a:lnSpc>
            <a:spcBef>
              <a:spcPct val="0"/>
            </a:spcBef>
            <a:spcAft>
              <a:spcPct val="35000"/>
            </a:spcAft>
            <a:buNone/>
          </a:pPr>
          <a:r>
            <a:rPr lang="en-US" sz="1300" kern="1200"/>
            <a:t>first track of virtualization</a:t>
          </a:r>
        </a:p>
        <a:p>
          <a:pPr marL="57150" lvl="1" indent="-57150" algn="l" defTabSz="444500">
            <a:lnSpc>
              <a:spcPct val="90000"/>
            </a:lnSpc>
            <a:spcBef>
              <a:spcPct val="0"/>
            </a:spcBef>
            <a:spcAft>
              <a:spcPct val="15000"/>
            </a:spcAft>
            <a:buChar char="•"/>
          </a:pPr>
          <a:r>
            <a:rPr lang="en-US" sz="1000" kern="1200"/>
            <a:t>Time and resource sharing on expensive mainframes</a:t>
          </a:r>
        </a:p>
        <a:p>
          <a:pPr marL="57150" lvl="1" indent="-57150" algn="l" defTabSz="444500">
            <a:lnSpc>
              <a:spcPct val="90000"/>
            </a:lnSpc>
            <a:spcBef>
              <a:spcPct val="0"/>
            </a:spcBef>
            <a:spcAft>
              <a:spcPct val="15000"/>
            </a:spcAft>
            <a:buChar char="•"/>
          </a:pPr>
          <a:r>
            <a:rPr lang="en-US" sz="1000" kern="1200"/>
            <a:t>IBM VM/370</a:t>
          </a:r>
        </a:p>
      </dsp:txBody>
      <dsp:txXfrm>
        <a:off x="457264" y="887672"/>
        <a:ext cx="2623375" cy="1287996"/>
      </dsp:txXfrm>
    </dsp:sp>
    <dsp:sp modelId="{0BDC7F5E-9396-48E2-8D48-21AD447CAF52}">
      <dsp:nvSpPr>
        <dsp:cNvPr id="0" name=""/>
        <dsp:cNvSpPr/>
      </dsp:nvSpPr>
      <dsp:spPr>
        <a:xfrm>
          <a:off x="457264" y="435133"/>
          <a:ext cx="2623375" cy="4525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07950" bIns="0" numCol="1" spcCol="1270" anchor="ctr" anchorCtr="0">
          <a:noAutofit/>
        </a:bodyPr>
        <a:lstStyle/>
        <a:p>
          <a:pPr marL="0" lvl="0" indent="0" algn="l" defTabSz="755650">
            <a:lnSpc>
              <a:spcPct val="90000"/>
            </a:lnSpc>
            <a:spcBef>
              <a:spcPct val="0"/>
            </a:spcBef>
            <a:spcAft>
              <a:spcPct val="35000"/>
            </a:spcAft>
            <a:buNone/>
            <a:defRPr b="1"/>
          </a:pPr>
          <a:r>
            <a:rPr lang="en-US" sz="1700" kern="1200"/>
            <a:t>1960’s</a:t>
          </a:r>
        </a:p>
      </dsp:txBody>
      <dsp:txXfrm>
        <a:off x="457264" y="435133"/>
        <a:ext cx="2623375" cy="452539"/>
      </dsp:txXfrm>
    </dsp:sp>
    <dsp:sp modelId="{12180897-EA21-4A4D-9EF4-00CC5A62004D}">
      <dsp:nvSpPr>
        <dsp:cNvPr id="0" name=""/>
        <dsp:cNvSpPr/>
      </dsp:nvSpPr>
      <dsp:spPr>
        <a:xfrm>
          <a:off x="230995" y="887672"/>
          <a:ext cx="0" cy="1287996"/>
        </a:xfrm>
        <a:prstGeom prst="line">
          <a:avLst/>
        </a:prstGeom>
        <a:noFill/>
        <a:ln w="12700" cap="flat" cmpd="sng" algn="ctr">
          <a:solidFill>
            <a:schemeClr val="accent2">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2978D7B1-6929-498E-ABEB-D0E3E989E35E}">
      <dsp:nvSpPr>
        <dsp:cNvPr id="0" name=""/>
        <dsp:cNvSpPr/>
      </dsp:nvSpPr>
      <dsp:spPr>
        <a:xfrm>
          <a:off x="190266" y="2134940"/>
          <a:ext cx="81457" cy="81457"/>
        </a:xfrm>
        <a:prstGeom prst="ellipse">
          <a:avLst/>
        </a:prstGeom>
        <a:gradFill rotWithShape="0">
          <a:gsLst>
            <a:gs pos="0">
              <a:schemeClr val="accent2">
                <a:tint val="100000"/>
                <a:shade val="100000"/>
                <a:satMod val="130000"/>
              </a:schemeClr>
            </a:gs>
            <a:gs pos="100000">
              <a:schemeClr val="accent2">
                <a:tint val="50000"/>
                <a:shade val="100000"/>
                <a:satMod val="350000"/>
              </a:schemeClr>
            </a:gs>
          </a:gsLst>
          <a:lin ang="16200000" scaled="0"/>
        </a:gradFill>
        <a:ln w="6350" cap="flat" cmpd="sng" algn="ctr">
          <a:solidFill>
            <a:schemeClr val="l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AC0202B8-EE54-4151-A4F6-0EF70512B7D5}">
      <dsp:nvSpPr>
        <dsp:cNvPr id="0" name=""/>
        <dsp:cNvSpPr/>
      </dsp:nvSpPr>
      <dsp:spPr>
        <a:xfrm rot="18900000">
          <a:off x="1643183" y="3529937"/>
          <a:ext cx="319993" cy="319993"/>
        </a:xfrm>
        <a:prstGeom prst="teardrop">
          <a:avLst>
            <a:gd name="adj" fmla="val 115000"/>
          </a:avLst>
        </a:prstGeom>
        <a:gradFill rotWithShape="0">
          <a:gsLst>
            <a:gs pos="0">
              <a:schemeClr val="accent2">
                <a:hueOff val="1560506"/>
                <a:satOff val="-1946"/>
                <a:lumOff val="458"/>
                <a:alphaOff val="0"/>
                <a:tint val="100000"/>
                <a:shade val="100000"/>
                <a:satMod val="130000"/>
              </a:schemeClr>
            </a:gs>
            <a:gs pos="100000">
              <a:schemeClr val="accent2">
                <a:hueOff val="1560506"/>
                <a:satOff val="-1946"/>
                <a:lumOff val="458"/>
                <a:alphaOff val="0"/>
                <a:tint val="50000"/>
                <a:shade val="100000"/>
                <a:satMod val="350000"/>
              </a:schemeClr>
            </a:gs>
          </a:gsLst>
          <a:lin ang="16200000" scaled="0"/>
        </a:gradFill>
        <a:ln w="9525" cap="flat" cmpd="sng" algn="ctr">
          <a:solidFill>
            <a:schemeClr val="accent2">
              <a:hueOff val="1560506"/>
              <a:satOff val="-1946"/>
              <a:lumOff val="458"/>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50F4E4D6-7F16-4357-8B53-DF4E668A95C2}">
      <dsp:nvSpPr>
        <dsp:cNvPr id="0" name=""/>
        <dsp:cNvSpPr/>
      </dsp:nvSpPr>
      <dsp:spPr>
        <a:xfrm>
          <a:off x="1678732" y="3565486"/>
          <a:ext cx="248896" cy="248896"/>
        </a:xfrm>
        <a:prstGeom prst="ellipse">
          <a:avLst/>
        </a:prstGeom>
        <a:solidFill>
          <a:schemeClr val="lt1">
            <a:alpha val="90000"/>
            <a:hueOff val="0"/>
            <a:satOff val="0"/>
            <a:lumOff val="0"/>
            <a:alphaOff val="0"/>
          </a:schemeClr>
        </a:solidFill>
        <a:ln w="9525" cap="flat" cmpd="sng" algn="ctr">
          <a:noFill/>
          <a:prstDash val="solid"/>
        </a:ln>
        <a:effectLst/>
      </dsp:spPr>
      <dsp:style>
        <a:lnRef idx="1">
          <a:scrgbClr r="0" g="0" b="0"/>
        </a:lnRef>
        <a:fillRef idx="1">
          <a:scrgbClr r="0" g="0" b="0"/>
        </a:fillRef>
        <a:effectRef idx="0">
          <a:scrgbClr r="0" g="0" b="0"/>
        </a:effectRef>
        <a:fontRef idx="minor"/>
      </dsp:style>
    </dsp:sp>
    <dsp:sp modelId="{1C9E0FD4-E1E8-47DF-ACD1-8BAF003C920F}">
      <dsp:nvSpPr>
        <dsp:cNvPr id="0" name=""/>
        <dsp:cNvSpPr/>
      </dsp:nvSpPr>
      <dsp:spPr>
        <a:xfrm>
          <a:off x="2029450" y="2175669"/>
          <a:ext cx="2623375" cy="1287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23825" rIns="0" bIns="82550" numCol="1" spcCol="1270" anchor="b" anchorCtr="0">
          <a:noAutofit/>
        </a:bodyPr>
        <a:lstStyle/>
        <a:p>
          <a:pPr marL="0" lvl="0" indent="0" algn="l" defTabSz="577850">
            <a:lnSpc>
              <a:spcPct val="90000"/>
            </a:lnSpc>
            <a:spcBef>
              <a:spcPct val="0"/>
            </a:spcBef>
            <a:spcAft>
              <a:spcPct val="35000"/>
            </a:spcAft>
            <a:buNone/>
          </a:pPr>
          <a:r>
            <a:rPr lang="en-US" sz="1300" kern="1200"/>
            <a:t>became unpopular</a:t>
          </a:r>
        </a:p>
        <a:p>
          <a:pPr marL="57150" lvl="1" indent="-57150" algn="l" defTabSz="444500">
            <a:lnSpc>
              <a:spcPct val="90000"/>
            </a:lnSpc>
            <a:spcBef>
              <a:spcPct val="0"/>
            </a:spcBef>
            <a:spcAft>
              <a:spcPct val="15000"/>
            </a:spcAft>
            <a:buChar char="•"/>
          </a:pPr>
          <a:r>
            <a:rPr lang="en-US" sz="1000" kern="1200"/>
            <a:t>Cheap hardware and multiprocessing OS</a:t>
          </a:r>
        </a:p>
      </dsp:txBody>
      <dsp:txXfrm>
        <a:off x="2029450" y="2175669"/>
        <a:ext cx="2623375" cy="1287996"/>
      </dsp:txXfrm>
    </dsp:sp>
    <dsp:sp modelId="{059B629A-B7B9-4015-93B6-F8DEBD854DE6}">
      <dsp:nvSpPr>
        <dsp:cNvPr id="0" name=""/>
        <dsp:cNvSpPr/>
      </dsp:nvSpPr>
      <dsp:spPr>
        <a:xfrm>
          <a:off x="2029450" y="3463665"/>
          <a:ext cx="2623375" cy="4525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07950" bIns="0" numCol="1" spcCol="1270" anchor="ctr" anchorCtr="0">
          <a:noAutofit/>
        </a:bodyPr>
        <a:lstStyle/>
        <a:p>
          <a:pPr marL="0" lvl="0" indent="0" algn="l" defTabSz="755650">
            <a:lnSpc>
              <a:spcPct val="90000"/>
            </a:lnSpc>
            <a:spcBef>
              <a:spcPct val="0"/>
            </a:spcBef>
            <a:spcAft>
              <a:spcPct val="35000"/>
            </a:spcAft>
            <a:buNone/>
            <a:defRPr b="1"/>
          </a:pPr>
          <a:r>
            <a:rPr lang="en-US" sz="1700" kern="1200"/>
            <a:t>Late 1970s and early 1980s</a:t>
          </a:r>
        </a:p>
      </dsp:txBody>
      <dsp:txXfrm>
        <a:off x="2029450" y="3463665"/>
        <a:ext cx="2623375" cy="452539"/>
      </dsp:txXfrm>
    </dsp:sp>
    <dsp:sp modelId="{30BE676E-3C78-4913-9089-399D52156FAE}">
      <dsp:nvSpPr>
        <dsp:cNvPr id="0" name=""/>
        <dsp:cNvSpPr/>
      </dsp:nvSpPr>
      <dsp:spPr>
        <a:xfrm>
          <a:off x="1803180" y="2175669"/>
          <a:ext cx="0" cy="1287996"/>
        </a:xfrm>
        <a:prstGeom prst="line">
          <a:avLst/>
        </a:prstGeom>
        <a:noFill/>
        <a:ln w="12700" cap="flat" cmpd="sng" algn="ctr">
          <a:solidFill>
            <a:schemeClr val="accent2">
              <a:hueOff val="1560506"/>
              <a:satOff val="-1946"/>
              <a:lumOff val="458"/>
              <a:alphaOff val="0"/>
            </a:schemeClr>
          </a:solidFill>
          <a:prstDash val="dash"/>
        </a:ln>
        <a:effectLst/>
      </dsp:spPr>
      <dsp:style>
        <a:lnRef idx="1">
          <a:scrgbClr r="0" g="0" b="0"/>
        </a:lnRef>
        <a:fillRef idx="0">
          <a:scrgbClr r="0" g="0" b="0"/>
        </a:fillRef>
        <a:effectRef idx="0">
          <a:scrgbClr r="0" g="0" b="0"/>
        </a:effectRef>
        <a:fontRef idx="minor"/>
      </dsp:style>
    </dsp:sp>
    <dsp:sp modelId="{66D4577B-CA83-4DA3-BBA4-84A24904560B}">
      <dsp:nvSpPr>
        <dsp:cNvPr id="0" name=""/>
        <dsp:cNvSpPr/>
      </dsp:nvSpPr>
      <dsp:spPr>
        <a:xfrm>
          <a:off x="1761289" y="2134940"/>
          <a:ext cx="81457" cy="81457"/>
        </a:xfrm>
        <a:prstGeom prst="ellipse">
          <a:avLst/>
        </a:prstGeom>
        <a:gradFill rotWithShape="0">
          <a:gsLst>
            <a:gs pos="0">
              <a:schemeClr val="accent2">
                <a:tint val="100000"/>
                <a:shade val="100000"/>
                <a:satMod val="130000"/>
              </a:schemeClr>
            </a:gs>
            <a:gs pos="100000">
              <a:schemeClr val="accent2">
                <a:tint val="50000"/>
                <a:shade val="100000"/>
                <a:satMod val="350000"/>
              </a:schemeClr>
            </a:gs>
          </a:gsLst>
          <a:lin ang="16200000" scaled="0"/>
        </a:gradFill>
        <a:ln w="6350" cap="flat" cmpd="sng" algn="ctr">
          <a:solidFill>
            <a:schemeClr val="l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ED906D0A-C3F7-450E-94DB-1CD9D207ED76}">
      <dsp:nvSpPr>
        <dsp:cNvPr id="0" name=""/>
        <dsp:cNvSpPr/>
      </dsp:nvSpPr>
      <dsp:spPr>
        <a:xfrm rot="8100000">
          <a:off x="3215368" y="501406"/>
          <a:ext cx="319993" cy="319993"/>
        </a:xfrm>
        <a:prstGeom prst="teardrop">
          <a:avLst>
            <a:gd name="adj" fmla="val 115000"/>
          </a:avLst>
        </a:prstGeom>
        <a:gradFill rotWithShape="0">
          <a:gsLst>
            <a:gs pos="0">
              <a:schemeClr val="accent2">
                <a:hueOff val="3121013"/>
                <a:satOff val="-3893"/>
                <a:lumOff val="915"/>
                <a:alphaOff val="0"/>
                <a:tint val="100000"/>
                <a:shade val="100000"/>
                <a:satMod val="130000"/>
              </a:schemeClr>
            </a:gs>
            <a:gs pos="100000">
              <a:schemeClr val="accent2">
                <a:hueOff val="3121013"/>
                <a:satOff val="-3893"/>
                <a:lumOff val="915"/>
                <a:alphaOff val="0"/>
                <a:tint val="50000"/>
                <a:shade val="100000"/>
                <a:satMod val="350000"/>
              </a:schemeClr>
            </a:gs>
          </a:gsLst>
          <a:lin ang="16200000" scaled="0"/>
        </a:gradFill>
        <a:ln w="9525" cap="flat" cmpd="sng" algn="ctr">
          <a:solidFill>
            <a:schemeClr val="accent2">
              <a:hueOff val="3121013"/>
              <a:satOff val="-3893"/>
              <a:lumOff val="915"/>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41194F04-3032-4FCB-A9E5-C53EC69D1FF7}">
      <dsp:nvSpPr>
        <dsp:cNvPr id="0" name=""/>
        <dsp:cNvSpPr/>
      </dsp:nvSpPr>
      <dsp:spPr>
        <a:xfrm>
          <a:off x="3250917" y="536955"/>
          <a:ext cx="248896" cy="248896"/>
        </a:xfrm>
        <a:prstGeom prst="ellipse">
          <a:avLst/>
        </a:prstGeom>
        <a:solidFill>
          <a:schemeClr val="lt1">
            <a:alpha val="90000"/>
            <a:hueOff val="0"/>
            <a:satOff val="0"/>
            <a:lumOff val="0"/>
            <a:alphaOff val="0"/>
          </a:schemeClr>
        </a:solidFill>
        <a:ln w="9525" cap="flat" cmpd="sng" algn="ctr">
          <a:noFill/>
          <a:prstDash val="solid"/>
        </a:ln>
        <a:effectLst/>
      </dsp:spPr>
      <dsp:style>
        <a:lnRef idx="1">
          <a:scrgbClr r="0" g="0" b="0"/>
        </a:lnRef>
        <a:fillRef idx="1">
          <a:scrgbClr r="0" g="0" b="0"/>
        </a:fillRef>
        <a:effectRef idx="0">
          <a:scrgbClr r="0" g="0" b="0"/>
        </a:effectRef>
        <a:fontRef idx="minor"/>
      </dsp:style>
    </dsp:sp>
    <dsp:sp modelId="{138A9B27-50A5-426B-8650-C32EF0A2F8D3}">
      <dsp:nvSpPr>
        <dsp:cNvPr id="0" name=""/>
        <dsp:cNvSpPr/>
      </dsp:nvSpPr>
      <dsp:spPr>
        <a:xfrm>
          <a:off x="3601635" y="887672"/>
          <a:ext cx="2623375" cy="1287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82550" rIns="82550" bIns="123825" numCol="1" spcCol="1270" anchor="t" anchorCtr="0">
          <a:noAutofit/>
        </a:bodyPr>
        <a:lstStyle/>
        <a:p>
          <a:pPr marL="0" lvl="0" indent="0" algn="l" defTabSz="577850">
            <a:lnSpc>
              <a:spcPct val="90000"/>
            </a:lnSpc>
            <a:spcBef>
              <a:spcPct val="0"/>
            </a:spcBef>
            <a:spcAft>
              <a:spcPct val="35000"/>
            </a:spcAft>
            <a:buNone/>
          </a:pPr>
          <a:r>
            <a:rPr lang="en-US" sz="1300" kern="1200"/>
            <a:t>became popular again</a:t>
          </a:r>
        </a:p>
        <a:p>
          <a:pPr marL="57150" lvl="1" indent="-57150" algn="l" defTabSz="444500">
            <a:lnSpc>
              <a:spcPct val="90000"/>
            </a:lnSpc>
            <a:spcBef>
              <a:spcPct val="0"/>
            </a:spcBef>
            <a:spcAft>
              <a:spcPct val="15000"/>
            </a:spcAft>
            <a:buChar char="•"/>
          </a:pPr>
          <a:r>
            <a:rPr lang="en-US" sz="1000" kern="1200"/>
            <a:t>Wide variety of OS and hardware configurations</a:t>
          </a:r>
        </a:p>
        <a:p>
          <a:pPr marL="57150" lvl="1" indent="-57150" algn="l" defTabSz="444500">
            <a:lnSpc>
              <a:spcPct val="90000"/>
            </a:lnSpc>
            <a:spcBef>
              <a:spcPct val="0"/>
            </a:spcBef>
            <a:spcAft>
              <a:spcPct val="15000"/>
            </a:spcAft>
            <a:buChar char="•"/>
          </a:pPr>
          <a:r>
            <a:rPr lang="en-US" sz="1000" kern="1200"/>
            <a:t>VMWare</a:t>
          </a:r>
        </a:p>
      </dsp:txBody>
      <dsp:txXfrm>
        <a:off x="3601635" y="887672"/>
        <a:ext cx="2623375" cy="1287996"/>
      </dsp:txXfrm>
    </dsp:sp>
    <dsp:sp modelId="{306C372D-14CE-460B-83F8-3725EE3EBD6E}">
      <dsp:nvSpPr>
        <dsp:cNvPr id="0" name=""/>
        <dsp:cNvSpPr/>
      </dsp:nvSpPr>
      <dsp:spPr>
        <a:xfrm>
          <a:off x="3601635" y="435133"/>
          <a:ext cx="2623375" cy="4525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07950" bIns="0" numCol="1" spcCol="1270" anchor="ctr" anchorCtr="0">
          <a:noAutofit/>
        </a:bodyPr>
        <a:lstStyle/>
        <a:p>
          <a:pPr marL="0" lvl="0" indent="0" algn="l" defTabSz="755650">
            <a:lnSpc>
              <a:spcPct val="90000"/>
            </a:lnSpc>
            <a:spcBef>
              <a:spcPct val="0"/>
            </a:spcBef>
            <a:spcAft>
              <a:spcPct val="35000"/>
            </a:spcAft>
            <a:buNone/>
            <a:defRPr b="1"/>
          </a:pPr>
          <a:r>
            <a:rPr lang="en-US" sz="1700" kern="1200"/>
            <a:t>Late 1990s</a:t>
          </a:r>
        </a:p>
      </dsp:txBody>
      <dsp:txXfrm>
        <a:off x="3601635" y="435133"/>
        <a:ext cx="2623375" cy="452539"/>
      </dsp:txXfrm>
    </dsp:sp>
    <dsp:sp modelId="{42EAF2B6-AFDD-499F-969C-830BBB8EC524}">
      <dsp:nvSpPr>
        <dsp:cNvPr id="0" name=""/>
        <dsp:cNvSpPr/>
      </dsp:nvSpPr>
      <dsp:spPr>
        <a:xfrm>
          <a:off x="3375365" y="887672"/>
          <a:ext cx="0" cy="1287996"/>
        </a:xfrm>
        <a:prstGeom prst="line">
          <a:avLst/>
        </a:prstGeom>
        <a:noFill/>
        <a:ln w="12700" cap="flat" cmpd="sng" algn="ctr">
          <a:solidFill>
            <a:schemeClr val="accent2">
              <a:hueOff val="3121013"/>
              <a:satOff val="-3893"/>
              <a:lumOff val="915"/>
              <a:alphaOff val="0"/>
            </a:schemeClr>
          </a:solidFill>
          <a:prstDash val="dash"/>
        </a:ln>
        <a:effectLst/>
      </dsp:spPr>
      <dsp:style>
        <a:lnRef idx="1">
          <a:scrgbClr r="0" g="0" b="0"/>
        </a:lnRef>
        <a:fillRef idx="0">
          <a:scrgbClr r="0" g="0" b="0"/>
        </a:fillRef>
        <a:effectRef idx="0">
          <a:scrgbClr r="0" g="0" b="0"/>
        </a:effectRef>
        <a:fontRef idx="minor"/>
      </dsp:style>
    </dsp:sp>
    <dsp:sp modelId="{EBDE23F7-3A0B-44D1-B650-E75B9132AC45}">
      <dsp:nvSpPr>
        <dsp:cNvPr id="0" name=""/>
        <dsp:cNvSpPr/>
      </dsp:nvSpPr>
      <dsp:spPr>
        <a:xfrm>
          <a:off x="3333474" y="2134940"/>
          <a:ext cx="81457" cy="81457"/>
        </a:xfrm>
        <a:prstGeom prst="ellipse">
          <a:avLst/>
        </a:prstGeom>
        <a:gradFill rotWithShape="0">
          <a:gsLst>
            <a:gs pos="0">
              <a:schemeClr val="accent2">
                <a:tint val="100000"/>
                <a:shade val="100000"/>
                <a:satMod val="130000"/>
              </a:schemeClr>
            </a:gs>
            <a:gs pos="100000">
              <a:schemeClr val="accent2">
                <a:tint val="50000"/>
                <a:shade val="100000"/>
                <a:satMod val="350000"/>
              </a:schemeClr>
            </a:gs>
          </a:gsLst>
          <a:lin ang="16200000" scaled="0"/>
        </a:gradFill>
        <a:ln w="6350" cap="flat" cmpd="sng" algn="ctr">
          <a:solidFill>
            <a:schemeClr val="l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106E4B21-8853-4B96-A623-648B526BBB27}">
      <dsp:nvSpPr>
        <dsp:cNvPr id="0" name=""/>
        <dsp:cNvSpPr/>
      </dsp:nvSpPr>
      <dsp:spPr>
        <a:xfrm rot="18900000">
          <a:off x="4787554" y="3529937"/>
          <a:ext cx="319993" cy="319993"/>
        </a:xfrm>
        <a:prstGeom prst="teardrop">
          <a:avLst>
            <a:gd name="adj" fmla="val 115000"/>
          </a:avLst>
        </a:prstGeom>
        <a:gradFill rotWithShape="0">
          <a:gsLst>
            <a:gs pos="0">
              <a:schemeClr val="accent2">
                <a:hueOff val="4681519"/>
                <a:satOff val="-5839"/>
                <a:lumOff val="1373"/>
                <a:alphaOff val="0"/>
                <a:tint val="100000"/>
                <a:shade val="100000"/>
                <a:satMod val="130000"/>
              </a:schemeClr>
            </a:gs>
            <a:gs pos="100000">
              <a:schemeClr val="accent2">
                <a:hueOff val="4681519"/>
                <a:satOff val="-5839"/>
                <a:lumOff val="1373"/>
                <a:alphaOff val="0"/>
                <a:tint val="50000"/>
                <a:shade val="100000"/>
                <a:satMod val="350000"/>
              </a:schemeClr>
            </a:gs>
          </a:gsLst>
          <a:lin ang="16200000" scaled="0"/>
        </a:gradFill>
        <a:ln w="9525" cap="flat" cmpd="sng" algn="ctr">
          <a:solidFill>
            <a:schemeClr val="accent2">
              <a:hueOff val="4681519"/>
              <a:satOff val="-5839"/>
              <a:lumOff val="1373"/>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1F2BD3D9-AF56-474E-B9EA-EA03E98F32C3}">
      <dsp:nvSpPr>
        <dsp:cNvPr id="0" name=""/>
        <dsp:cNvSpPr/>
      </dsp:nvSpPr>
      <dsp:spPr>
        <a:xfrm>
          <a:off x="4823102" y="3565486"/>
          <a:ext cx="248896" cy="248896"/>
        </a:xfrm>
        <a:prstGeom prst="ellipse">
          <a:avLst/>
        </a:prstGeom>
        <a:solidFill>
          <a:schemeClr val="lt1">
            <a:alpha val="90000"/>
            <a:hueOff val="0"/>
            <a:satOff val="0"/>
            <a:lumOff val="0"/>
            <a:alphaOff val="0"/>
          </a:schemeClr>
        </a:solidFill>
        <a:ln w="9525" cap="flat" cmpd="sng" algn="ctr">
          <a:noFill/>
          <a:prstDash val="solid"/>
        </a:ln>
        <a:effectLst/>
      </dsp:spPr>
      <dsp:style>
        <a:lnRef idx="1">
          <a:scrgbClr r="0" g="0" b="0"/>
        </a:lnRef>
        <a:fillRef idx="1">
          <a:scrgbClr r="0" g="0" b="0"/>
        </a:fillRef>
        <a:effectRef idx="0">
          <a:scrgbClr r="0" g="0" b="0"/>
        </a:effectRef>
        <a:fontRef idx="minor"/>
      </dsp:style>
    </dsp:sp>
    <dsp:sp modelId="{A68B8268-0D01-4C06-A9CB-946E93A6CBB2}">
      <dsp:nvSpPr>
        <dsp:cNvPr id="0" name=""/>
        <dsp:cNvSpPr/>
      </dsp:nvSpPr>
      <dsp:spPr>
        <a:xfrm>
          <a:off x="5173820" y="2175669"/>
          <a:ext cx="2623375" cy="1287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23825" rIns="0" bIns="82550" numCol="1" spcCol="1270" anchor="b" anchorCtr="0">
          <a:noAutofit/>
        </a:bodyPr>
        <a:lstStyle/>
        <a:p>
          <a:pPr marL="0" lvl="0" indent="0" algn="l" defTabSz="577850">
            <a:lnSpc>
              <a:spcPct val="90000"/>
            </a:lnSpc>
            <a:spcBef>
              <a:spcPct val="0"/>
            </a:spcBef>
            <a:spcAft>
              <a:spcPct val="35000"/>
            </a:spcAft>
            <a:buNone/>
          </a:pPr>
          <a:r>
            <a:rPr lang="en-US" sz="1300" kern="1200"/>
            <a:t>Since 2000: hot and important</a:t>
          </a:r>
        </a:p>
        <a:p>
          <a:pPr marL="57150" lvl="1" indent="-57150" algn="l" defTabSz="444500">
            <a:lnSpc>
              <a:spcPct val="90000"/>
            </a:lnSpc>
            <a:spcBef>
              <a:spcPct val="0"/>
            </a:spcBef>
            <a:spcAft>
              <a:spcPct val="15000"/>
            </a:spcAft>
            <a:buChar char="•"/>
          </a:pPr>
          <a:r>
            <a:rPr lang="en-US" sz="1000" kern="1200"/>
            <a:t>Cloud computing</a:t>
          </a:r>
        </a:p>
        <a:p>
          <a:pPr marL="57150" lvl="1" indent="-57150" algn="l" defTabSz="444500">
            <a:lnSpc>
              <a:spcPct val="90000"/>
            </a:lnSpc>
            <a:spcBef>
              <a:spcPct val="0"/>
            </a:spcBef>
            <a:spcAft>
              <a:spcPct val="15000"/>
            </a:spcAft>
            <a:buChar char="•"/>
          </a:pPr>
          <a:r>
            <a:rPr lang="en-US" sz="1000" kern="1200"/>
            <a:t>Docker containers</a:t>
          </a:r>
        </a:p>
      </dsp:txBody>
      <dsp:txXfrm>
        <a:off x="5173820" y="2175669"/>
        <a:ext cx="2623375" cy="1287996"/>
      </dsp:txXfrm>
    </dsp:sp>
    <dsp:sp modelId="{F88A638B-2E96-4F68-8AA9-DCD9C461B56C}">
      <dsp:nvSpPr>
        <dsp:cNvPr id="0" name=""/>
        <dsp:cNvSpPr/>
      </dsp:nvSpPr>
      <dsp:spPr>
        <a:xfrm>
          <a:off x="5173820" y="3463665"/>
          <a:ext cx="2623375" cy="4525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07950" bIns="0" numCol="1" spcCol="1270" anchor="ctr" anchorCtr="0">
          <a:noAutofit/>
        </a:bodyPr>
        <a:lstStyle/>
        <a:p>
          <a:pPr marL="0" lvl="0" indent="0" algn="l" defTabSz="755650">
            <a:lnSpc>
              <a:spcPct val="90000"/>
            </a:lnSpc>
            <a:spcBef>
              <a:spcPct val="0"/>
            </a:spcBef>
            <a:spcAft>
              <a:spcPct val="35000"/>
            </a:spcAft>
            <a:buNone/>
            <a:defRPr b="1"/>
          </a:pPr>
          <a:r>
            <a:rPr lang="en-US" sz="1700" kern="1200"/>
            <a:t>2000</a:t>
          </a:r>
        </a:p>
      </dsp:txBody>
      <dsp:txXfrm>
        <a:off x="5173820" y="3463665"/>
        <a:ext cx="2623375" cy="452539"/>
      </dsp:txXfrm>
    </dsp:sp>
    <dsp:sp modelId="{6CE1DF2B-C9ED-49BD-8865-286D45EB6D2F}">
      <dsp:nvSpPr>
        <dsp:cNvPr id="0" name=""/>
        <dsp:cNvSpPr/>
      </dsp:nvSpPr>
      <dsp:spPr>
        <a:xfrm>
          <a:off x="4947550" y="2175669"/>
          <a:ext cx="0" cy="1287996"/>
        </a:xfrm>
        <a:prstGeom prst="line">
          <a:avLst/>
        </a:prstGeom>
        <a:noFill/>
        <a:ln w="12700" cap="flat" cmpd="sng" algn="ctr">
          <a:solidFill>
            <a:schemeClr val="accent2">
              <a:hueOff val="4681519"/>
              <a:satOff val="-5839"/>
              <a:lumOff val="1373"/>
              <a:alphaOff val="0"/>
            </a:schemeClr>
          </a:solidFill>
          <a:prstDash val="dash"/>
        </a:ln>
        <a:effectLst/>
      </dsp:spPr>
      <dsp:style>
        <a:lnRef idx="1">
          <a:scrgbClr r="0" g="0" b="0"/>
        </a:lnRef>
        <a:fillRef idx="0">
          <a:scrgbClr r="0" g="0" b="0"/>
        </a:fillRef>
        <a:effectRef idx="0">
          <a:scrgbClr r="0" g="0" b="0"/>
        </a:effectRef>
        <a:fontRef idx="minor"/>
      </dsp:style>
    </dsp:sp>
    <dsp:sp modelId="{7C332D10-6F80-4E5F-81FF-7326DC5FF70E}">
      <dsp:nvSpPr>
        <dsp:cNvPr id="0" name=""/>
        <dsp:cNvSpPr/>
      </dsp:nvSpPr>
      <dsp:spPr>
        <a:xfrm>
          <a:off x="4905659" y="2134940"/>
          <a:ext cx="81457" cy="81457"/>
        </a:xfrm>
        <a:prstGeom prst="ellipse">
          <a:avLst/>
        </a:prstGeom>
        <a:gradFill rotWithShape="0">
          <a:gsLst>
            <a:gs pos="0">
              <a:schemeClr val="accent2">
                <a:tint val="100000"/>
                <a:shade val="100000"/>
                <a:satMod val="130000"/>
              </a:schemeClr>
            </a:gs>
            <a:gs pos="100000">
              <a:schemeClr val="accent2">
                <a:tint val="50000"/>
                <a:shade val="100000"/>
                <a:satMod val="350000"/>
              </a:schemeClr>
            </a:gs>
          </a:gsLst>
          <a:lin ang="16200000" scaled="0"/>
        </a:gradFill>
        <a:ln w="6350" cap="flat" cmpd="sng" algn="ctr">
          <a:solidFill>
            <a:schemeClr val="l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6B76AB-EA93-409D-BD66-5F7B058387BF}">
      <dsp:nvSpPr>
        <dsp:cNvPr id="0" name=""/>
        <dsp:cNvSpPr/>
      </dsp:nvSpPr>
      <dsp:spPr>
        <a:xfrm>
          <a:off x="0" y="3535"/>
          <a:ext cx="8229600" cy="75314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EBD3990-4292-4CA0-8B3D-A4508D446399}">
      <dsp:nvSpPr>
        <dsp:cNvPr id="0" name=""/>
        <dsp:cNvSpPr/>
      </dsp:nvSpPr>
      <dsp:spPr>
        <a:xfrm>
          <a:off x="227827" y="172994"/>
          <a:ext cx="414231" cy="41423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A3BF36F-39B0-47C5-BBC2-C23C2448368A}">
      <dsp:nvSpPr>
        <dsp:cNvPr id="0" name=""/>
        <dsp:cNvSpPr/>
      </dsp:nvSpPr>
      <dsp:spPr>
        <a:xfrm>
          <a:off x="869886" y="3535"/>
          <a:ext cx="3703320" cy="753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708" tIns="79708" rIns="79708" bIns="79708" numCol="1" spcCol="1270" anchor="ctr" anchorCtr="0">
          <a:noAutofit/>
        </a:bodyPr>
        <a:lstStyle/>
        <a:p>
          <a:pPr marL="0" lvl="0" indent="0" algn="l" defTabSz="844550">
            <a:lnSpc>
              <a:spcPct val="100000"/>
            </a:lnSpc>
            <a:spcBef>
              <a:spcPct val="0"/>
            </a:spcBef>
            <a:spcAft>
              <a:spcPct val="35000"/>
            </a:spcAft>
            <a:buNone/>
          </a:pPr>
          <a:r>
            <a:rPr lang="en-US" sz="1900" kern="1200"/>
            <a:t>Cost saving</a:t>
          </a:r>
        </a:p>
      </dsp:txBody>
      <dsp:txXfrm>
        <a:off x="869886" y="3535"/>
        <a:ext cx="3703320" cy="753148"/>
      </dsp:txXfrm>
    </dsp:sp>
    <dsp:sp modelId="{B5015293-5CA8-406A-B98F-1C9213814E0E}">
      <dsp:nvSpPr>
        <dsp:cNvPr id="0" name=""/>
        <dsp:cNvSpPr/>
      </dsp:nvSpPr>
      <dsp:spPr>
        <a:xfrm>
          <a:off x="4573206" y="3535"/>
          <a:ext cx="3656393" cy="753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708" tIns="79708" rIns="79708" bIns="79708" numCol="1" spcCol="1270" anchor="ctr" anchorCtr="0">
          <a:noAutofit/>
        </a:bodyPr>
        <a:lstStyle/>
        <a:p>
          <a:pPr marL="0" lvl="0" indent="0" algn="l" defTabSz="755650">
            <a:lnSpc>
              <a:spcPct val="100000"/>
            </a:lnSpc>
            <a:spcBef>
              <a:spcPct val="0"/>
            </a:spcBef>
            <a:spcAft>
              <a:spcPct val="35000"/>
            </a:spcAft>
            <a:buNone/>
          </a:pPr>
          <a:r>
            <a:rPr lang="en-US" sz="1700" kern="1200"/>
            <a:t>Sharing of resources helps cost reduction</a:t>
          </a:r>
        </a:p>
      </dsp:txBody>
      <dsp:txXfrm>
        <a:off x="4573206" y="3535"/>
        <a:ext cx="3656393" cy="753148"/>
      </dsp:txXfrm>
    </dsp:sp>
    <dsp:sp modelId="{77750FDF-F7F5-47CB-BA6D-E6CE6A0863AF}">
      <dsp:nvSpPr>
        <dsp:cNvPr id="0" name=""/>
        <dsp:cNvSpPr/>
      </dsp:nvSpPr>
      <dsp:spPr>
        <a:xfrm>
          <a:off x="0" y="944971"/>
          <a:ext cx="8229600" cy="75314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B8B452-7F1F-45F2-89B0-DBB4FBFE5BD4}">
      <dsp:nvSpPr>
        <dsp:cNvPr id="0" name=""/>
        <dsp:cNvSpPr/>
      </dsp:nvSpPr>
      <dsp:spPr>
        <a:xfrm>
          <a:off x="227827" y="1114429"/>
          <a:ext cx="414231" cy="41423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66BF9A5-064D-4FFA-BA70-8BCF01FEFFA9}">
      <dsp:nvSpPr>
        <dsp:cNvPr id="0" name=""/>
        <dsp:cNvSpPr/>
      </dsp:nvSpPr>
      <dsp:spPr>
        <a:xfrm>
          <a:off x="869886" y="944971"/>
          <a:ext cx="3703320" cy="753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708" tIns="79708" rIns="79708" bIns="79708" numCol="1" spcCol="1270" anchor="ctr" anchorCtr="0">
          <a:noAutofit/>
        </a:bodyPr>
        <a:lstStyle/>
        <a:p>
          <a:pPr marL="0" lvl="0" indent="0" algn="l" defTabSz="844550">
            <a:lnSpc>
              <a:spcPct val="100000"/>
            </a:lnSpc>
            <a:spcBef>
              <a:spcPct val="0"/>
            </a:spcBef>
            <a:spcAft>
              <a:spcPct val="35000"/>
            </a:spcAft>
            <a:buNone/>
          </a:pPr>
          <a:r>
            <a:rPr lang="en-US" sz="1900" kern="1200"/>
            <a:t>Isolation</a:t>
          </a:r>
        </a:p>
      </dsp:txBody>
      <dsp:txXfrm>
        <a:off x="869886" y="944971"/>
        <a:ext cx="3703320" cy="753148"/>
      </dsp:txXfrm>
    </dsp:sp>
    <dsp:sp modelId="{5EC6CCD6-EAFE-4FC3-B02E-CA517F6578C5}">
      <dsp:nvSpPr>
        <dsp:cNvPr id="0" name=""/>
        <dsp:cNvSpPr/>
      </dsp:nvSpPr>
      <dsp:spPr>
        <a:xfrm>
          <a:off x="4573206" y="944971"/>
          <a:ext cx="3656393" cy="753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708" tIns="79708" rIns="79708" bIns="79708" numCol="1" spcCol="1270" anchor="ctr" anchorCtr="0">
          <a:noAutofit/>
        </a:bodyPr>
        <a:lstStyle/>
        <a:p>
          <a:pPr marL="0" lvl="0" indent="0" algn="l" defTabSz="755650">
            <a:lnSpc>
              <a:spcPct val="100000"/>
            </a:lnSpc>
            <a:spcBef>
              <a:spcPct val="0"/>
            </a:spcBef>
            <a:spcAft>
              <a:spcPct val="35000"/>
            </a:spcAft>
            <a:buNone/>
          </a:pPr>
          <a:r>
            <a:rPr lang="en-US" sz="1700" kern="1200"/>
            <a:t>Virtual machines are isolated from each other as if they are physically separated</a:t>
          </a:r>
        </a:p>
      </dsp:txBody>
      <dsp:txXfrm>
        <a:off x="4573206" y="944971"/>
        <a:ext cx="3656393" cy="753148"/>
      </dsp:txXfrm>
    </dsp:sp>
    <dsp:sp modelId="{1DF3D726-714D-4631-A0F6-5F84C0E5F60E}">
      <dsp:nvSpPr>
        <dsp:cNvPr id="0" name=""/>
        <dsp:cNvSpPr/>
      </dsp:nvSpPr>
      <dsp:spPr>
        <a:xfrm>
          <a:off x="0" y="1886407"/>
          <a:ext cx="8229600" cy="75314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EE33EE-6E94-46CE-AB7A-B51F07852D3C}">
      <dsp:nvSpPr>
        <dsp:cNvPr id="0" name=""/>
        <dsp:cNvSpPr/>
      </dsp:nvSpPr>
      <dsp:spPr>
        <a:xfrm>
          <a:off x="227827" y="2055865"/>
          <a:ext cx="414231" cy="41423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F5D4726-8A0B-4AFD-89D2-4C329B66BF3F}">
      <dsp:nvSpPr>
        <dsp:cNvPr id="0" name=""/>
        <dsp:cNvSpPr/>
      </dsp:nvSpPr>
      <dsp:spPr>
        <a:xfrm>
          <a:off x="869886" y="1886407"/>
          <a:ext cx="3703320" cy="753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708" tIns="79708" rIns="79708" bIns="79708" numCol="1" spcCol="1270" anchor="ctr" anchorCtr="0">
          <a:noAutofit/>
        </a:bodyPr>
        <a:lstStyle/>
        <a:p>
          <a:pPr marL="0" lvl="0" indent="0" algn="l" defTabSz="844550">
            <a:lnSpc>
              <a:spcPct val="100000"/>
            </a:lnSpc>
            <a:spcBef>
              <a:spcPct val="0"/>
            </a:spcBef>
            <a:spcAft>
              <a:spcPct val="35000"/>
            </a:spcAft>
            <a:buNone/>
          </a:pPr>
          <a:r>
            <a:rPr lang="en-US" sz="1900" kern="1200"/>
            <a:t>Encapsulation</a:t>
          </a:r>
        </a:p>
      </dsp:txBody>
      <dsp:txXfrm>
        <a:off x="869886" y="1886407"/>
        <a:ext cx="3703320" cy="753148"/>
      </dsp:txXfrm>
    </dsp:sp>
    <dsp:sp modelId="{9E7D70C1-7957-47C3-AF68-B70355A539CA}">
      <dsp:nvSpPr>
        <dsp:cNvPr id="0" name=""/>
        <dsp:cNvSpPr/>
      </dsp:nvSpPr>
      <dsp:spPr>
        <a:xfrm>
          <a:off x="4573206" y="1886407"/>
          <a:ext cx="3656393" cy="753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708" tIns="79708" rIns="79708" bIns="79708" numCol="1" spcCol="1270" anchor="ctr" anchorCtr="0">
          <a:noAutofit/>
        </a:bodyPr>
        <a:lstStyle/>
        <a:p>
          <a:pPr marL="0" lvl="0" indent="0" algn="l" defTabSz="755650">
            <a:lnSpc>
              <a:spcPct val="100000"/>
            </a:lnSpc>
            <a:spcBef>
              <a:spcPct val="0"/>
            </a:spcBef>
            <a:spcAft>
              <a:spcPct val="35000"/>
            </a:spcAft>
            <a:buNone/>
          </a:pPr>
          <a:r>
            <a:rPr lang="en-US" sz="1700" kern="1200"/>
            <a:t>Virtual machines encapsulate a complete computing environment</a:t>
          </a:r>
        </a:p>
      </dsp:txBody>
      <dsp:txXfrm>
        <a:off x="4573206" y="1886407"/>
        <a:ext cx="3656393" cy="753148"/>
      </dsp:txXfrm>
    </dsp:sp>
    <dsp:sp modelId="{42407DD6-983D-45E5-AC61-9BEE62D40330}">
      <dsp:nvSpPr>
        <dsp:cNvPr id="0" name=""/>
        <dsp:cNvSpPr/>
      </dsp:nvSpPr>
      <dsp:spPr>
        <a:xfrm>
          <a:off x="0" y="2827842"/>
          <a:ext cx="8229600" cy="75314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E27A1E-8BA5-4748-BDB9-C46C3B1D4737}">
      <dsp:nvSpPr>
        <dsp:cNvPr id="0" name=""/>
        <dsp:cNvSpPr/>
      </dsp:nvSpPr>
      <dsp:spPr>
        <a:xfrm>
          <a:off x="227827" y="2997301"/>
          <a:ext cx="414231" cy="41423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CBB9839-60B5-4A20-806D-0D9761F9A28D}">
      <dsp:nvSpPr>
        <dsp:cNvPr id="0" name=""/>
        <dsp:cNvSpPr/>
      </dsp:nvSpPr>
      <dsp:spPr>
        <a:xfrm>
          <a:off x="869886" y="2827842"/>
          <a:ext cx="3703320" cy="753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708" tIns="79708" rIns="79708" bIns="79708" numCol="1" spcCol="1270" anchor="ctr" anchorCtr="0">
          <a:noAutofit/>
        </a:bodyPr>
        <a:lstStyle/>
        <a:p>
          <a:pPr marL="0" lvl="0" indent="0" algn="l" defTabSz="844550">
            <a:lnSpc>
              <a:spcPct val="100000"/>
            </a:lnSpc>
            <a:spcBef>
              <a:spcPct val="0"/>
            </a:spcBef>
            <a:spcAft>
              <a:spcPct val="35000"/>
            </a:spcAft>
            <a:buNone/>
          </a:pPr>
          <a:r>
            <a:rPr lang="en-US" sz="1900" kern="1200"/>
            <a:t>Hardware Independence</a:t>
          </a:r>
        </a:p>
      </dsp:txBody>
      <dsp:txXfrm>
        <a:off x="869886" y="2827842"/>
        <a:ext cx="3703320" cy="753148"/>
      </dsp:txXfrm>
    </dsp:sp>
    <dsp:sp modelId="{FA81C102-A202-4ABE-A5BF-D293BEEC2906}">
      <dsp:nvSpPr>
        <dsp:cNvPr id="0" name=""/>
        <dsp:cNvSpPr/>
      </dsp:nvSpPr>
      <dsp:spPr>
        <a:xfrm>
          <a:off x="4573206" y="2827842"/>
          <a:ext cx="3656393" cy="753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708" tIns="79708" rIns="79708" bIns="79708" numCol="1" spcCol="1270" anchor="ctr" anchorCtr="0">
          <a:noAutofit/>
        </a:bodyPr>
        <a:lstStyle/>
        <a:p>
          <a:pPr marL="0" lvl="0" indent="0" algn="l" defTabSz="755650">
            <a:lnSpc>
              <a:spcPct val="100000"/>
            </a:lnSpc>
            <a:spcBef>
              <a:spcPct val="0"/>
            </a:spcBef>
            <a:spcAft>
              <a:spcPct val="35000"/>
            </a:spcAft>
            <a:buNone/>
          </a:pPr>
          <a:r>
            <a:rPr lang="en-US" sz="1700" kern="1200"/>
            <a:t>Virtual machines run independently of underlying hardware</a:t>
          </a:r>
        </a:p>
      </dsp:txBody>
      <dsp:txXfrm>
        <a:off x="4573206" y="2827842"/>
        <a:ext cx="3656393" cy="753148"/>
      </dsp:txXfrm>
    </dsp:sp>
    <dsp:sp modelId="{7186A59C-CB6C-40BB-BDA7-B36945C157E0}">
      <dsp:nvSpPr>
        <dsp:cNvPr id="0" name=""/>
        <dsp:cNvSpPr/>
      </dsp:nvSpPr>
      <dsp:spPr>
        <a:xfrm>
          <a:off x="0" y="3769278"/>
          <a:ext cx="8229600" cy="75314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72B6DF-94A8-43DA-B94F-E074955291E3}">
      <dsp:nvSpPr>
        <dsp:cNvPr id="0" name=""/>
        <dsp:cNvSpPr/>
      </dsp:nvSpPr>
      <dsp:spPr>
        <a:xfrm>
          <a:off x="227827" y="3938736"/>
          <a:ext cx="414231" cy="41423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224A146-D9CC-457A-86C6-602C8CDA8BB8}">
      <dsp:nvSpPr>
        <dsp:cNvPr id="0" name=""/>
        <dsp:cNvSpPr/>
      </dsp:nvSpPr>
      <dsp:spPr>
        <a:xfrm>
          <a:off x="869886" y="3769278"/>
          <a:ext cx="3703320" cy="753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708" tIns="79708" rIns="79708" bIns="79708" numCol="1" spcCol="1270" anchor="ctr" anchorCtr="0">
          <a:noAutofit/>
        </a:bodyPr>
        <a:lstStyle/>
        <a:p>
          <a:pPr marL="0" lvl="0" indent="0" algn="l" defTabSz="844550">
            <a:lnSpc>
              <a:spcPct val="100000"/>
            </a:lnSpc>
            <a:spcBef>
              <a:spcPct val="0"/>
            </a:spcBef>
            <a:spcAft>
              <a:spcPct val="35000"/>
            </a:spcAft>
            <a:buNone/>
          </a:pPr>
          <a:r>
            <a:rPr lang="en-US" sz="1900" kern="1200"/>
            <a:t>Portability</a:t>
          </a:r>
        </a:p>
      </dsp:txBody>
      <dsp:txXfrm>
        <a:off x="869886" y="3769278"/>
        <a:ext cx="3703320" cy="753148"/>
      </dsp:txXfrm>
    </dsp:sp>
    <dsp:sp modelId="{525B252F-4984-434B-9036-4EB30CCA7F70}">
      <dsp:nvSpPr>
        <dsp:cNvPr id="0" name=""/>
        <dsp:cNvSpPr/>
      </dsp:nvSpPr>
      <dsp:spPr>
        <a:xfrm>
          <a:off x="4573206" y="3769278"/>
          <a:ext cx="3656393" cy="753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708" tIns="79708" rIns="79708" bIns="79708" numCol="1" spcCol="1270" anchor="ctr" anchorCtr="0">
          <a:noAutofit/>
        </a:bodyPr>
        <a:lstStyle/>
        <a:p>
          <a:pPr marL="0" lvl="0" indent="0" algn="l" defTabSz="755650">
            <a:lnSpc>
              <a:spcPct val="100000"/>
            </a:lnSpc>
            <a:spcBef>
              <a:spcPct val="0"/>
            </a:spcBef>
            <a:spcAft>
              <a:spcPct val="35000"/>
            </a:spcAft>
            <a:buNone/>
          </a:pPr>
          <a:r>
            <a:rPr lang="en-US" sz="1700" kern="1200"/>
            <a:t>Virtual machines can be migrated between different hosts. </a:t>
          </a:r>
        </a:p>
      </dsp:txBody>
      <dsp:txXfrm>
        <a:off x="4573206" y="3769278"/>
        <a:ext cx="3656393" cy="75314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743282-5F18-4F8B-A44B-649AA107DE8D}">
      <dsp:nvSpPr>
        <dsp:cNvPr id="0" name=""/>
        <dsp:cNvSpPr/>
      </dsp:nvSpPr>
      <dsp:spPr>
        <a:xfrm>
          <a:off x="0" y="471"/>
          <a:ext cx="4773168" cy="64857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455F65-1D11-4F63-B2D0-83A899703677}">
      <dsp:nvSpPr>
        <dsp:cNvPr id="0" name=""/>
        <dsp:cNvSpPr/>
      </dsp:nvSpPr>
      <dsp:spPr>
        <a:xfrm>
          <a:off x="196194" y="146400"/>
          <a:ext cx="356716" cy="35671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1569AF2-C52E-4544-9067-1C5977E0EA8C}">
      <dsp:nvSpPr>
        <dsp:cNvPr id="0" name=""/>
        <dsp:cNvSpPr/>
      </dsp:nvSpPr>
      <dsp:spPr>
        <a:xfrm>
          <a:off x="749104" y="471"/>
          <a:ext cx="4024063" cy="648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641" tIns="68641" rIns="68641" bIns="68641" numCol="1" spcCol="1270" anchor="ctr" anchorCtr="0">
          <a:noAutofit/>
        </a:bodyPr>
        <a:lstStyle/>
        <a:p>
          <a:pPr marL="0" lvl="0" indent="0" algn="l" defTabSz="800100">
            <a:lnSpc>
              <a:spcPct val="100000"/>
            </a:lnSpc>
            <a:spcBef>
              <a:spcPct val="0"/>
            </a:spcBef>
            <a:spcAft>
              <a:spcPct val="35000"/>
            </a:spcAft>
            <a:buNone/>
          </a:pPr>
          <a:r>
            <a:rPr lang="en-US" sz="1800" kern="1200"/>
            <a:t>Less space required</a:t>
          </a:r>
        </a:p>
      </dsp:txBody>
      <dsp:txXfrm>
        <a:off x="749104" y="471"/>
        <a:ext cx="4024063" cy="648575"/>
      </dsp:txXfrm>
    </dsp:sp>
    <dsp:sp modelId="{E6A55751-7EE6-457A-ADE8-EF6C6398F055}">
      <dsp:nvSpPr>
        <dsp:cNvPr id="0" name=""/>
        <dsp:cNvSpPr/>
      </dsp:nvSpPr>
      <dsp:spPr>
        <a:xfrm>
          <a:off x="0" y="811190"/>
          <a:ext cx="4773168" cy="64857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68D180A-09BC-4CD0-B375-B1071FD31B3F}">
      <dsp:nvSpPr>
        <dsp:cNvPr id="0" name=""/>
        <dsp:cNvSpPr/>
      </dsp:nvSpPr>
      <dsp:spPr>
        <a:xfrm>
          <a:off x="196194" y="957119"/>
          <a:ext cx="356716" cy="35671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53AAB37-430D-4DC3-8CE1-7305A2C6964C}">
      <dsp:nvSpPr>
        <dsp:cNvPr id="0" name=""/>
        <dsp:cNvSpPr/>
      </dsp:nvSpPr>
      <dsp:spPr>
        <a:xfrm>
          <a:off x="749104" y="811190"/>
          <a:ext cx="4024063" cy="648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641" tIns="68641" rIns="68641" bIns="68641" numCol="1" spcCol="1270" anchor="ctr" anchorCtr="0">
          <a:noAutofit/>
        </a:bodyPr>
        <a:lstStyle/>
        <a:p>
          <a:pPr marL="0" lvl="0" indent="0" algn="l" defTabSz="800100">
            <a:lnSpc>
              <a:spcPct val="100000"/>
            </a:lnSpc>
            <a:spcBef>
              <a:spcPct val="0"/>
            </a:spcBef>
            <a:spcAft>
              <a:spcPct val="35000"/>
            </a:spcAft>
            <a:buNone/>
          </a:pPr>
          <a:r>
            <a:rPr lang="en-US" sz="1800" kern="1200"/>
            <a:t>Less energy consumed</a:t>
          </a:r>
        </a:p>
      </dsp:txBody>
      <dsp:txXfrm>
        <a:off x="749104" y="811190"/>
        <a:ext cx="4024063" cy="648575"/>
      </dsp:txXfrm>
    </dsp:sp>
    <dsp:sp modelId="{C6E0E8A2-E003-4CB3-9A09-5C3B2A964737}">
      <dsp:nvSpPr>
        <dsp:cNvPr id="0" name=""/>
        <dsp:cNvSpPr/>
      </dsp:nvSpPr>
      <dsp:spPr>
        <a:xfrm>
          <a:off x="0" y="1621909"/>
          <a:ext cx="4773168" cy="64857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CA93F1B-EC84-4D74-BBCE-AF75BD5A3172}">
      <dsp:nvSpPr>
        <dsp:cNvPr id="0" name=""/>
        <dsp:cNvSpPr/>
      </dsp:nvSpPr>
      <dsp:spPr>
        <a:xfrm>
          <a:off x="196194" y="1767838"/>
          <a:ext cx="356716" cy="35671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9697DB0-B34C-4688-9E0F-9ABEF54D6411}">
      <dsp:nvSpPr>
        <dsp:cNvPr id="0" name=""/>
        <dsp:cNvSpPr/>
      </dsp:nvSpPr>
      <dsp:spPr>
        <a:xfrm>
          <a:off x="749104" y="1621909"/>
          <a:ext cx="4024063" cy="648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641" tIns="68641" rIns="68641" bIns="68641" numCol="1" spcCol="1270" anchor="ctr" anchorCtr="0">
          <a:noAutofit/>
        </a:bodyPr>
        <a:lstStyle/>
        <a:p>
          <a:pPr marL="0" lvl="0" indent="0" algn="l" defTabSz="800100">
            <a:lnSpc>
              <a:spcPct val="100000"/>
            </a:lnSpc>
            <a:spcBef>
              <a:spcPct val="0"/>
            </a:spcBef>
            <a:spcAft>
              <a:spcPct val="35000"/>
            </a:spcAft>
            <a:buNone/>
          </a:pPr>
          <a:r>
            <a:rPr lang="en-US" sz="1800" kern="1200"/>
            <a:t>Faster server provisioning</a:t>
          </a:r>
        </a:p>
      </dsp:txBody>
      <dsp:txXfrm>
        <a:off x="749104" y="1621909"/>
        <a:ext cx="4024063" cy="648575"/>
      </dsp:txXfrm>
    </dsp:sp>
    <dsp:sp modelId="{27EA0169-9C64-4A07-BB0B-9BD8E1A400FD}">
      <dsp:nvSpPr>
        <dsp:cNvPr id="0" name=""/>
        <dsp:cNvSpPr/>
      </dsp:nvSpPr>
      <dsp:spPr>
        <a:xfrm>
          <a:off x="0" y="2432628"/>
          <a:ext cx="4773168" cy="64857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F077C84-2C05-4BE0-8BA9-447A04F500FA}">
      <dsp:nvSpPr>
        <dsp:cNvPr id="0" name=""/>
        <dsp:cNvSpPr/>
      </dsp:nvSpPr>
      <dsp:spPr>
        <a:xfrm>
          <a:off x="196194" y="2578557"/>
          <a:ext cx="356716" cy="35671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835703A-1C64-46FF-A267-169C8314FF8A}">
      <dsp:nvSpPr>
        <dsp:cNvPr id="0" name=""/>
        <dsp:cNvSpPr/>
      </dsp:nvSpPr>
      <dsp:spPr>
        <a:xfrm>
          <a:off x="749104" y="2432628"/>
          <a:ext cx="4024063" cy="648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641" tIns="68641" rIns="68641" bIns="68641" numCol="1" spcCol="1270" anchor="ctr" anchorCtr="0">
          <a:noAutofit/>
        </a:bodyPr>
        <a:lstStyle/>
        <a:p>
          <a:pPr marL="0" lvl="0" indent="0" algn="l" defTabSz="800100">
            <a:lnSpc>
              <a:spcPct val="100000"/>
            </a:lnSpc>
            <a:spcBef>
              <a:spcPct val="0"/>
            </a:spcBef>
            <a:spcAft>
              <a:spcPct val="35000"/>
            </a:spcAft>
            <a:buNone/>
          </a:pPr>
          <a:r>
            <a:rPr lang="en-US" sz="1800" kern="1200"/>
            <a:t>Maximize server uptime</a:t>
          </a:r>
        </a:p>
      </dsp:txBody>
      <dsp:txXfrm>
        <a:off x="749104" y="2432628"/>
        <a:ext cx="4024063" cy="648575"/>
      </dsp:txXfrm>
    </dsp:sp>
    <dsp:sp modelId="{882FAC5E-AB19-4C2A-92A4-73B4F36866CC}">
      <dsp:nvSpPr>
        <dsp:cNvPr id="0" name=""/>
        <dsp:cNvSpPr/>
      </dsp:nvSpPr>
      <dsp:spPr>
        <a:xfrm>
          <a:off x="0" y="3243347"/>
          <a:ext cx="4773168" cy="64857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655B57-006B-4B04-959E-BEB58E320211}">
      <dsp:nvSpPr>
        <dsp:cNvPr id="0" name=""/>
        <dsp:cNvSpPr/>
      </dsp:nvSpPr>
      <dsp:spPr>
        <a:xfrm>
          <a:off x="196194" y="3389276"/>
          <a:ext cx="356716" cy="35671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B4D4FA9-EB7E-4F79-AEC6-FFEBDA80A548}">
      <dsp:nvSpPr>
        <dsp:cNvPr id="0" name=""/>
        <dsp:cNvSpPr/>
      </dsp:nvSpPr>
      <dsp:spPr>
        <a:xfrm>
          <a:off x="749104" y="3243347"/>
          <a:ext cx="4024063" cy="648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641" tIns="68641" rIns="68641" bIns="68641" numCol="1" spcCol="1270" anchor="ctr" anchorCtr="0">
          <a:noAutofit/>
        </a:bodyPr>
        <a:lstStyle/>
        <a:p>
          <a:pPr marL="0" lvl="0" indent="0" algn="l" defTabSz="800100">
            <a:lnSpc>
              <a:spcPct val="100000"/>
            </a:lnSpc>
            <a:spcBef>
              <a:spcPct val="0"/>
            </a:spcBef>
            <a:spcAft>
              <a:spcPct val="35000"/>
            </a:spcAft>
            <a:buNone/>
          </a:pPr>
          <a:r>
            <a:rPr lang="en-US" sz="1800" kern="1200"/>
            <a:t>Improved disaster recovery</a:t>
          </a:r>
        </a:p>
      </dsp:txBody>
      <dsp:txXfrm>
        <a:off x="749104" y="3243347"/>
        <a:ext cx="4024063" cy="648575"/>
      </dsp:txXfrm>
    </dsp:sp>
    <dsp:sp modelId="{48CA2D1D-61F2-47E5-963B-1DC2FF8F4C4E}">
      <dsp:nvSpPr>
        <dsp:cNvPr id="0" name=""/>
        <dsp:cNvSpPr/>
      </dsp:nvSpPr>
      <dsp:spPr>
        <a:xfrm>
          <a:off x="0" y="4054066"/>
          <a:ext cx="4773168" cy="64857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AAABBE-CC28-48ED-81B9-F044C0165967}">
      <dsp:nvSpPr>
        <dsp:cNvPr id="0" name=""/>
        <dsp:cNvSpPr/>
      </dsp:nvSpPr>
      <dsp:spPr>
        <a:xfrm>
          <a:off x="196194" y="4199995"/>
          <a:ext cx="356716" cy="356716"/>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A1C47B0-5AD6-491C-A084-F764D13B44FF}">
      <dsp:nvSpPr>
        <dsp:cNvPr id="0" name=""/>
        <dsp:cNvSpPr/>
      </dsp:nvSpPr>
      <dsp:spPr>
        <a:xfrm>
          <a:off x="749104" y="4054066"/>
          <a:ext cx="4024063" cy="648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641" tIns="68641" rIns="68641" bIns="68641" numCol="1" spcCol="1270" anchor="ctr" anchorCtr="0">
          <a:noAutofit/>
        </a:bodyPr>
        <a:lstStyle/>
        <a:p>
          <a:pPr marL="0" lvl="0" indent="0" algn="l" defTabSz="800100">
            <a:lnSpc>
              <a:spcPct val="100000"/>
            </a:lnSpc>
            <a:spcBef>
              <a:spcPct val="0"/>
            </a:spcBef>
            <a:spcAft>
              <a:spcPct val="35000"/>
            </a:spcAft>
            <a:buNone/>
          </a:pPr>
          <a:r>
            <a:rPr lang="en-US" sz="1800" kern="1200"/>
            <a:t>Automated IT management</a:t>
          </a:r>
        </a:p>
      </dsp:txBody>
      <dsp:txXfrm>
        <a:off x="749104" y="4054066"/>
        <a:ext cx="4024063" cy="648575"/>
      </dsp:txXfrm>
    </dsp:sp>
    <dsp:sp modelId="{EDA17188-2FE4-475F-B68E-A33393043AB9}">
      <dsp:nvSpPr>
        <dsp:cNvPr id="0" name=""/>
        <dsp:cNvSpPr/>
      </dsp:nvSpPr>
      <dsp:spPr>
        <a:xfrm>
          <a:off x="0" y="4864785"/>
          <a:ext cx="4773168" cy="64857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17DFC4A-0E66-4344-BB31-51D5C6D1BEDA}">
      <dsp:nvSpPr>
        <dsp:cNvPr id="0" name=""/>
        <dsp:cNvSpPr/>
      </dsp:nvSpPr>
      <dsp:spPr>
        <a:xfrm>
          <a:off x="196194" y="5010715"/>
          <a:ext cx="356716" cy="356716"/>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F577342-AA3A-4C01-A632-2DB5B29EAA93}">
      <dsp:nvSpPr>
        <dsp:cNvPr id="0" name=""/>
        <dsp:cNvSpPr/>
      </dsp:nvSpPr>
      <dsp:spPr>
        <a:xfrm>
          <a:off x="749104" y="4864785"/>
          <a:ext cx="4024063" cy="648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641" tIns="68641" rIns="68641" bIns="68641" numCol="1" spcCol="1270" anchor="ctr" anchorCtr="0">
          <a:noAutofit/>
        </a:bodyPr>
        <a:lstStyle/>
        <a:p>
          <a:pPr marL="0" lvl="0" indent="0" algn="l" defTabSz="800100">
            <a:lnSpc>
              <a:spcPct val="100000"/>
            </a:lnSpc>
            <a:spcBef>
              <a:spcPct val="0"/>
            </a:spcBef>
            <a:spcAft>
              <a:spcPct val="35000"/>
            </a:spcAft>
            <a:buNone/>
          </a:pPr>
          <a:r>
            <a:rPr lang="en-US" sz="1800" kern="1200"/>
            <a:t>Support for legacy systems</a:t>
          </a:r>
        </a:p>
      </dsp:txBody>
      <dsp:txXfrm>
        <a:off x="749104" y="4864785"/>
        <a:ext cx="4024063" cy="64857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632754-E306-40BF-B964-B780646C61D2}">
      <dsp:nvSpPr>
        <dsp:cNvPr id="0" name=""/>
        <dsp:cNvSpPr/>
      </dsp:nvSpPr>
      <dsp:spPr>
        <a:xfrm>
          <a:off x="0" y="19695"/>
          <a:ext cx="5175384" cy="178425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A hypervisor, a.k.a. a virtual machine manager/monitor (VMM), is a program that allows multiple OSs to share a single hardware host.  </a:t>
          </a:r>
        </a:p>
      </dsp:txBody>
      <dsp:txXfrm>
        <a:off x="87100" y="106795"/>
        <a:ext cx="5001184" cy="1610050"/>
      </dsp:txXfrm>
    </dsp:sp>
    <dsp:sp modelId="{52763130-6EAC-478B-A651-AE28FA9AE9E2}">
      <dsp:nvSpPr>
        <dsp:cNvPr id="0" name=""/>
        <dsp:cNvSpPr/>
      </dsp:nvSpPr>
      <dsp:spPr>
        <a:xfrm>
          <a:off x="0" y="1875945"/>
          <a:ext cx="5175384" cy="1784250"/>
        </a:xfrm>
        <a:prstGeom prst="roundRec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Each guest OS appears to have processor, memory, and other resources all to itself. </a:t>
          </a:r>
        </a:p>
      </dsp:txBody>
      <dsp:txXfrm>
        <a:off x="87100" y="1963045"/>
        <a:ext cx="5001184" cy="1610050"/>
      </dsp:txXfrm>
    </dsp:sp>
    <dsp:sp modelId="{97281DB5-8F55-4AED-A1D7-D811FBCB7752}">
      <dsp:nvSpPr>
        <dsp:cNvPr id="0" name=""/>
        <dsp:cNvSpPr/>
      </dsp:nvSpPr>
      <dsp:spPr>
        <a:xfrm>
          <a:off x="0" y="3732195"/>
          <a:ext cx="5175384" cy="1784250"/>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It controls the host processor &amp; resources, allocating what is needed to each OS, making sure that the VMs don't disrupt each other. </a:t>
          </a:r>
        </a:p>
      </dsp:txBody>
      <dsp:txXfrm>
        <a:off x="87100" y="3819295"/>
        <a:ext cx="5001184" cy="161005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D7C823-0460-4F6B-A019-B17FB26AB315}">
      <dsp:nvSpPr>
        <dsp:cNvPr id="0" name=""/>
        <dsp:cNvSpPr/>
      </dsp:nvSpPr>
      <dsp:spPr>
        <a:xfrm>
          <a:off x="0" y="552"/>
          <a:ext cx="8229600" cy="12928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C2886FB-8E90-4E30-BFE5-8F7B276F639C}">
      <dsp:nvSpPr>
        <dsp:cNvPr id="0" name=""/>
        <dsp:cNvSpPr/>
      </dsp:nvSpPr>
      <dsp:spPr>
        <a:xfrm>
          <a:off x="391077" y="291436"/>
          <a:ext cx="711049" cy="7110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4944DEE-5A9F-4984-A150-D23420EE7C7A}">
      <dsp:nvSpPr>
        <dsp:cNvPr id="0" name=""/>
        <dsp:cNvSpPr/>
      </dsp:nvSpPr>
      <dsp:spPr>
        <a:xfrm>
          <a:off x="1493203" y="552"/>
          <a:ext cx="3703320"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933450">
            <a:lnSpc>
              <a:spcPct val="100000"/>
            </a:lnSpc>
            <a:spcBef>
              <a:spcPct val="0"/>
            </a:spcBef>
            <a:spcAft>
              <a:spcPct val="35000"/>
            </a:spcAft>
            <a:buNone/>
          </a:pPr>
          <a:r>
            <a:rPr lang="en-US" sz="2100" kern="1200"/>
            <a:t>Type 1 (native) hypervisor is typically used with server virtualization. </a:t>
          </a:r>
        </a:p>
      </dsp:txBody>
      <dsp:txXfrm>
        <a:off x="1493203" y="552"/>
        <a:ext cx="3703320" cy="1292816"/>
      </dsp:txXfrm>
    </dsp:sp>
    <dsp:sp modelId="{5D551146-18DF-4F62-BDA2-4CC5C137A1A2}">
      <dsp:nvSpPr>
        <dsp:cNvPr id="0" name=""/>
        <dsp:cNvSpPr/>
      </dsp:nvSpPr>
      <dsp:spPr>
        <a:xfrm>
          <a:off x="5196523" y="552"/>
          <a:ext cx="303307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666750">
            <a:lnSpc>
              <a:spcPct val="100000"/>
            </a:lnSpc>
            <a:spcBef>
              <a:spcPct val="0"/>
            </a:spcBef>
            <a:spcAft>
              <a:spcPct val="35000"/>
            </a:spcAft>
            <a:buNone/>
          </a:pPr>
          <a:r>
            <a:rPr lang="en-US" sz="1500" kern="1200" dirty="0"/>
            <a:t>Used in data centers and cloud computing.</a:t>
          </a:r>
        </a:p>
      </dsp:txBody>
      <dsp:txXfrm>
        <a:off x="5196523" y="552"/>
        <a:ext cx="3033076" cy="1292816"/>
      </dsp:txXfrm>
    </dsp:sp>
    <dsp:sp modelId="{8ED21480-5323-4D55-8CA5-33FC238E43B9}">
      <dsp:nvSpPr>
        <dsp:cNvPr id="0" name=""/>
        <dsp:cNvSpPr/>
      </dsp:nvSpPr>
      <dsp:spPr>
        <a:xfrm>
          <a:off x="0" y="1616573"/>
          <a:ext cx="8229600" cy="12928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BDD8F0-1256-4068-BC11-EE151B778D94}">
      <dsp:nvSpPr>
        <dsp:cNvPr id="0" name=""/>
        <dsp:cNvSpPr/>
      </dsp:nvSpPr>
      <dsp:spPr>
        <a:xfrm>
          <a:off x="391077" y="1907456"/>
          <a:ext cx="711049" cy="7110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FC5174A-7A67-47C6-8DAB-66B8F8AC022A}">
      <dsp:nvSpPr>
        <dsp:cNvPr id="0" name=""/>
        <dsp:cNvSpPr/>
      </dsp:nvSpPr>
      <dsp:spPr>
        <a:xfrm>
          <a:off x="1493203" y="1616573"/>
          <a:ext cx="673639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933450">
            <a:lnSpc>
              <a:spcPct val="100000"/>
            </a:lnSpc>
            <a:spcBef>
              <a:spcPct val="0"/>
            </a:spcBef>
            <a:spcAft>
              <a:spcPct val="35000"/>
            </a:spcAft>
            <a:buNone/>
          </a:pPr>
          <a:r>
            <a:rPr lang="en-US" sz="2100" kern="1200" dirty="0"/>
            <a:t>Runs directly on hardware of a host and manages the allocation of system resources to VMs.</a:t>
          </a:r>
        </a:p>
      </dsp:txBody>
      <dsp:txXfrm>
        <a:off x="1493203" y="1616573"/>
        <a:ext cx="6736396" cy="1292816"/>
      </dsp:txXfrm>
    </dsp:sp>
    <dsp:sp modelId="{B4B114DC-DAE6-419B-A412-703FE5E34A35}">
      <dsp:nvSpPr>
        <dsp:cNvPr id="0" name=""/>
        <dsp:cNvSpPr/>
      </dsp:nvSpPr>
      <dsp:spPr>
        <a:xfrm>
          <a:off x="0" y="3232593"/>
          <a:ext cx="8229600" cy="12928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48CF4C3-E93B-4387-82C4-6AEDA4D1637B}">
      <dsp:nvSpPr>
        <dsp:cNvPr id="0" name=""/>
        <dsp:cNvSpPr/>
      </dsp:nvSpPr>
      <dsp:spPr>
        <a:xfrm>
          <a:off x="391077" y="3523477"/>
          <a:ext cx="711049" cy="7110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6721795-61C5-4271-96DA-DD202C135977}">
      <dsp:nvSpPr>
        <dsp:cNvPr id="0" name=""/>
        <dsp:cNvSpPr/>
      </dsp:nvSpPr>
      <dsp:spPr>
        <a:xfrm>
          <a:off x="1493203" y="3232593"/>
          <a:ext cx="3703320"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933450">
            <a:lnSpc>
              <a:spcPct val="100000"/>
            </a:lnSpc>
            <a:spcBef>
              <a:spcPct val="0"/>
            </a:spcBef>
            <a:spcAft>
              <a:spcPct val="35000"/>
            </a:spcAft>
            <a:buNone/>
          </a:pPr>
          <a:r>
            <a:rPr lang="en-US" sz="2100" kern="1200"/>
            <a:t>The examples of Type 1 Hypervisor are:</a:t>
          </a:r>
        </a:p>
      </dsp:txBody>
      <dsp:txXfrm>
        <a:off x="1493203" y="3232593"/>
        <a:ext cx="3703320" cy="1292816"/>
      </dsp:txXfrm>
    </dsp:sp>
    <dsp:sp modelId="{C84A5C9C-961B-4F2C-AE93-B8DE161653D5}">
      <dsp:nvSpPr>
        <dsp:cNvPr id="0" name=""/>
        <dsp:cNvSpPr/>
      </dsp:nvSpPr>
      <dsp:spPr>
        <a:xfrm>
          <a:off x="5196523" y="3232593"/>
          <a:ext cx="303307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666750">
            <a:lnSpc>
              <a:spcPct val="100000"/>
            </a:lnSpc>
            <a:spcBef>
              <a:spcPct val="0"/>
            </a:spcBef>
            <a:spcAft>
              <a:spcPct val="35000"/>
            </a:spcAft>
            <a:buNone/>
          </a:pPr>
          <a:r>
            <a:rPr lang="en-US" sz="1500" kern="1200" dirty="0"/>
            <a:t>VMware </a:t>
          </a:r>
          <a:r>
            <a:rPr lang="en-US" sz="1500" kern="1200" dirty="0" err="1"/>
            <a:t>ESXi</a:t>
          </a:r>
          <a:r>
            <a:rPr lang="en-US" sz="1500" kern="1200" dirty="0"/>
            <a:t>, vSphere XEN, Oracle VM Server, Microsoft Hyper-V</a:t>
          </a:r>
        </a:p>
      </dsp:txBody>
      <dsp:txXfrm>
        <a:off x="5196523" y="3232593"/>
        <a:ext cx="3033076" cy="129281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23A37F-D5F2-4C9F-882F-86DD1E06BC6E}">
      <dsp:nvSpPr>
        <dsp:cNvPr id="0" name=""/>
        <dsp:cNvSpPr/>
      </dsp:nvSpPr>
      <dsp:spPr>
        <a:xfrm>
          <a:off x="591363" y="1153021"/>
          <a:ext cx="633445" cy="63344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DE1B464-B591-448B-89D1-3D78416FD96D}">
      <dsp:nvSpPr>
        <dsp:cNvPr id="0" name=""/>
        <dsp:cNvSpPr/>
      </dsp:nvSpPr>
      <dsp:spPr>
        <a:xfrm>
          <a:off x="3164" y="1867597"/>
          <a:ext cx="1809843" cy="5918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b="1"/>
          </a:pPr>
          <a:r>
            <a:rPr lang="en-US" sz="1400" kern="1200"/>
            <a:t>Also known as Platform Virtualization</a:t>
          </a:r>
        </a:p>
      </dsp:txBody>
      <dsp:txXfrm>
        <a:off x="3164" y="1867597"/>
        <a:ext cx="1809843" cy="591866"/>
      </dsp:txXfrm>
    </dsp:sp>
    <dsp:sp modelId="{982FACEA-2E82-4CC0-B36A-FDACDFA23BE8}">
      <dsp:nvSpPr>
        <dsp:cNvPr id="0" name=""/>
        <dsp:cNvSpPr/>
      </dsp:nvSpPr>
      <dsp:spPr>
        <a:xfrm>
          <a:off x="3164" y="2497199"/>
          <a:ext cx="1809843" cy="542584"/>
        </a:xfrm>
        <a:prstGeom prst="rect">
          <a:avLst/>
        </a:prstGeom>
        <a:noFill/>
        <a:ln>
          <a:noFill/>
        </a:ln>
        <a:effectLst/>
      </dsp:spPr>
      <dsp:style>
        <a:lnRef idx="0">
          <a:scrgbClr r="0" g="0" b="0"/>
        </a:lnRef>
        <a:fillRef idx="0">
          <a:scrgbClr r="0" g="0" b="0"/>
        </a:fillRef>
        <a:effectRef idx="0">
          <a:scrgbClr r="0" g="0" b="0"/>
        </a:effectRef>
        <a:fontRef idx="minor"/>
      </dsp:style>
    </dsp:sp>
    <dsp:sp modelId="{83EB6D75-BBCA-445F-AC84-41ADC9A5F761}">
      <dsp:nvSpPr>
        <dsp:cNvPr id="0" name=""/>
        <dsp:cNvSpPr/>
      </dsp:nvSpPr>
      <dsp:spPr>
        <a:xfrm>
          <a:off x="2717929" y="1153021"/>
          <a:ext cx="633445" cy="63344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C43CE03-5075-49B1-A9B1-83E3B01AA98A}">
      <dsp:nvSpPr>
        <dsp:cNvPr id="0" name=""/>
        <dsp:cNvSpPr/>
      </dsp:nvSpPr>
      <dsp:spPr>
        <a:xfrm>
          <a:off x="2129730" y="1867597"/>
          <a:ext cx="1809843" cy="5918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b="1"/>
          </a:pPr>
          <a:r>
            <a:rPr lang="en-US" sz="1400" kern="1200"/>
            <a:t>Creates virtual versions of physical hardware</a:t>
          </a:r>
        </a:p>
      </dsp:txBody>
      <dsp:txXfrm>
        <a:off x="2129730" y="1867597"/>
        <a:ext cx="1809843" cy="591866"/>
      </dsp:txXfrm>
    </dsp:sp>
    <dsp:sp modelId="{DD33012B-DE55-4228-A7A9-5E01A348B668}">
      <dsp:nvSpPr>
        <dsp:cNvPr id="0" name=""/>
        <dsp:cNvSpPr/>
      </dsp:nvSpPr>
      <dsp:spPr>
        <a:xfrm>
          <a:off x="2129730" y="2497199"/>
          <a:ext cx="1809843" cy="542584"/>
        </a:xfrm>
        <a:prstGeom prst="rect">
          <a:avLst/>
        </a:prstGeom>
        <a:noFill/>
        <a:ln>
          <a:noFill/>
        </a:ln>
        <a:effectLst/>
      </dsp:spPr>
      <dsp:style>
        <a:lnRef idx="0">
          <a:scrgbClr r="0" g="0" b="0"/>
        </a:lnRef>
        <a:fillRef idx="0">
          <a:scrgbClr r="0" g="0" b="0"/>
        </a:fillRef>
        <a:effectRef idx="0">
          <a:scrgbClr r="0" g="0" b="0"/>
        </a:effectRef>
        <a:fontRef idx="minor"/>
      </dsp:style>
    </dsp:sp>
    <dsp:sp modelId="{CD89057F-DAA9-4449-ACCC-DFF57B544E62}">
      <dsp:nvSpPr>
        <dsp:cNvPr id="0" name=""/>
        <dsp:cNvSpPr/>
      </dsp:nvSpPr>
      <dsp:spPr>
        <a:xfrm>
          <a:off x="4844496" y="1044311"/>
          <a:ext cx="633445" cy="63344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E7194EB-F4F7-46C3-BEE3-DD2B380390B0}">
      <dsp:nvSpPr>
        <dsp:cNvPr id="0" name=""/>
        <dsp:cNvSpPr/>
      </dsp:nvSpPr>
      <dsp:spPr>
        <a:xfrm>
          <a:off x="4256296" y="1768236"/>
          <a:ext cx="1809843" cy="5918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b="1"/>
          </a:pPr>
          <a:r>
            <a:rPr lang="en-US" sz="1400" kern="1200"/>
            <a:t>Types:</a:t>
          </a:r>
        </a:p>
      </dsp:txBody>
      <dsp:txXfrm>
        <a:off x="4256296" y="1768236"/>
        <a:ext cx="1809843" cy="591866"/>
      </dsp:txXfrm>
    </dsp:sp>
    <dsp:sp modelId="{E4A69D7A-D293-4EF0-800F-D018C77FEEF7}">
      <dsp:nvSpPr>
        <dsp:cNvPr id="0" name=""/>
        <dsp:cNvSpPr/>
      </dsp:nvSpPr>
      <dsp:spPr>
        <a:xfrm>
          <a:off x="4256296" y="2402186"/>
          <a:ext cx="1809843" cy="7463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Full Virtualization</a:t>
          </a:r>
        </a:p>
        <a:p>
          <a:pPr marL="0" lvl="0" indent="0" algn="ctr" defTabSz="488950">
            <a:lnSpc>
              <a:spcPct val="90000"/>
            </a:lnSpc>
            <a:spcBef>
              <a:spcPct val="0"/>
            </a:spcBef>
            <a:spcAft>
              <a:spcPct val="35000"/>
            </a:spcAft>
            <a:buNone/>
          </a:pPr>
          <a:r>
            <a:rPr lang="en-US" sz="1100" kern="1200"/>
            <a:t>Paravirtualization</a:t>
          </a:r>
        </a:p>
        <a:p>
          <a:pPr marL="0" lvl="0" indent="0" algn="ctr" defTabSz="488950">
            <a:lnSpc>
              <a:spcPct val="90000"/>
            </a:lnSpc>
            <a:spcBef>
              <a:spcPct val="0"/>
            </a:spcBef>
            <a:spcAft>
              <a:spcPct val="35000"/>
            </a:spcAft>
            <a:buNone/>
          </a:pPr>
          <a:r>
            <a:rPr lang="en-US" sz="1100" kern="1200"/>
            <a:t>Hardware-assisted Virtualization</a:t>
          </a:r>
        </a:p>
      </dsp:txBody>
      <dsp:txXfrm>
        <a:off x="4256296" y="2402186"/>
        <a:ext cx="1809843" cy="746306"/>
      </dsp:txXfrm>
    </dsp:sp>
    <dsp:sp modelId="{C353874A-9CAA-47DA-BC58-8F1694C577B3}">
      <dsp:nvSpPr>
        <dsp:cNvPr id="0" name=""/>
        <dsp:cNvSpPr/>
      </dsp:nvSpPr>
      <dsp:spPr>
        <a:xfrm>
          <a:off x="6971062" y="1044311"/>
          <a:ext cx="633445" cy="63344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3CDFD64-47E5-4ACF-A5DF-DB492EA6371F}">
      <dsp:nvSpPr>
        <dsp:cNvPr id="0" name=""/>
        <dsp:cNvSpPr/>
      </dsp:nvSpPr>
      <dsp:spPr>
        <a:xfrm>
          <a:off x="6382863" y="1768236"/>
          <a:ext cx="1809843" cy="5918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b="1"/>
          </a:pPr>
          <a:r>
            <a:rPr lang="en-US" sz="1400" kern="1200"/>
            <a:t>Examples: VMware vSphere, Microsoft Hyper-V, KVM</a:t>
          </a:r>
        </a:p>
      </dsp:txBody>
      <dsp:txXfrm>
        <a:off x="6382863" y="1768236"/>
        <a:ext cx="1809843" cy="591866"/>
      </dsp:txXfrm>
    </dsp:sp>
    <dsp:sp modelId="{9D27C398-FFC9-41D4-9FBC-8A35812683BB}">
      <dsp:nvSpPr>
        <dsp:cNvPr id="0" name=""/>
        <dsp:cNvSpPr/>
      </dsp:nvSpPr>
      <dsp:spPr>
        <a:xfrm>
          <a:off x="6382863" y="2402186"/>
          <a:ext cx="1809843" cy="746306"/>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552908-8CA0-4005-8205-CAE48C1D2C63}">
      <dsp:nvSpPr>
        <dsp:cNvPr id="0" name=""/>
        <dsp:cNvSpPr/>
      </dsp:nvSpPr>
      <dsp:spPr>
        <a:xfrm>
          <a:off x="0" y="2288"/>
          <a:ext cx="4773168"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05C86B5-4174-4F19-AB4B-26B1A7691F9E}">
      <dsp:nvSpPr>
        <dsp:cNvPr id="0" name=""/>
        <dsp:cNvSpPr/>
      </dsp:nvSpPr>
      <dsp:spPr>
        <a:xfrm>
          <a:off x="350852" y="263253"/>
          <a:ext cx="637913" cy="63791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36A331B-3419-40D5-A42A-41425A684B3E}">
      <dsp:nvSpPr>
        <dsp:cNvPr id="0" name=""/>
        <dsp:cNvSpPr/>
      </dsp:nvSpPr>
      <dsp:spPr>
        <a:xfrm>
          <a:off x="1339618" y="2288"/>
          <a:ext cx="3433549"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889000">
            <a:lnSpc>
              <a:spcPct val="90000"/>
            </a:lnSpc>
            <a:spcBef>
              <a:spcPct val="0"/>
            </a:spcBef>
            <a:spcAft>
              <a:spcPct val="35000"/>
            </a:spcAft>
            <a:buNone/>
          </a:pPr>
          <a:r>
            <a:rPr lang="en-US" sz="2000" kern="1200"/>
            <a:t>Creates virtual instances of software applications or operating systems</a:t>
          </a:r>
        </a:p>
      </dsp:txBody>
      <dsp:txXfrm>
        <a:off x="1339618" y="2288"/>
        <a:ext cx="3433549" cy="1159843"/>
      </dsp:txXfrm>
    </dsp:sp>
    <dsp:sp modelId="{1108D5E8-67D7-4740-8E53-FDF4C4BAE541}">
      <dsp:nvSpPr>
        <dsp:cNvPr id="0" name=""/>
        <dsp:cNvSpPr/>
      </dsp:nvSpPr>
      <dsp:spPr>
        <a:xfrm>
          <a:off x="0" y="1452092"/>
          <a:ext cx="4773168"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862CAB1-DE95-4A0B-8FE3-BFBD370A2BD3}">
      <dsp:nvSpPr>
        <dsp:cNvPr id="0" name=""/>
        <dsp:cNvSpPr/>
      </dsp:nvSpPr>
      <dsp:spPr>
        <a:xfrm>
          <a:off x="350852" y="1713057"/>
          <a:ext cx="637913" cy="63791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7E16F65-810B-4534-965D-9925D0C625E6}">
      <dsp:nvSpPr>
        <dsp:cNvPr id="0" name=""/>
        <dsp:cNvSpPr/>
      </dsp:nvSpPr>
      <dsp:spPr>
        <a:xfrm>
          <a:off x="1339618" y="1452092"/>
          <a:ext cx="214792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889000">
            <a:lnSpc>
              <a:spcPct val="90000"/>
            </a:lnSpc>
            <a:spcBef>
              <a:spcPct val="0"/>
            </a:spcBef>
            <a:spcAft>
              <a:spcPct val="35000"/>
            </a:spcAft>
            <a:buNone/>
          </a:pPr>
          <a:r>
            <a:rPr lang="en-US" sz="2000" kern="1200"/>
            <a:t>Types:</a:t>
          </a:r>
        </a:p>
      </dsp:txBody>
      <dsp:txXfrm>
        <a:off x="1339618" y="1452092"/>
        <a:ext cx="2147925" cy="1159843"/>
      </dsp:txXfrm>
    </dsp:sp>
    <dsp:sp modelId="{48CE3714-3BA9-4CDC-9AFE-AC5B5A80C330}">
      <dsp:nvSpPr>
        <dsp:cNvPr id="0" name=""/>
        <dsp:cNvSpPr/>
      </dsp:nvSpPr>
      <dsp:spPr>
        <a:xfrm>
          <a:off x="3487544" y="1452092"/>
          <a:ext cx="1285623"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488950">
            <a:lnSpc>
              <a:spcPct val="90000"/>
            </a:lnSpc>
            <a:spcBef>
              <a:spcPct val="0"/>
            </a:spcBef>
            <a:spcAft>
              <a:spcPct val="35000"/>
            </a:spcAft>
            <a:buNone/>
          </a:pPr>
          <a:r>
            <a:rPr lang="en-US" sz="1100" kern="1200"/>
            <a:t>Application Virtualization</a:t>
          </a:r>
        </a:p>
        <a:p>
          <a:pPr marL="0" lvl="0" indent="0" algn="l" defTabSz="488950">
            <a:lnSpc>
              <a:spcPct val="90000"/>
            </a:lnSpc>
            <a:spcBef>
              <a:spcPct val="0"/>
            </a:spcBef>
            <a:spcAft>
              <a:spcPct val="35000"/>
            </a:spcAft>
            <a:buNone/>
          </a:pPr>
          <a:r>
            <a:rPr lang="en-US" sz="1100" kern="1200"/>
            <a:t>Operating System Virtualization</a:t>
          </a:r>
        </a:p>
      </dsp:txBody>
      <dsp:txXfrm>
        <a:off x="3487544" y="1452092"/>
        <a:ext cx="1285623" cy="1159843"/>
      </dsp:txXfrm>
    </dsp:sp>
    <dsp:sp modelId="{2A323AB1-0B11-4C3E-9D26-C3E68B1CB0A7}">
      <dsp:nvSpPr>
        <dsp:cNvPr id="0" name=""/>
        <dsp:cNvSpPr/>
      </dsp:nvSpPr>
      <dsp:spPr>
        <a:xfrm>
          <a:off x="0" y="2901896"/>
          <a:ext cx="4773168"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29877E-FCA4-45C0-87FA-F9F588A1F1BA}">
      <dsp:nvSpPr>
        <dsp:cNvPr id="0" name=""/>
        <dsp:cNvSpPr/>
      </dsp:nvSpPr>
      <dsp:spPr>
        <a:xfrm>
          <a:off x="350852" y="3162861"/>
          <a:ext cx="637913" cy="63791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1D6D177-5EC8-482E-A292-AA58177EC567}">
      <dsp:nvSpPr>
        <dsp:cNvPr id="0" name=""/>
        <dsp:cNvSpPr/>
      </dsp:nvSpPr>
      <dsp:spPr>
        <a:xfrm>
          <a:off x="1339618" y="2901896"/>
          <a:ext cx="3433549"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889000">
            <a:lnSpc>
              <a:spcPct val="90000"/>
            </a:lnSpc>
            <a:spcBef>
              <a:spcPct val="0"/>
            </a:spcBef>
            <a:spcAft>
              <a:spcPct val="35000"/>
            </a:spcAft>
            <a:buNone/>
          </a:pPr>
          <a:r>
            <a:rPr lang="en-US" sz="2000" kern="1200"/>
            <a:t>Benefits: Improved compatibility, easier deployment, and management</a:t>
          </a:r>
        </a:p>
      </dsp:txBody>
      <dsp:txXfrm>
        <a:off x="1339618" y="2901896"/>
        <a:ext cx="3433549" cy="1159843"/>
      </dsp:txXfrm>
    </dsp:sp>
    <dsp:sp modelId="{C5F31B3E-D142-4CFA-BD92-3B81A8B1012F}">
      <dsp:nvSpPr>
        <dsp:cNvPr id="0" name=""/>
        <dsp:cNvSpPr/>
      </dsp:nvSpPr>
      <dsp:spPr>
        <a:xfrm>
          <a:off x="0" y="4351700"/>
          <a:ext cx="4773168"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53A7EEA-6C86-4AC1-889D-65C256C5975C}">
      <dsp:nvSpPr>
        <dsp:cNvPr id="0" name=""/>
        <dsp:cNvSpPr/>
      </dsp:nvSpPr>
      <dsp:spPr>
        <a:xfrm>
          <a:off x="350852" y="4612665"/>
          <a:ext cx="637913" cy="63791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C229EF0-1313-471C-8530-031073C0F4DD}">
      <dsp:nvSpPr>
        <dsp:cNvPr id="0" name=""/>
        <dsp:cNvSpPr/>
      </dsp:nvSpPr>
      <dsp:spPr>
        <a:xfrm>
          <a:off x="1339618" y="4351700"/>
          <a:ext cx="3433549"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889000">
            <a:lnSpc>
              <a:spcPct val="90000"/>
            </a:lnSpc>
            <a:spcBef>
              <a:spcPct val="0"/>
            </a:spcBef>
            <a:spcAft>
              <a:spcPct val="35000"/>
            </a:spcAft>
            <a:buNone/>
          </a:pPr>
          <a:r>
            <a:rPr lang="en-US" sz="2000" kern="1200"/>
            <a:t>Examples: Docker, Wine, Citrix XenApp</a:t>
          </a:r>
        </a:p>
      </dsp:txBody>
      <dsp:txXfrm>
        <a:off x="1339618" y="4351700"/>
        <a:ext cx="3433549" cy="115984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2CA686-F8E1-4541-AD68-6B704017CED3}">
      <dsp:nvSpPr>
        <dsp:cNvPr id="0" name=""/>
        <dsp:cNvSpPr/>
      </dsp:nvSpPr>
      <dsp:spPr>
        <a:xfrm>
          <a:off x="0" y="531"/>
          <a:ext cx="7886700" cy="124470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F527CD-1D02-45B2-B40B-A5D1CA083219}">
      <dsp:nvSpPr>
        <dsp:cNvPr id="0" name=""/>
        <dsp:cNvSpPr/>
      </dsp:nvSpPr>
      <dsp:spPr>
        <a:xfrm>
          <a:off x="376522" y="280590"/>
          <a:ext cx="684586" cy="68458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F429D0D-A989-4514-9B3D-D5318A4BFD8C}">
      <dsp:nvSpPr>
        <dsp:cNvPr id="0" name=""/>
        <dsp:cNvSpPr/>
      </dsp:nvSpPr>
      <dsp:spPr>
        <a:xfrm>
          <a:off x="1437631" y="531"/>
          <a:ext cx="64490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US" sz="2300" kern="1200"/>
            <a:t>Application virtualization helps a user to have remote access to an application from a server.</a:t>
          </a:r>
        </a:p>
      </dsp:txBody>
      <dsp:txXfrm>
        <a:off x="1437631" y="531"/>
        <a:ext cx="6449068" cy="1244702"/>
      </dsp:txXfrm>
    </dsp:sp>
    <dsp:sp modelId="{E5BF5304-4B0A-4E61-ABF4-40D40E2609B8}">
      <dsp:nvSpPr>
        <dsp:cNvPr id="0" name=""/>
        <dsp:cNvSpPr/>
      </dsp:nvSpPr>
      <dsp:spPr>
        <a:xfrm>
          <a:off x="0" y="1556410"/>
          <a:ext cx="7886700" cy="124470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56A0A1C-33C1-4D8A-B174-46BEA75E64F8}">
      <dsp:nvSpPr>
        <dsp:cNvPr id="0" name=""/>
        <dsp:cNvSpPr/>
      </dsp:nvSpPr>
      <dsp:spPr>
        <a:xfrm>
          <a:off x="376522" y="1836468"/>
          <a:ext cx="684586" cy="68458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2E579D3-82E4-41E9-A1F5-4599E01C9B10}">
      <dsp:nvSpPr>
        <dsp:cNvPr id="0" name=""/>
        <dsp:cNvSpPr/>
      </dsp:nvSpPr>
      <dsp:spPr>
        <a:xfrm>
          <a:off x="1437631" y="1556410"/>
          <a:ext cx="64490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US" sz="2300" kern="1200"/>
            <a:t>The server stores all information and characteristics of the application but can still run on a local machine through internet. </a:t>
          </a:r>
        </a:p>
      </dsp:txBody>
      <dsp:txXfrm>
        <a:off x="1437631" y="1556410"/>
        <a:ext cx="6449068" cy="1244702"/>
      </dsp:txXfrm>
    </dsp:sp>
    <dsp:sp modelId="{4D09CF85-D057-4323-B649-E469C286C66A}">
      <dsp:nvSpPr>
        <dsp:cNvPr id="0" name=""/>
        <dsp:cNvSpPr/>
      </dsp:nvSpPr>
      <dsp:spPr>
        <a:xfrm>
          <a:off x="0" y="3112289"/>
          <a:ext cx="7886700" cy="124470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AADEA88-94C0-46B2-8A99-CBBDBFF3208F}">
      <dsp:nvSpPr>
        <dsp:cNvPr id="0" name=""/>
        <dsp:cNvSpPr/>
      </dsp:nvSpPr>
      <dsp:spPr>
        <a:xfrm>
          <a:off x="376522" y="3392347"/>
          <a:ext cx="684586" cy="68458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507C6FD-0A2C-456C-A2F0-CCB068D64D5E}">
      <dsp:nvSpPr>
        <dsp:cNvPr id="0" name=""/>
        <dsp:cNvSpPr/>
      </dsp:nvSpPr>
      <dsp:spPr>
        <a:xfrm>
          <a:off x="1437631" y="3112289"/>
          <a:ext cx="64490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US" sz="2300" kern="1200"/>
            <a:t>For example, users can run a Windows application on a Linux machine without changing the machine configuration. </a:t>
          </a:r>
        </a:p>
      </dsp:txBody>
      <dsp:txXfrm>
        <a:off x="1437631" y="3112289"/>
        <a:ext cx="6449068" cy="124470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CCBD92-2114-4E9B-8D16-D54F51AF7827}">
      <dsp:nvSpPr>
        <dsp:cNvPr id="0" name=""/>
        <dsp:cNvSpPr/>
      </dsp:nvSpPr>
      <dsp:spPr>
        <a:xfrm>
          <a:off x="25368" y="795493"/>
          <a:ext cx="1082781" cy="108278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ABECD5-E9FF-4AF4-8F8F-374C0F72E6A6}">
      <dsp:nvSpPr>
        <dsp:cNvPr id="0" name=""/>
        <dsp:cNvSpPr/>
      </dsp:nvSpPr>
      <dsp:spPr>
        <a:xfrm>
          <a:off x="252752" y="1022877"/>
          <a:ext cx="628012" cy="6280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6596DB3-6AD8-460E-9952-4EACF3C6AED8}">
      <dsp:nvSpPr>
        <dsp:cNvPr id="0" name=""/>
        <dsp:cNvSpPr/>
      </dsp:nvSpPr>
      <dsp:spPr>
        <a:xfrm>
          <a:off x="1340173" y="795493"/>
          <a:ext cx="2552269" cy="10827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kern="1200"/>
            <a:t>Combines hardware and software network resources into a single virtual network</a:t>
          </a:r>
        </a:p>
      </dsp:txBody>
      <dsp:txXfrm>
        <a:off x="1340173" y="795493"/>
        <a:ext cx="2552269" cy="1082781"/>
      </dsp:txXfrm>
    </dsp:sp>
    <dsp:sp modelId="{F3B6E11F-5AD5-4D43-80CE-1A0624E77482}">
      <dsp:nvSpPr>
        <dsp:cNvPr id="0" name=""/>
        <dsp:cNvSpPr/>
      </dsp:nvSpPr>
      <dsp:spPr>
        <a:xfrm>
          <a:off x="4337156" y="795493"/>
          <a:ext cx="1082781" cy="108278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C51D62-7194-46FD-ACA9-911C7107F50A}">
      <dsp:nvSpPr>
        <dsp:cNvPr id="0" name=""/>
        <dsp:cNvSpPr/>
      </dsp:nvSpPr>
      <dsp:spPr>
        <a:xfrm>
          <a:off x="4564540" y="1022877"/>
          <a:ext cx="628012" cy="6280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5FFD05A-1AAA-4C3A-B5CB-581E9D757678}">
      <dsp:nvSpPr>
        <dsp:cNvPr id="0" name=""/>
        <dsp:cNvSpPr/>
      </dsp:nvSpPr>
      <dsp:spPr>
        <a:xfrm>
          <a:off x="5651962" y="795493"/>
          <a:ext cx="2552269" cy="10827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kern="1200"/>
            <a:t>Key components: Virtual switches, NICs, and routers</a:t>
          </a:r>
        </a:p>
      </dsp:txBody>
      <dsp:txXfrm>
        <a:off x="5651962" y="795493"/>
        <a:ext cx="2552269" cy="1082781"/>
      </dsp:txXfrm>
    </dsp:sp>
    <dsp:sp modelId="{D7EB1F4E-FE8D-4538-BA7B-CEB057AC0E21}">
      <dsp:nvSpPr>
        <dsp:cNvPr id="0" name=""/>
        <dsp:cNvSpPr/>
      </dsp:nvSpPr>
      <dsp:spPr>
        <a:xfrm>
          <a:off x="25368" y="2647688"/>
          <a:ext cx="1082781" cy="108278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F823155-D420-42D9-838D-78C813EC48E6}">
      <dsp:nvSpPr>
        <dsp:cNvPr id="0" name=""/>
        <dsp:cNvSpPr/>
      </dsp:nvSpPr>
      <dsp:spPr>
        <a:xfrm>
          <a:off x="252752" y="2875072"/>
          <a:ext cx="628012" cy="62801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161197A-E7A6-44DB-B9DC-71F4F7ED0F09}">
      <dsp:nvSpPr>
        <dsp:cNvPr id="0" name=""/>
        <dsp:cNvSpPr/>
      </dsp:nvSpPr>
      <dsp:spPr>
        <a:xfrm>
          <a:off x="1340173" y="2647688"/>
          <a:ext cx="2552269" cy="10827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kern="1200"/>
            <a:t>Benefits: Improved network flexibility, security, and scalability</a:t>
          </a:r>
        </a:p>
      </dsp:txBody>
      <dsp:txXfrm>
        <a:off x="1340173" y="2647688"/>
        <a:ext cx="2552269" cy="1082781"/>
      </dsp:txXfrm>
    </dsp:sp>
    <dsp:sp modelId="{59B87DFD-1AB8-43F3-B70C-325DEF6A932D}">
      <dsp:nvSpPr>
        <dsp:cNvPr id="0" name=""/>
        <dsp:cNvSpPr/>
      </dsp:nvSpPr>
      <dsp:spPr>
        <a:xfrm>
          <a:off x="4337156" y="2647688"/>
          <a:ext cx="1082781" cy="108278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687470-6B05-4725-B575-9E11F22C3CED}">
      <dsp:nvSpPr>
        <dsp:cNvPr id="0" name=""/>
        <dsp:cNvSpPr/>
      </dsp:nvSpPr>
      <dsp:spPr>
        <a:xfrm>
          <a:off x="4564540" y="2875072"/>
          <a:ext cx="628012" cy="62801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A289EF3-B0E8-4192-AC24-D80980453CD2}">
      <dsp:nvSpPr>
        <dsp:cNvPr id="0" name=""/>
        <dsp:cNvSpPr/>
      </dsp:nvSpPr>
      <dsp:spPr>
        <a:xfrm>
          <a:off x="5651962" y="2647688"/>
          <a:ext cx="2552269" cy="10827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kern="1200"/>
            <a:t>Examples: VMware NSX, Cisco ACI, OpenFlow</a:t>
          </a:r>
        </a:p>
      </dsp:txBody>
      <dsp:txXfrm>
        <a:off x="5651962" y="2647688"/>
        <a:ext cx="2552269" cy="1082781"/>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4957B8-003D-4E0E-94EA-86A4D9636EC4}">
      <dsp:nvSpPr>
        <dsp:cNvPr id="0" name=""/>
        <dsp:cNvSpPr/>
      </dsp:nvSpPr>
      <dsp:spPr>
        <a:xfrm>
          <a:off x="0" y="1878"/>
          <a:ext cx="8229600" cy="95204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D917A37-55FB-427A-9D93-A31E6C954438}">
      <dsp:nvSpPr>
        <dsp:cNvPr id="0" name=""/>
        <dsp:cNvSpPr/>
      </dsp:nvSpPr>
      <dsp:spPr>
        <a:xfrm>
          <a:off x="287993" y="216088"/>
          <a:ext cx="523623" cy="52362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EE78D93-379D-4C29-A351-3F42EB7ED8A5}">
      <dsp:nvSpPr>
        <dsp:cNvPr id="0" name=""/>
        <dsp:cNvSpPr/>
      </dsp:nvSpPr>
      <dsp:spPr>
        <a:xfrm>
          <a:off x="1099610" y="1878"/>
          <a:ext cx="7129989"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711200">
            <a:lnSpc>
              <a:spcPct val="100000"/>
            </a:lnSpc>
            <a:spcBef>
              <a:spcPct val="0"/>
            </a:spcBef>
            <a:spcAft>
              <a:spcPct val="35000"/>
            </a:spcAft>
            <a:buNone/>
          </a:pPr>
          <a:r>
            <a:rPr lang="en-US" sz="1600" kern="1200"/>
            <a:t>The ability to run multiple virtual networks with each having a separate control and data plan. </a:t>
          </a:r>
        </a:p>
      </dsp:txBody>
      <dsp:txXfrm>
        <a:off x="1099610" y="1878"/>
        <a:ext cx="7129989" cy="952043"/>
      </dsp:txXfrm>
    </dsp:sp>
    <dsp:sp modelId="{23C152BF-8FC8-4611-AE03-A5A5F2A2CECF}">
      <dsp:nvSpPr>
        <dsp:cNvPr id="0" name=""/>
        <dsp:cNvSpPr/>
      </dsp:nvSpPr>
      <dsp:spPr>
        <a:xfrm>
          <a:off x="0" y="1191932"/>
          <a:ext cx="8229600" cy="95204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52A167-8D0C-4180-A7F4-F5347B93ED42}">
      <dsp:nvSpPr>
        <dsp:cNvPr id="0" name=""/>
        <dsp:cNvSpPr/>
      </dsp:nvSpPr>
      <dsp:spPr>
        <a:xfrm>
          <a:off x="287993" y="1406142"/>
          <a:ext cx="523623" cy="52362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0B8A733-410D-4B5C-95E8-446D7BC927C5}">
      <dsp:nvSpPr>
        <dsp:cNvPr id="0" name=""/>
        <dsp:cNvSpPr/>
      </dsp:nvSpPr>
      <dsp:spPr>
        <a:xfrm>
          <a:off x="1099610" y="1191932"/>
          <a:ext cx="7129989"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711200">
            <a:lnSpc>
              <a:spcPct val="100000"/>
            </a:lnSpc>
            <a:spcBef>
              <a:spcPct val="0"/>
            </a:spcBef>
            <a:spcAft>
              <a:spcPct val="35000"/>
            </a:spcAft>
            <a:buNone/>
          </a:pPr>
          <a:r>
            <a:rPr lang="en-US" sz="1600" kern="1200"/>
            <a:t>It co-exists together on top of one physical network. </a:t>
          </a:r>
        </a:p>
      </dsp:txBody>
      <dsp:txXfrm>
        <a:off x="1099610" y="1191932"/>
        <a:ext cx="7129989" cy="952043"/>
      </dsp:txXfrm>
    </dsp:sp>
    <dsp:sp modelId="{EB6642E7-17C2-4E5C-9AB6-D7947C8F0910}">
      <dsp:nvSpPr>
        <dsp:cNvPr id="0" name=""/>
        <dsp:cNvSpPr/>
      </dsp:nvSpPr>
      <dsp:spPr>
        <a:xfrm>
          <a:off x="0" y="2381986"/>
          <a:ext cx="8229600" cy="95204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009A77-5215-42B8-A42F-28810572D559}">
      <dsp:nvSpPr>
        <dsp:cNvPr id="0" name=""/>
        <dsp:cNvSpPr/>
      </dsp:nvSpPr>
      <dsp:spPr>
        <a:xfrm>
          <a:off x="287993" y="2596196"/>
          <a:ext cx="523623" cy="52362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2227C0E-C788-4905-8677-A731D11F5DAA}">
      <dsp:nvSpPr>
        <dsp:cNvPr id="0" name=""/>
        <dsp:cNvSpPr/>
      </dsp:nvSpPr>
      <dsp:spPr>
        <a:xfrm>
          <a:off x="1099610" y="2381986"/>
          <a:ext cx="7129989"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711200">
            <a:lnSpc>
              <a:spcPct val="100000"/>
            </a:lnSpc>
            <a:spcBef>
              <a:spcPct val="0"/>
            </a:spcBef>
            <a:spcAft>
              <a:spcPct val="35000"/>
            </a:spcAft>
            <a:buNone/>
          </a:pPr>
          <a:r>
            <a:rPr lang="en-US" sz="1600" kern="1200"/>
            <a:t>It can be managed by individual parties that are potentially confidential to each other. </a:t>
          </a:r>
        </a:p>
      </dsp:txBody>
      <dsp:txXfrm>
        <a:off x="1099610" y="2381986"/>
        <a:ext cx="7129989" cy="952043"/>
      </dsp:txXfrm>
    </dsp:sp>
    <dsp:sp modelId="{D6A0E405-037B-437C-98AB-56CE0CA91626}">
      <dsp:nvSpPr>
        <dsp:cNvPr id="0" name=""/>
        <dsp:cNvSpPr/>
      </dsp:nvSpPr>
      <dsp:spPr>
        <a:xfrm>
          <a:off x="0" y="3572041"/>
          <a:ext cx="8229600" cy="95204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11BED6-F950-48DD-824F-89D02F0912AD}">
      <dsp:nvSpPr>
        <dsp:cNvPr id="0" name=""/>
        <dsp:cNvSpPr/>
      </dsp:nvSpPr>
      <dsp:spPr>
        <a:xfrm>
          <a:off x="287993" y="3786250"/>
          <a:ext cx="523623" cy="52362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B20D7FD-900B-43A0-AF56-C926621D4449}">
      <dsp:nvSpPr>
        <dsp:cNvPr id="0" name=""/>
        <dsp:cNvSpPr/>
      </dsp:nvSpPr>
      <dsp:spPr>
        <a:xfrm>
          <a:off x="1099610" y="3572041"/>
          <a:ext cx="7129989"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711200">
            <a:lnSpc>
              <a:spcPct val="100000"/>
            </a:lnSpc>
            <a:spcBef>
              <a:spcPct val="0"/>
            </a:spcBef>
            <a:spcAft>
              <a:spcPct val="35000"/>
            </a:spcAft>
            <a:buNone/>
          </a:pPr>
          <a:r>
            <a:rPr lang="en-US" sz="1600" kern="1200"/>
            <a:t>Network virtualization provides a facility to create and provision virtual networks, logical switches, routers, firewalls, load balancers, VPNs, and workload security within days or even weeks. </a:t>
          </a:r>
        </a:p>
      </dsp:txBody>
      <dsp:txXfrm>
        <a:off x="1099610" y="3572041"/>
        <a:ext cx="7129989" cy="952043"/>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476B10-C13E-43BF-95CD-641D24D87A1C}">
      <dsp:nvSpPr>
        <dsp:cNvPr id="0" name=""/>
        <dsp:cNvSpPr/>
      </dsp:nvSpPr>
      <dsp:spPr>
        <a:xfrm>
          <a:off x="0" y="4274295"/>
          <a:ext cx="4358346" cy="1402919"/>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b="0" i="0" kern="1200"/>
            <a:t>Administrators can adjust and control these elements virtually without touching the physical components</a:t>
          </a:r>
          <a:endParaRPr lang="en-US" sz="2000" kern="1200"/>
        </a:p>
      </dsp:txBody>
      <dsp:txXfrm>
        <a:off x="0" y="4274295"/>
        <a:ext cx="4358346" cy="1402919"/>
      </dsp:txXfrm>
    </dsp:sp>
    <dsp:sp modelId="{55484393-6071-4067-AC57-2D4D3C1D544E}">
      <dsp:nvSpPr>
        <dsp:cNvPr id="0" name=""/>
        <dsp:cNvSpPr/>
      </dsp:nvSpPr>
      <dsp:spPr>
        <a:xfrm rot="10800000">
          <a:off x="0" y="2137649"/>
          <a:ext cx="4358346" cy="2157689"/>
        </a:xfrm>
        <a:prstGeom prst="upArrowCallou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b="0" i="0" kern="1200"/>
            <a:t>Network virtualization combines these network resources to centralize administrative tasks. </a:t>
          </a:r>
          <a:endParaRPr lang="en-US" sz="2000" kern="1200"/>
        </a:p>
      </dsp:txBody>
      <dsp:txXfrm rot="10800000">
        <a:off x="0" y="2137649"/>
        <a:ext cx="4358346" cy="1402002"/>
      </dsp:txXfrm>
    </dsp:sp>
    <dsp:sp modelId="{17B2DDC2-3FFE-4965-A6ED-19333C1A86EF}">
      <dsp:nvSpPr>
        <dsp:cNvPr id="0" name=""/>
        <dsp:cNvSpPr/>
      </dsp:nvSpPr>
      <dsp:spPr>
        <a:xfrm rot="10800000">
          <a:off x="0" y="1003"/>
          <a:ext cx="4358346" cy="2157689"/>
        </a:xfrm>
        <a:prstGeom prst="upArrowCallou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b="0" i="0" kern="1200"/>
            <a:t>An organization with offices in multiple locations can have several different network technologies working together for its enterprise network. </a:t>
          </a:r>
          <a:endParaRPr lang="en-US" sz="2000" kern="1200"/>
        </a:p>
      </dsp:txBody>
      <dsp:txXfrm rot="10800000">
        <a:off x="0" y="1003"/>
        <a:ext cx="4358346" cy="1402002"/>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06ADD9-ACA2-4A24-B028-AAE49BFB49DB}">
      <dsp:nvSpPr>
        <dsp:cNvPr id="0" name=""/>
        <dsp:cNvSpPr/>
      </dsp:nvSpPr>
      <dsp:spPr>
        <a:xfrm>
          <a:off x="0" y="708097"/>
          <a:ext cx="7886700" cy="130725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28B8E01-449B-49A8-BD94-070774EBFEE6}">
      <dsp:nvSpPr>
        <dsp:cNvPr id="0" name=""/>
        <dsp:cNvSpPr/>
      </dsp:nvSpPr>
      <dsp:spPr>
        <a:xfrm>
          <a:off x="395445" y="1002230"/>
          <a:ext cx="718991" cy="71899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12445EA-05AA-4EF9-8EF9-5F7A6000422A}">
      <dsp:nvSpPr>
        <dsp:cNvPr id="0" name=""/>
        <dsp:cNvSpPr/>
      </dsp:nvSpPr>
      <dsp:spPr>
        <a:xfrm>
          <a:off x="1509882" y="708097"/>
          <a:ext cx="3549015" cy="1307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351" tIns="138351" rIns="138351" bIns="138351" numCol="1" spcCol="1270" anchor="ctr" anchorCtr="0">
          <a:noAutofit/>
        </a:bodyPr>
        <a:lstStyle/>
        <a:p>
          <a:pPr marL="0" lvl="0" indent="0" algn="l" defTabSz="755650">
            <a:lnSpc>
              <a:spcPct val="90000"/>
            </a:lnSpc>
            <a:spcBef>
              <a:spcPct val="0"/>
            </a:spcBef>
            <a:spcAft>
              <a:spcPct val="35000"/>
            </a:spcAft>
            <a:buNone/>
          </a:pPr>
          <a:r>
            <a:rPr lang="en-US" sz="1700" b="1" i="0" kern="1200"/>
            <a:t>Software-defined networking (SDN)</a:t>
          </a:r>
          <a:r>
            <a:rPr lang="en-US" sz="1700" b="0" i="0" kern="1200"/>
            <a:t> controls traffic routing by taking over routing management from data routing in the physical environment. </a:t>
          </a:r>
          <a:endParaRPr lang="en-US" sz="1700" kern="1200"/>
        </a:p>
      </dsp:txBody>
      <dsp:txXfrm>
        <a:off x="1509882" y="708097"/>
        <a:ext cx="3549015" cy="1307257"/>
      </dsp:txXfrm>
    </dsp:sp>
    <dsp:sp modelId="{6D571033-EF1A-4C49-A3AD-F03A4A575792}">
      <dsp:nvSpPr>
        <dsp:cNvPr id="0" name=""/>
        <dsp:cNvSpPr/>
      </dsp:nvSpPr>
      <dsp:spPr>
        <a:xfrm>
          <a:off x="5058897" y="708097"/>
          <a:ext cx="2827802" cy="1307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351" tIns="138351" rIns="138351" bIns="138351" numCol="1" spcCol="1270" anchor="ctr" anchorCtr="0">
          <a:noAutofit/>
        </a:bodyPr>
        <a:lstStyle/>
        <a:p>
          <a:pPr marL="0" lvl="0" indent="0" algn="l" defTabSz="577850">
            <a:lnSpc>
              <a:spcPct val="90000"/>
            </a:lnSpc>
            <a:spcBef>
              <a:spcPct val="0"/>
            </a:spcBef>
            <a:spcAft>
              <a:spcPct val="35000"/>
            </a:spcAft>
            <a:buNone/>
          </a:pPr>
          <a:r>
            <a:rPr lang="en-US" sz="1300" b="0" i="0" kern="1200"/>
            <a:t>For example, you can program your system to prioritize your video call traffic over application traffic to ensure consistent call quality in all online meetings.</a:t>
          </a:r>
          <a:endParaRPr lang="en-US" sz="1300" kern="1200"/>
        </a:p>
      </dsp:txBody>
      <dsp:txXfrm>
        <a:off x="5058897" y="708097"/>
        <a:ext cx="2827802" cy="1307257"/>
      </dsp:txXfrm>
    </dsp:sp>
    <dsp:sp modelId="{AC469032-F4E4-442C-98EB-DB5AB8071773}">
      <dsp:nvSpPr>
        <dsp:cNvPr id="0" name=""/>
        <dsp:cNvSpPr/>
      </dsp:nvSpPr>
      <dsp:spPr>
        <a:xfrm>
          <a:off x="0" y="2342169"/>
          <a:ext cx="7886700" cy="1307257"/>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8D1ED0E-9759-4DCB-BD42-FCC6015B58E6}">
      <dsp:nvSpPr>
        <dsp:cNvPr id="0" name=""/>
        <dsp:cNvSpPr/>
      </dsp:nvSpPr>
      <dsp:spPr>
        <a:xfrm>
          <a:off x="395445" y="2636302"/>
          <a:ext cx="718991" cy="71899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235A3EA-B93B-4DE4-99DB-BE5280E6016B}">
      <dsp:nvSpPr>
        <dsp:cNvPr id="0" name=""/>
        <dsp:cNvSpPr/>
      </dsp:nvSpPr>
      <dsp:spPr>
        <a:xfrm>
          <a:off x="1509882" y="2342169"/>
          <a:ext cx="6376817" cy="1307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351" tIns="138351" rIns="138351" bIns="138351" numCol="1" spcCol="1270" anchor="ctr" anchorCtr="0">
          <a:noAutofit/>
        </a:bodyPr>
        <a:lstStyle/>
        <a:p>
          <a:pPr marL="0" lvl="0" indent="0" algn="l" defTabSz="755650">
            <a:lnSpc>
              <a:spcPct val="90000"/>
            </a:lnSpc>
            <a:spcBef>
              <a:spcPct val="0"/>
            </a:spcBef>
            <a:spcAft>
              <a:spcPct val="35000"/>
            </a:spcAft>
            <a:buNone/>
          </a:pPr>
          <a:r>
            <a:rPr lang="en-US" sz="1700" b="1" i="0" kern="1200"/>
            <a:t>Network function virtualization </a:t>
          </a:r>
          <a:r>
            <a:rPr lang="en-US" sz="1700" b="0" i="0" kern="1200"/>
            <a:t>combines the functions of network appliances, such as firewalls, load balancers, and traffic analyzers that work together, to improve network performance.</a:t>
          </a:r>
          <a:endParaRPr lang="en-US" sz="1700" kern="1200"/>
        </a:p>
      </dsp:txBody>
      <dsp:txXfrm>
        <a:off x="1509882" y="2342169"/>
        <a:ext cx="6376817" cy="1307257"/>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3EB5A1-AD53-49D9-9404-4CBC81555EC2}">
      <dsp:nvSpPr>
        <dsp:cNvPr id="0" name=""/>
        <dsp:cNvSpPr/>
      </dsp:nvSpPr>
      <dsp:spPr>
        <a:xfrm>
          <a:off x="0" y="2288"/>
          <a:ext cx="4773168"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5C7BBDA-4D68-458A-AFAB-151B85B5464E}">
      <dsp:nvSpPr>
        <dsp:cNvPr id="0" name=""/>
        <dsp:cNvSpPr/>
      </dsp:nvSpPr>
      <dsp:spPr>
        <a:xfrm>
          <a:off x="350852" y="263253"/>
          <a:ext cx="637913" cy="63791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2BA800E-8B7D-4F68-9C2C-2B639AEECBC4}">
      <dsp:nvSpPr>
        <dsp:cNvPr id="0" name=""/>
        <dsp:cNvSpPr/>
      </dsp:nvSpPr>
      <dsp:spPr>
        <a:xfrm>
          <a:off x="1339618" y="2288"/>
          <a:ext cx="3433549"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844550">
            <a:lnSpc>
              <a:spcPct val="90000"/>
            </a:lnSpc>
            <a:spcBef>
              <a:spcPct val="0"/>
            </a:spcBef>
            <a:spcAft>
              <a:spcPct val="35000"/>
            </a:spcAft>
            <a:buNone/>
          </a:pPr>
          <a:r>
            <a:rPr lang="en-US" sz="1900" kern="1200"/>
            <a:t>Separates desktop environment from physical device</a:t>
          </a:r>
        </a:p>
      </dsp:txBody>
      <dsp:txXfrm>
        <a:off x="1339618" y="2288"/>
        <a:ext cx="3433549" cy="1159843"/>
      </dsp:txXfrm>
    </dsp:sp>
    <dsp:sp modelId="{25C75681-0C22-4DA2-9AD6-EE1ECCCEA036}">
      <dsp:nvSpPr>
        <dsp:cNvPr id="0" name=""/>
        <dsp:cNvSpPr/>
      </dsp:nvSpPr>
      <dsp:spPr>
        <a:xfrm>
          <a:off x="0" y="1452092"/>
          <a:ext cx="4773168"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60D5ED5-0933-43FE-AC29-2EEC8A7EDBDB}">
      <dsp:nvSpPr>
        <dsp:cNvPr id="0" name=""/>
        <dsp:cNvSpPr/>
      </dsp:nvSpPr>
      <dsp:spPr>
        <a:xfrm>
          <a:off x="350852" y="1713057"/>
          <a:ext cx="637913" cy="63791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BDC054B-FB84-4C9E-B1A9-65E8177DD361}">
      <dsp:nvSpPr>
        <dsp:cNvPr id="0" name=""/>
        <dsp:cNvSpPr/>
      </dsp:nvSpPr>
      <dsp:spPr>
        <a:xfrm>
          <a:off x="1339618" y="1452092"/>
          <a:ext cx="214792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844550">
            <a:lnSpc>
              <a:spcPct val="90000"/>
            </a:lnSpc>
            <a:spcBef>
              <a:spcPct val="0"/>
            </a:spcBef>
            <a:spcAft>
              <a:spcPct val="35000"/>
            </a:spcAft>
            <a:buNone/>
          </a:pPr>
          <a:r>
            <a:rPr lang="en-US" sz="1900" kern="1200"/>
            <a:t>Types:</a:t>
          </a:r>
        </a:p>
      </dsp:txBody>
      <dsp:txXfrm>
        <a:off x="1339618" y="1452092"/>
        <a:ext cx="2147925" cy="1159843"/>
      </dsp:txXfrm>
    </dsp:sp>
    <dsp:sp modelId="{1EE3DB9F-C436-4AF5-A032-9E72363250BE}">
      <dsp:nvSpPr>
        <dsp:cNvPr id="0" name=""/>
        <dsp:cNvSpPr/>
      </dsp:nvSpPr>
      <dsp:spPr>
        <a:xfrm>
          <a:off x="3487544" y="1452092"/>
          <a:ext cx="1285623"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488950">
            <a:lnSpc>
              <a:spcPct val="90000"/>
            </a:lnSpc>
            <a:spcBef>
              <a:spcPct val="0"/>
            </a:spcBef>
            <a:spcAft>
              <a:spcPct val="35000"/>
            </a:spcAft>
            <a:buNone/>
          </a:pPr>
          <a:r>
            <a:rPr lang="en-US" sz="1100" kern="1200"/>
            <a:t>Virtual Desktop Infrastructure (VDI)</a:t>
          </a:r>
        </a:p>
        <a:p>
          <a:pPr marL="0" lvl="0" indent="0" algn="l" defTabSz="488950">
            <a:lnSpc>
              <a:spcPct val="90000"/>
            </a:lnSpc>
            <a:spcBef>
              <a:spcPct val="0"/>
            </a:spcBef>
            <a:spcAft>
              <a:spcPct val="35000"/>
            </a:spcAft>
            <a:buNone/>
          </a:pPr>
          <a:r>
            <a:rPr lang="en-US" sz="1100" kern="1200"/>
            <a:t>Remote Desktop Services (RDS)</a:t>
          </a:r>
        </a:p>
      </dsp:txBody>
      <dsp:txXfrm>
        <a:off x="3487544" y="1452092"/>
        <a:ext cx="1285623" cy="1159843"/>
      </dsp:txXfrm>
    </dsp:sp>
    <dsp:sp modelId="{B1EADE5F-DA96-48CD-B732-5C204CF0E5BA}">
      <dsp:nvSpPr>
        <dsp:cNvPr id="0" name=""/>
        <dsp:cNvSpPr/>
      </dsp:nvSpPr>
      <dsp:spPr>
        <a:xfrm>
          <a:off x="0" y="2901896"/>
          <a:ext cx="4773168"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1EB9ECC-A2FE-4FB6-84D8-DA09BB53775B}">
      <dsp:nvSpPr>
        <dsp:cNvPr id="0" name=""/>
        <dsp:cNvSpPr/>
      </dsp:nvSpPr>
      <dsp:spPr>
        <a:xfrm>
          <a:off x="350852" y="3162861"/>
          <a:ext cx="637913" cy="63791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C8E5597-3BC7-4F5C-8A52-B991F4E3CD81}">
      <dsp:nvSpPr>
        <dsp:cNvPr id="0" name=""/>
        <dsp:cNvSpPr/>
      </dsp:nvSpPr>
      <dsp:spPr>
        <a:xfrm>
          <a:off x="1339618" y="2901896"/>
          <a:ext cx="3433549"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844550">
            <a:lnSpc>
              <a:spcPct val="90000"/>
            </a:lnSpc>
            <a:spcBef>
              <a:spcPct val="0"/>
            </a:spcBef>
            <a:spcAft>
              <a:spcPct val="35000"/>
            </a:spcAft>
            <a:buNone/>
          </a:pPr>
          <a:r>
            <a:rPr lang="en-US" sz="1900" kern="1200"/>
            <a:t>Benefits: Centralized management, improved security, and flexibility</a:t>
          </a:r>
        </a:p>
      </dsp:txBody>
      <dsp:txXfrm>
        <a:off x="1339618" y="2901896"/>
        <a:ext cx="3433549" cy="1159843"/>
      </dsp:txXfrm>
    </dsp:sp>
    <dsp:sp modelId="{407C17CE-F410-4266-9D69-846BF917CECF}">
      <dsp:nvSpPr>
        <dsp:cNvPr id="0" name=""/>
        <dsp:cNvSpPr/>
      </dsp:nvSpPr>
      <dsp:spPr>
        <a:xfrm>
          <a:off x="0" y="4351700"/>
          <a:ext cx="4773168"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A03EF2-BB6E-4D11-B72A-9CC53DD31B17}">
      <dsp:nvSpPr>
        <dsp:cNvPr id="0" name=""/>
        <dsp:cNvSpPr/>
      </dsp:nvSpPr>
      <dsp:spPr>
        <a:xfrm>
          <a:off x="350852" y="4612665"/>
          <a:ext cx="637913" cy="63791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5DA27E2-4C26-46BA-8558-4C4EB4996C00}">
      <dsp:nvSpPr>
        <dsp:cNvPr id="0" name=""/>
        <dsp:cNvSpPr/>
      </dsp:nvSpPr>
      <dsp:spPr>
        <a:xfrm>
          <a:off x="1339618" y="4351700"/>
          <a:ext cx="3433549"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844550">
            <a:lnSpc>
              <a:spcPct val="90000"/>
            </a:lnSpc>
            <a:spcBef>
              <a:spcPct val="0"/>
            </a:spcBef>
            <a:spcAft>
              <a:spcPct val="35000"/>
            </a:spcAft>
            <a:buNone/>
          </a:pPr>
          <a:r>
            <a:rPr lang="en-US" sz="1900" kern="1200"/>
            <a:t>Examples: Citrix XenDesktop, VMware Horizon, Microsoft Remote Desktop Services</a:t>
          </a:r>
        </a:p>
      </dsp:txBody>
      <dsp:txXfrm>
        <a:off x="1339618" y="4351700"/>
        <a:ext cx="3433549" cy="1159843"/>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0A78CA-5F6D-4FD3-A82A-471E43946A0C}">
      <dsp:nvSpPr>
        <dsp:cNvPr id="0" name=""/>
        <dsp:cNvSpPr/>
      </dsp:nvSpPr>
      <dsp:spPr>
        <a:xfrm>
          <a:off x="0" y="1808"/>
          <a:ext cx="7886700" cy="916611"/>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F2AC96B-BB40-4B85-8671-343F1CB62E3D}">
      <dsp:nvSpPr>
        <dsp:cNvPr id="0" name=""/>
        <dsp:cNvSpPr/>
      </dsp:nvSpPr>
      <dsp:spPr>
        <a:xfrm>
          <a:off x="277275" y="208046"/>
          <a:ext cx="504136" cy="50413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E78B415-CAF6-460C-8A3B-F859AF57A0E3}">
      <dsp:nvSpPr>
        <dsp:cNvPr id="0" name=""/>
        <dsp:cNvSpPr/>
      </dsp:nvSpPr>
      <dsp:spPr>
        <a:xfrm>
          <a:off x="1058686" y="1808"/>
          <a:ext cx="68280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755650">
            <a:lnSpc>
              <a:spcPct val="90000"/>
            </a:lnSpc>
            <a:spcBef>
              <a:spcPct val="0"/>
            </a:spcBef>
            <a:spcAft>
              <a:spcPct val="35000"/>
            </a:spcAft>
            <a:buNone/>
          </a:pPr>
          <a:r>
            <a:rPr lang="en-US" sz="1700" kern="1200"/>
            <a:t>Desktop virtualization allows the users’ OS to be remotely stored on a server in the data center. </a:t>
          </a:r>
        </a:p>
      </dsp:txBody>
      <dsp:txXfrm>
        <a:off x="1058686" y="1808"/>
        <a:ext cx="6828013" cy="916611"/>
      </dsp:txXfrm>
    </dsp:sp>
    <dsp:sp modelId="{FFADEFA8-4FE2-454F-A17F-BBBDF6935752}">
      <dsp:nvSpPr>
        <dsp:cNvPr id="0" name=""/>
        <dsp:cNvSpPr/>
      </dsp:nvSpPr>
      <dsp:spPr>
        <a:xfrm>
          <a:off x="0" y="1147573"/>
          <a:ext cx="7886700" cy="916611"/>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7415150-5F0F-4C0C-AFEB-EC59291900E6}">
      <dsp:nvSpPr>
        <dsp:cNvPr id="0" name=""/>
        <dsp:cNvSpPr/>
      </dsp:nvSpPr>
      <dsp:spPr>
        <a:xfrm>
          <a:off x="277275" y="1353811"/>
          <a:ext cx="504136" cy="50413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A841BF2-F05B-4790-A802-125120DC30EE}">
      <dsp:nvSpPr>
        <dsp:cNvPr id="0" name=""/>
        <dsp:cNvSpPr/>
      </dsp:nvSpPr>
      <dsp:spPr>
        <a:xfrm>
          <a:off x="1058686" y="1147573"/>
          <a:ext cx="68280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755650">
            <a:lnSpc>
              <a:spcPct val="90000"/>
            </a:lnSpc>
            <a:spcBef>
              <a:spcPct val="0"/>
            </a:spcBef>
            <a:spcAft>
              <a:spcPct val="35000"/>
            </a:spcAft>
            <a:buNone/>
          </a:pPr>
          <a:r>
            <a:rPr lang="en-US" sz="1700" kern="1200"/>
            <a:t>It allows the user to access their desktop virtually, from any location by a different machine. </a:t>
          </a:r>
        </a:p>
      </dsp:txBody>
      <dsp:txXfrm>
        <a:off x="1058686" y="1147573"/>
        <a:ext cx="6828013" cy="916611"/>
      </dsp:txXfrm>
    </dsp:sp>
    <dsp:sp modelId="{26C4C3CD-7385-480F-9175-2C4D18E088B3}">
      <dsp:nvSpPr>
        <dsp:cNvPr id="0" name=""/>
        <dsp:cNvSpPr/>
      </dsp:nvSpPr>
      <dsp:spPr>
        <a:xfrm>
          <a:off x="0" y="2293338"/>
          <a:ext cx="7886700" cy="916611"/>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D4C730-8473-4380-A11D-03D41CA23D66}">
      <dsp:nvSpPr>
        <dsp:cNvPr id="0" name=""/>
        <dsp:cNvSpPr/>
      </dsp:nvSpPr>
      <dsp:spPr>
        <a:xfrm>
          <a:off x="277275" y="2499576"/>
          <a:ext cx="504136" cy="50413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94CCB18-4F77-40CE-956C-D115310D9079}">
      <dsp:nvSpPr>
        <dsp:cNvPr id="0" name=""/>
        <dsp:cNvSpPr/>
      </dsp:nvSpPr>
      <dsp:spPr>
        <a:xfrm>
          <a:off x="1058686" y="2293338"/>
          <a:ext cx="68280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755650">
            <a:lnSpc>
              <a:spcPct val="90000"/>
            </a:lnSpc>
            <a:spcBef>
              <a:spcPct val="0"/>
            </a:spcBef>
            <a:spcAft>
              <a:spcPct val="35000"/>
            </a:spcAft>
            <a:buNone/>
          </a:pPr>
          <a:r>
            <a:rPr lang="en-US" sz="1700" kern="1200"/>
            <a:t>The main benefits of desktop virtualization are user mobility, portability, and easy management of software installation, updates, and patches. </a:t>
          </a:r>
        </a:p>
      </dsp:txBody>
      <dsp:txXfrm>
        <a:off x="1058686" y="2293338"/>
        <a:ext cx="6828013" cy="916611"/>
      </dsp:txXfrm>
    </dsp:sp>
    <dsp:sp modelId="{5A7E5B39-6F32-48AA-944E-25E3BF636A55}">
      <dsp:nvSpPr>
        <dsp:cNvPr id="0" name=""/>
        <dsp:cNvSpPr/>
      </dsp:nvSpPr>
      <dsp:spPr>
        <a:xfrm>
          <a:off x="0" y="3439103"/>
          <a:ext cx="7886700" cy="916611"/>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9BF5F6-A71B-4F57-9303-974C158E5094}">
      <dsp:nvSpPr>
        <dsp:cNvPr id="0" name=""/>
        <dsp:cNvSpPr/>
      </dsp:nvSpPr>
      <dsp:spPr>
        <a:xfrm>
          <a:off x="277275" y="3645341"/>
          <a:ext cx="504136" cy="50413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02A25AE-C105-4F04-BC86-62D504D80418}">
      <dsp:nvSpPr>
        <dsp:cNvPr id="0" name=""/>
        <dsp:cNvSpPr/>
      </dsp:nvSpPr>
      <dsp:spPr>
        <a:xfrm>
          <a:off x="1058686" y="3439103"/>
          <a:ext cx="68280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755650">
            <a:lnSpc>
              <a:spcPct val="90000"/>
            </a:lnSpc>
            <a:spcBef>
              <a:spcPct val="0"/>
            </a:spcBef>
            <a:spcAft>
              <a:spcPct val="35000"/>
            </a:spcAft>
            <a:buNone/>
          </a:pPr>
          <a:r>
            <a:rPr lang="en-US" sz="1700" b="0" i="0" kern="1200"/>
            <a:t>It also makes desktop management efficient and secure, saving money on desktop hardware. </a:t>
          </a:r>
          <a:endParaRPr lang="en-US" sz="1700" kern="1200"/>
        </a:p>
      </dsp:txBody>
      <dsp:txXfrm>
        <a:off x="1058686" y="3439103"/>
        <a:ext cx="6828013" cy="916611"/>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AE63AB-25FD-4BA0-9C0B-841D76540B78}">
      <dsp:nvSpPr>
        <dsp:cNvPr id="0" name=""/>
        <dsp:cNvSpPr/>
      </dsp:nvSpPr>
      <dsp:spPr>
        <a:xfrm>
          <a:off x="0" y="531"/>
          <a:ext cx="7886700" cy="124470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57D66DA-7DC4-4E98-B20E-CD895DB955A7}">
      <dsp:nvSpPr>
        <dsp:cNvPr id="0" name=""/>
        <dsp:cNvSpPr/>
      </dsp:nvSpPr>
      <dsp:spPr>
        <a:xfrm>
          <a:off x="376522" y="280590"/>
          <a:ext cx="684586" cy="68458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45D97A4-CC05-4FC7-B995-396B4AF1BB97}">
      <dsp:nvSpPr>
        <dsp:cNvPr id="0" name=""/>
        <dsp:cNvSpPr/>
      </dsp:nvSpPr>
      <dsp:spPr>
        <a:xfrm>
          <a:off x="1437631" y="531"/>
          <a:ext cx="64490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US" sz="2300" kern="1200"/>
            <a:t>A customer service team that requires a desktop computer with Windows 10 and customer-relationship management software</a:t>
          </a:r>
        </a:p>
      </dsp:txBody>
      <dsp:txXfrm>
        <a:off x="1437631" y="531"/>
        <a:ext cx="6449068" cy="1244702"/>
      </dsp:txXfrm>
    </dsp:sp>
    <dsp:sp modelId="{159C2F88-B658-4FC8-808C-C603F52C842D}">
      <dsp:nvSpPr>
        <dsp:cNvPr id="0" name=""/>
        <dsp:cNvSpPr/>
      </dsp:nvSpPr>
      <dsp:spPr>
        <a:xfrm>
          <a:off x="0" y="1556410"/>
          <a:ext cx="7886700" cy="124470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280F88-08F3-4BCD-9973-C91C48E50DCC}">
      <dsp:nvSpPr>
        <dsp:cNvPr id="0" name=""/>
        <dsp:cNvSpPr/>
      </dsp:nvSpPr>
      <dsp:spPr>
        <a:xfrm>
          <a:off x="376522" y="1836468"/>
          <a:ext cx="684586" cy="68458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71867DE-3CAA-47EB-8FB0-F182510AD40D}">
      <dsp:nvSpPr>
        <dsp:cNvPr id="0" name=""/>
        <dsp:cNvSpPr/>
      </dsp:nvSpPr>
      <dsp:spPr>
        <a:xfrm>
          <a:off x="1437631" y="1556410"/>
          <a:ext cx="64490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US" sz="2300" kern="1200"/>
            <a:t>A marketing team that requires Windows 8 for sales applications</a:t>
          </a:r>
        </a:p>
      </dsp:txBody>
      <dsp:txXfrm>
        <a:off x="1437631" y="1556410"/>
        <a:ext cx="6449068" cy="1244702"/>
      </dsp:txXfrm>
    </dsp:sp>
    <dsp:sp modelId="{8AEDD989-BCD4-41AC-BE8B-4FC04E81259F}">
      <dsp:nvSpPr>
        <dsp:cNvPr id="0" name=""/>
        <dsp:cNvSpPr/>
      </dsp:nvSpPr>
      <dsp:spPr>
        <a:xfrm>
          <a:off x="0" y="3112289"/>
          <a:ext cx="7886700" cy="124470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121FFA2-E0BD-4B88-97DA-FD60AE75E6BD}">
      <dsp:nvSpPr>
        <dsp:cNvPr id="0" name=""/>
        <dsp:cNvSpPr/>
      </dsp:nvSpPr>
      <dsp:spPr>
        <a:xfrm>
          <a:off x="376522" y="3392347"/>
          <a:ext cx="684586" cy="68458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719365D-9EBC-4749-B0F5-3FCC5CA76F0E}">
      <dsp:nvSpPr>
        <dsp:cNvPr id="0" name=""/>
        <dsp:cNvSpPr/>
      </dsp:nvSpPr>
      <dsp:spPr>
        <a:xfrm>
          <a:off x="1437631" y="3112289"/>
          <a:ext cx="64490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US" sz="2300" kern="1200"/>
            <a:t>Desktop virtualization can help to run these different OS on virtual machines.</a:t>
          </a:r>
        </a:p>
      </dsp:txBody>
      <dsp:txXfrm>
        <a:off x="1437631" y="3112289"/>
        <a:ext cx="6449068" cy="1244702"/>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2F89A7-549F-457D-A754-ABD8F9A5A254}">
      <dsp:nvSpPr>
        <dsp:cNvPr id="0" name=""/>
        <dsp:cNvSpPr/>
      </dsp:nvSpPr>
      <dsp:spPr>
        <a:xfrm>
          <a:off x="0" y="531"/>
          <a:ext cx="7886700" cy="124293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1955C3-86AD-4279-9993-C6A1229B472D}">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88C2035-9229-45C2-B55B-E0B527FE6E00}">
      <dsp:nvSpPr>
        <dsp:cNvPr id="0" name=""/>
        <dsp:cNvSpPr/>
      </dsp:nvSpPr>
      <dsp:spPr>
        <a:xfrm>
          <a:off x="1435590" y="531"/>
          <a:ext cx="64511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022350">
            <a:lnSpc>
              <a:spcPct val="90000"/>
            </a:lnSpc>
            <a:spcBef>
              <a:spcPct val="0"/>
            </a:spcBef>
            <a:spcAft>
              <a:spcPct val="35000"/>
            </a:spcAft>
            <a:buNone/>
          </a:pPr>
          <a:r>
            <a:rPr lang="en-US" sz="2300" b="1" kern="1200"/>
            <a:t>Virtual desktop infrastructure </a:t>
          </a:r>
          <a:r>
            <a:rPr lang="en-US" sz="2300" kern="1200"/>
            <a:t>runs virtual desktops on a remote server. Your users can access them by using client devices.</a:t>
          </a:r>
        </a:p>
      </dsp:txBody>
      <dsp:txXfrm>
        <a:off x="1435590" y="531"/>
        <a:ext cx="6451109" cy="1242935"/>
      </dsp:txXfrm>
    </dsp:sp>
    <dsp:sp modelId="{636A6623-1E3C-4E41-8A71-1C4E586EF3B8}">
      <dsp:nvSpPr>
        <dsp:cNvPr id="0" name=""/>
        <dsp:cNvSpPr/>
      </dsp:nvSpPr>
      <dsp:spPr>
        <a:xfrm>
          <a:off x="0" y="1554201"/>
          <a:ext cx="7886700" cy="1242935"/>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63590A8-1C6D-4155-92B9-27654E8E7892}">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9781E25-ED0C-4B81-BF23-041517EA46B0}">
      <dsp:nvSpPr>
        <dsp:cNvPr id="0" name=""/>
        <dsp:cNvSpPr/>
      </dsp:nvSpPr>
      <dsp:spPr>
        <a:xfrm>
          <a:off x="1435590" y="1554201"/>
          <a:ext cx="64511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022350">
            <a:lnSpc>
              <a:spcPct val="90000"/>
            </a:lnSpc>
            <a:spcBef>
              <a:spcPct val="0"/>
            </a:spcBef>
            <a:spcAft>
              <a:spcPct val="35000"/>
            </a:spcAft>
            <a:buNone/>
          </a:pPr>
          <a:r>
            <a:rPr lang="en-US" sz="2300" kern="1200"/>
            <a:t>In </a:t>
          </a:r>
          <a:r>
            <a:rPr lang="en-US" sz="2300" b="1" kern="1200"/>
            <a:t>local desktop virtualization</a:t>
          </a:r>
          <a:r>
            <a:rPr lang="en-US" sz="2300" kern="1200"/>
            <a:t>, you run the hypervisor on a local computer and create VM with a different OS. </a:t>
          </a:r>
        </a:p>
      </dsp:txBody>
      <dsp:txXfrm>
        <a:off x="1435590" y="1554201"/>
        <a:ext cx="6451109" cy="1242935"/>
      </dsp:txXfrm>
    </dsp:sp>
    <dsp:sp modelId="{06D79194-EE77-4549-9143-13D03C0B1981}">
      <dsp:nvSpPr>
        <dsp:cNvPr id="0" name=""/>
        <dsp:cNvSpPr/>
      </dsp:nvSpPr>
      <dsp:spPr>
        <a:xfrm>
          <a:off x="0" y="3107870"/>
          <a:ext cx="7886700" cy="1242935"/>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344A4C9-C997-46EC-9700-6259F528CC9C}">
      <dsp:nvSpPr>
        <dsp:cNvPr id="0" name=""/>
        <dsp:cNvSpPr/>
      </dsp:nvSpPr>
      <dsp:spPr>
        <a:xfrm>
          <a:off x="375988" y="3387531"/>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DD388C9-FD23-45A7-8822-5945F2D34CD0}">
      <dsp:nvSpPr>
        <dsp:cNvPr id="0" name=""/>
        <dsp:cNvSpPr/>
      </dsp:nvSpPr>
      <dsp:spPr>
        <a:xfrm>
          <a:off x="1435590" y="3107870"/>
          <a:ext cx="64511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022350">
            <a:lnSpc>
              <a:spcPct val="90000"/>
            </a:lnSpc>
            <a:spcBef>
              <a:spcPct val="0"/>
            </a:spcBef>
            <a:spcAft>
              <a:spcPct val="35000"/>
            </a:spcAft>
            <a:buNone/>
          </a:pPr>
          <a:r>
            <a:rPr lang="en-US" sz="2300" kern="1200"/>
            <a:t>You can switch between your local and virtual environment in the same way you can switch between applications. </a:t>
          </a:r>
        </a:p>
      </dsp:txBody>
      <dsp:txXfrm>
        <a:off x="1435590" y="3107870"/>
        <a:ext cx="6451109" cy="1242935"/>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84ADC3-0A19-4941-A4BA-AD797B2FE44B}">
      <dsp:nvSpPr>
        <dsp:cNvPr id="0" name=""/>
        <dsp:cNvSpPr/>
      </dsp:nvSpPr>
      <dsp:spPr>
        <a:xfrm>
          <a:off x="0" y="2288"/>
          <a:ext cx="4773168"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546F082-0E03-45C1-A6CA-ECBA86176270}">
      <dsp:nvSpPr>
        <dsp:cNvPr id="0" name=""/>
        <dsp:cNvSpPr/>
      </dsp:nvSpPr>
      <dsp:spPr>
        <a:xfrm>
          <a:off x="350852" y="263253"/>
          <a:ext cx="637913" cy="63791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2D534C4-410C-49A6-A542-BC882CD623FB}">
      <dsp:nvSpPr>
        <dsp:cNvPr id="0" name=""/>
        <dsp:cNvSpPr/>
      </dsp:nvSpPr>
      <dsp:spPr>
        <a:xfrm>
          <a:off x="1339618" y="2288"/>
          <a:ext cx="3433549"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844550">
            <a:lnSpc>
              <a:spcPct val="90000"/>
            </a:lnSpc>
            <a:spcBef>
              <a:spcPct val="0"/>
            </a:spcBef>
            <a:spcAft>
              <a:spcPct val="35000"/>
            </a:spcAft>
            <a:buNone/>
          </a:pPr>
          <a:r>
            <a:rPr lang="en-US" sz="1900" kern="1200"/>
            <a:t>Pools physical storage from multiple devices into a single virtual storage device</a:t>
          </a:r>
        </a:p>
      </dsp:txBody>
      <dsp:txXfrm>
        <a:off x="1339618" y="2288"/>
        <a:ext cx="3433549" cy="1159843"/>
      </dsp:txXfrm>
    </dsp:sp>
    <dsp:sp modelId="{60DC1775-34D9-47E7-BAE9-3E9BF5DFB69F}">
      <dsp:nvSpPr>
        <dsp:cNvPr id="0" name=""/>
        <dsp:cNvSpPr/>
      </dsp:nvSpPr>
      <dsp:spPr>
        <a:xfrm>
          <a:off x="0" y="1452092"/>
          <a:ext cx="4773168"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81F9D7-923A-49B9-BC50-EB571171FCD4}">
      <dsp:nvSpPr>
        <dsp:cNvPr id="0" name=""/>
        <dsp:cNvSpPr/>
      </dsp:nvSpPr>
      <dsp:spPr>
        <a:xfrm>
          <a:off x="350852" y="1713057"/>
          <a:ext cx="637913" cy="63791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CC2F06A-CF48-4286-8C73-6BEF79397059}">
      <dsp:nvSpPr>
        <dsp:cNvPr id="0" name=""/>
        <dsp:cNvSpPr/>
      </dsp:nvSpPr>
      <dsp:spPr>
        <a:xfrm>
          <a:off x="1339618" y="1452092"/>
          <a:ext cx="214792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844550">
            <a:lnSpc>
              <a:spcPct val="90000"/>
            </a:lnSpc>
            <a:spcBef>
              <a:spcPct val="0"/>
            </a:spcBef>
            <a:spcAft>
              <a:spcPct val="35000"/>
            </a:spcAft>
            <a:buNone/>
          </a:pPr>
          <a:r>
            <a:rPr lang="en-US" sz="1900" kern="1200"/>
            <a:t>Types:</a:t>
          </a:r>
        </a:p>
      </dsp:txBody>
      <dsp:txXfrm>
        <a:off x="1339618" y="1452092"/>
        <a:ext cx="2147925" cy="1159843"/>
      </dsp:txXfrm>
    </dsp:sp>
    <dsp:sp modelId="{775C5FCE-5203-4EDE-8708-B07795D0BCEA}">
      <dsp:nvSpPr>
        <dsp:cNvPr id="0" name=""/>
        <dsp:cNvSpPr/>
      </dsp:nvSpPr>
      <dsp:spPr>
        <a:xfrm>
          <a:off x="3487544" y="1452092"/>
          <a:ext cx="1285623"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488950">
            <a:lnSpc>
              <a:spcPct val="90000"/>
            </a:lnSpc>
            <a:spcBef>
              <a:spcPct val="0"/>
            </a:spcBef>
            <a:spcAft>
              <a:spcPct val="35000"/>
            </a:spcAft>
            <a:buNone/>
          </a:pPr>
          <a:r>
            <a:rPr lang="en-US" sz="1100" kern="1200"/>
            <a:t>Block Virtualization</a:t>
          </a:r>
        </a:p>
        <a:p>
          <a:pPr marL="0" lvl="0" indent="0" algn="l" defTabSz="488950">
            <a:lnSpc>
              <a:spcPct val="90000"/>
            </a:lnSpc>
            <a:spcBef>
              <a:spcPct val="0"/>
            </a:spcBef>
            <a:spcAft>
              <a:spcPct val="35000"/>
            </a:spcAft>
            <a:buNone/>
          </a:pPr>
          <a:r>
            <a:rPr lang="en-US" sz="1100" kern="1200"/>
            <a:t>File Virtualization</a:t>
          </a:r>
        </a:p>
      </dsp:txBody>
      <dsp:txXfrm>
        <a:off x="3487544" y="1452092"/>
        <a:ext cx="1285623" cy="1159843"/>
      </dsp:txXfrm>
    </dsp:sp>
    <dsp:sp modelId="{3954BB89-50A1-4350-9232-037F06743E14}">
      <dsp:nvSpPr>
        <dsp:cNvPr id="0" name=""/>
        <dsp:cNvSpPr/>
      </dsp:nvSpPr>
      <dsp:spPr>
        <a:xfrm>
          <a:off x="0" y="2901896"/>
          <a:ext cx="4773168"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787DF28-BD03-46C8-ACA1-9A3D94E1BC7C}">
      <dsp:nvSpPr>
        <dsp:cNvPr id="0" name=""/>
        <dsp:cNvSpPr/>
      </dsp:nvSpPr>
      <dsp:spPr>
        <a:xfrm>
          <a:off x="350852" y="3162861"/>
          <a:ext cx="637913" cy="63791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A64CAAA-A797-4EB2-ABFD-EBFBC5E7E0D2}">
      <dsp:nvSpPr>
        <dsp:cNvPr id="0" name=""/>
        <dsp:cNvSpPr/>
      </dsp:nvSpPr>
      <dsp:spPr>
        <a:xfrm>
          <a:off x="1339618" y="2901896"/>
          <a:ext cx="3433549"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844550">
            <a:lnSpc>
              <a:spcPct val="90000"/>
            </a:lnSpc>
            <a:spcBef>
              <a:spcPct val="0"/>
            </a:spcBef>
            <a:spcAft>
              <a:spcPct val="35000"/>
            </a:spcAft>
            <a:buNone/>
          </a:pPr>
          <a:r>
            <a:rPr lang="en-US" sz="1900" kern="1200"/>
            <a:t>Benefits: Improved storage utilization, easier management, and data protection</a:t>
          </a:r>
        </a:p>
      </dsp:txBody>
      <dsp:txXfrm>
        <a:off x="1339618" y="2901896"/>
        <a:ext cx="3433549" cy="1159843"/>
      </dsp:txXfrm>
    </dsp:sp>
    <dsp:sp modelId="{9F384BDE-AAAA-4AB5-B11E-F716CCFF9B41}">
      <dsp:nvSpPr>
        <dsp:cNvPr id="0" name=""/>
        <dsp:cNvSpPr/>
      </dsp:nvSpPr>
      <dsp:spPr>
        <a:xfrm>
          <a:off x="0" y="4351700"/>
          <a:ext cx="4773168"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3D659C-3314-4CF8-954B-89021A451A7C}">
      <dsp:nvSpPr>
        <dsp:cNvPr id="0" name=""/>
        <dsp:cNvSpPr/>
      </dsp:nvSpPr>
      <dsp:spPr>
        <a:xfrm>
          <a:off x="350852" y="4612665"/>
          <a:ext cx="637913" cy="63791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3C2C9CE-7440-49BC-A335-5F4278C8E58E}">
      <dsp:nvSpPr>
        <dsp:cNvPr id="0" name=""/>
        <dsp:cNvSpPr/>
      </dsp:nvSpPr>
      <dsp:spPr>
        <a:xfrm>
          <a:off x="1339618" y="4351700"/>
          <a:ext cx="3433549"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844550">
            <a:lnSpc>
              <a:spcPct val="90000"/>
            </a:lnSpc>
            <a:spcBef>
              <a:spcPct val="0"/>
            </a:spcBef>
            <a:spcAft>
              <a:spcPct val="35000"/>
            </a:spcAft>
            <a:buNone/>
          </a:pPr>
          <a:r>
            <a:rPr lang="en-US" sz="1900" kern="1200"/>
            <a:t>Examples: IBM SAN Volume Controller, NetApp ONTAP</a:t>
          </a:r>
        </a:p>
      </dsp:txBody>
      <dsp:txXfrm>
        <a:off x="1339618" y="4351700"/>
        <a:ext cx="3433549" cy="1159843"/>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18F718-5012-4EEF-89B5-D22E6AE030D4}">
      <dsp:nvSpPr>
        <dsp:cNvPr id="0" name=""/>
        <dsp:cNvSpPr/>
      </dsp:nvSpPr>
      <dsp:spPr>
        <a:xfrm>
          <a:off x="0" y="671070"/>
          <a:ext cx="5175384" cy="99450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Integrates data from multiple sources into a single, logical view</a:t>
          </a:r>
        </a:p>
      </dsp:txBody>
      <dsp:txXfrm>
        <a:off x="48547" y="719617"/>
        <a:ext cx="5078290" cy="897406"/>
      </dsp:txXfrm>
    </dsp:sp>
    <dsp:sp modelId="{62EDEAEA-6A0D-4747-8228-67AA40FFCD81}">
      <dsp:nvSpPr>
        <dsp:cNvPr id="0" name=""/>
        <dsp:cNvSpPr/>
      </dsp:nvSpPr>
      <dsp:spPr>
        <a:xfrm>
          <a:off x="0" y="1737570"/>
          <a:ext cx="5175384" cy="994500"/>
        </a:xfrm>
        <a:prstGeom prst="roundRect">
          <a:avLst/>
        </a:prstGeom>
        <a:solidFill>
          <a:schemeClr val="accent2">
            <a:hueOff val="1560506"/>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Provides a unified data access layer</a:t>
          </a:r>
        </a:p>
      </dsp:txBody>
      <dsp:txXfrm>
        <a:off x="48547" y="1786117"/>
        <a:ext cx="5078290" cy="897406"/>
      </dsp:txXfrm>
    </dsp:sp>
    <dsp:sp modelId="{E1117BEC-5CAF-4E5B-A2AB-D897C1720310}">
      <dsp:nvSpPr>
        <dsp:cNvPr id="0" name=""/>
        <dsp:cNvSpPr/>
      </dsp:nvSpPr>
      <dsp:spPr>
        <a:xfrm>
          <a:off x="0" y="2804070"/>
          <a:ext cx="5175384" cy="994500"/>
        </a:xfrm>
        <a:prstGeom prst="roundRect">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Benefits: Improved data accessibility, consistency, and governance</a:t>
          </a:r>
        </a:p>
      </dsp:txBody>
      <dsp:txXfrm>
        <a:off x="48547" y="2852617"/>
        <a:ext cx="5078290" cy="897406"/>
      </dsp:txXfrm>
    </dsp:sp>
    <dsp:sp modelId="{041330EE-CC81-472F-B755-8FEFAA97D5D3}">
      <dsp:nvSpPr>
        <dsp:cNvPr id="0" name=""/>
        <dsp:cNvSpPr/>
      </dsp:nvSpPr>
      <dsp:spPr>
        <a:xfrm>
          <a:off x="0" y="3870570"/>
          <a:ext cx="5175384" cy="994500"/>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Examples: Denodo, TIBCO Data Virtualization, IBM Cloud Pak for Data</a:t>
          </a:r>
        </a:p>
      </dsp:txBody>
      <dsp:txXfrm>
        <a:off x="48547" y="3919117"/>
        <a:ext cx="5078290" cy="897406"/>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C6003B-EDCD-481B-B7A9-D36074FE37C9}">
      <dsp:nvSpPr>
        <dsp:cNvPr id="0" name=""/>
        <dsp:cNvSpPr/>
      </dsp:nvSpPr>
      <dsp:spPr>
        <a:xfrm>
          <a:off x="0" y="1808"/>
          <a:ext cx="7886700" cy="916611"/>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B1437CC-FA72-4CD8-97C7-4D2A0291EFA5}">
      <dsp:nvSpPr>
        <dsp:cNvPr id="0" name=""/>
        <dsp:cNvSpPr/>
      </dsp:nvSpPr>
      <dsp:spPr>
        <a:xfrm>
          <a:off x="277275" y="208046"/>
          <a:ext cx="504136" cy="50413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4ECAC1C-8C16-4C00-BD33-35FA37A6B07E}">
      <dsp:nvSpPr>
        <dsp:cNvPr id="0" name=""/>
        <dsp:cNvSpPr/>
      </dsp:nvSpPr>
      <dsp:spPr>
        <a:xfrm>
          <a:off x="1058686" y="1808"/>
          <a:ext cx="68280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755650">
            <a:lnSpc>
              <a:spcPct val="90000"/>
            </a:lnSpc>
            <a:spcBef>
              <a:spcPct val="0"/>
            </a:spcBef>
            <a:spcAft>
              <a:spcPct val="35000"/>
            </a:spcAft>
            <a:buNone/>
          </a:pPr>
          <a:r>
            <a:rPr lang="en-US" sz="1700" b="0" i="0" kern="1200"/>
            <a:t>Modern organizations collect data from several sources and store it in different formats and </a:t>
          </a:r>
          <a:r>
            <a:rPr lang="en-US" sz="1700" kern="1200"/>
            <a:t>in different places. </a:t>
          </a:r>
        </a:p>
      </dsp:txBody>
      <dsp:txXfrm>
        <a:off x="1058686" y="1808"/>
        <a:ext cx="6828013" cy="916611"/>
      </dsp:txXfrm>
    </dsp:sp>
    <dsp:sp modelId="{CC1F08EB-8370-4763-95C5-FC3B967767E1}">
      <dsp:nvSpPr>
        <dsp:cNvPr id="0" name=""/>
        <dsp:cNvSpPr/>
      </dsp:nvSpPr>
      <dsp:spPr>
        <a:xfrm>
          <a:off x="0" y="1147573"/>
          <a:ext cx="7886700" cy="916611"/>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DE5FEAE-9985-4B64-AF11-ACC91025AA69}">
      <dsp:nvSpPr>
        <dsp:cNvPr id="0" name=""/>
        <dsp:cNvSpPr/>
      </dsp:nvSpPr>
      <dsp:spPr>
        <a:xfrm>
          <a:off x="277275" y="1353811"/>
          <a:ext cx="504136" cy="50413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FA1BC91-2A86-4DA2-876A-E1076BAF1D71}">
      <dsp:nvSpPr>
        <dsp:cNvPr id="0" name=""/>
        <dsp:cNvSpPr/>
      </dsp:nvSpPr>
      <dsp:spPr>
        <a:xfrm>
          <a:off x="1058686" y="1147573"/>
          <a:ext cx="68280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755650">
            <a:lnSpc>
              <a:spcPct val="90000"/>
            </a:lnSpc>
            <a:spcBef>
              <a:spcPct val="0"/>
            </a:spcBef>
            <a:spcAft>
              <a:spcPct val="35000"/>
            </a:spcAft>
            <a:buNone/>
          </a:pPr>
          <a:r>
            <a:rPr lang="en-US" sz="1700" b="0" i="0" kern="1200"/>
            <a:t>Data virtualization creates a software layer between data and the applications that need it. Data virtualization tools process an application’s data request and return results in a suitable format. </a:t>
          </a:r>
          <a:endParaRPr lang="en-US" sz="1700" kern="1200"/>
        </a:p>
      </dsp:txBody>
      <dsp:txXfrm>
        <a:off x="1058686" y="1147573"/>
        <a:ext cx="6828013" cy="916611"/>
      </dsp:txXfrm>
    </dsp:sp>
    <dsp:sp modelId="{5CD7BFCF-68B7-456A-9EB3-16378774B976}">
      <dsp:nvSpPr>
        <dsp:cNvPr id="0" name=""/>
        <dsp:cNvSpPr/>
      </dsp:nvSpPr>
      <dsp:spPr>
        <a:xfrm>
          <a:off x="0" y="2293338"/>
          <a:ext cx="7886700" cy="916611"/>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0F4386-A451-4046-967A-98EBFDDDDB93}">
      <dsp:nvSpPr>
        <dsp:cNvPr id="0" name=""/>
        <dsp:cNvSpPr/>
      </dsp:nvSpPr>
      <dsp:spPr>
        <a:xfrm>
          <a:off x="277275" y="2499576"/>
          <a:ext cx="504136" cy="50413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BA73099-17D3-4052-8D08-1B8396218FE1}">
      <dsp:nvSpPr>
        <dsp:cNvPr id="0" name=""/>
        <dsp:cNvSpPr/>
      </dsp:nvSpPr>
      <dsp:spPr>
        <a:xfrm>
          <a:off x="1058686" y="2293338"/>
          <a:ext cx="68280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755650">
            <a:lnSpc>
              <a:spcPct val="90000"/>
            </a:lnSpc>
            <a:spcBef>
              <a:spcPct val="0"/>
            </a:spcBef>
            <a:spcAft>
              <a:spcPct val="35000"/>
            </a:spcAft>
            <a:buNone/>
          </a:pPr>
          <a:r>
            <a:rPr lang="en-US" sz="1700" b="0" i="0" kern="1200"/>
            <a:t>Thus, organizations use data virtualization solutions to increase flexibility for data integration and support cross-functional data analysis.</a:t>
          </a:r>
          <a:endParaRPr lang="en-US" sz="1700" kern="1200"/>
        </a:p>
      </dsp:txBody>
      <dsp:txXfrm>
        <a:off x="1058686" y="2293338"/>
        <a:ext cx="6828013" cy="916611"/>
      </dsp:txXfrm>
    </dsp:sp>
    <dsp:sp modelId="{E0513A56-D3FA-4532-93F4-4D3D8E4CD9E8}">
      <dsp:nvSpPr>
        <dsp:cNvPr id="0" name=""/>
        <dsp:cNvSpPr/>
      </dsp:nvSpPr>
      <dsp:spPr>
        <a:xfrm>
          <a:off x="0" y="3439103"/>
          <a:ext cx="7886700" cy="916611"/>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D52C2E-39BB-476B-AAB5-3F704337B690}">
      <dsp:nvSpPr>
        <dsp:cNvPr id="0" name=""/>
        <dsp:cNvSpPr/>
      </dsp:nvSpPr>
      <dsp:spPr>
        <a:xfrm>
          <a:off x="277275" y="3645341"/>
          <a:ext cx="504136" cy="50413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1D03875-4CA4-41A9-9C3E-DB27EA907229}">
      <dsp:nvSpPr>
        <dsp:cNvPr id="0" name=""/>
        <dsp:cNvSpPr/>
      </dsp:nvSpPr>
      <dsp:spPr>
        <a:xfrm>
          <a:off x="1058686" y="3439103"/>
          <a:ext cx="68280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755650">
            <a:lnSpc>
              <a:spcPct val="90000"/>
            </a:lnSpc>
            <a:spcBef>
              <a:spcPct val="0"/>
            </a:spcBef>
            <a:spcAft>
              <a:spcPct val="35000"/>
            </a:spcAft>
            <a:buNone/>
          </a:pPr>
          <a:r>
            <a:rPr lang="en-US" sz="1700" kern="1200"/>
            <a:t>Many giant companies are providing their services like Oracle, IBM, At scale, Cdata, etc.</a:t>
          </a:r>
        </a:p>
      </dsp:txBody>
      <dsp:txXfrm>
        <a:off x="1058686" y="3439103"/>
        <a:ext cx="6828013" cy="916611"/>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C24B26-241B-4873-B71A-EF78B6975643}">
      <dsp:nvSpPr>
        <dsp:cNvPr id="0" name=""/>
        <dsp:cNvSpPr/>
      </dsp:nvSpPr>
      <dsp:spPr>
        <a:xfrm>
          <a:off x="0" y="2258"/>
          <a:ext cx="5122926" cy="114445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7EF692-8600-4892-B247-B1FD72851267}">
      <dsp:nvSpPr>
        <dsp:cNvPr id="0" name=""/>
        <dsp:cNvSpPr/>
      </dsp:nvSpPr>
      <dsp:spPr>
        <a:xfrm>
          <a:off x="346197" y="259760"/>
          <a:ext cx="629450" cy="62945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3CFD3C1-3D57-4462-AF50-BA898CB1831C}">
      <dsp:nvSpPr>
        <dsp:cNvPr id="0" name=""/>
        <dsp:cNvSpPr/>
      </dsp:nvSpPr>
      <dsp:spPr>
        <a:xfrm>
          <a:off x="1321846" y="2258"/>
          <a:ext cx="3801079" cy="11444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122" tIns="121122" rIns="121122" bIns="121122" numCol="1" spcCol="1270" anchor="ctr" anchorCtr="0">
          <a:noAutofit/>
        </a:bodyPr>
        <a:lstStyle/>
        <a:p>
          <a:pPr marL="0" lvl="0" indent="0" algn="l" defTabSz="933450">
            <a:lnSpc>
              <a:spcPct val="90000"/>
            </a:lnSpc>
            <a:spcBef>
              <a:spcPct val="0"/>
            </a:spcBef>
            <a:spcAft>
              <a:spcPct val="35000"/>
            </a:spcAft>
            <a:buNone/>
          </a:pPr>
          <a:r>
            <a:rPr lang="en-US" sz="2100" kern="1200"/>
            <a:t>Abstracts physical memory from individual systems</a:t>
          </a:r>
        </a:p>
      </dsp:txBody>
      <dsp:txXfrm>
        <a:off x="1321846" y="2258"/>
        <a:ext cx="3801079" cy="1144455"/>
      </dsp:txXfrm>
    </dsp:sp>
    <dsp:sp modelId="{10D70837-6DC8-47D0-9275-91D8340DB723}">
      <dsp:nvSpPr>
        <dsp:cNvPr id="0" name=""/>
        <dsp:cNvSpPr/>
      </dsp:nvSpPr>
      <dsp:spPr>
        <a:xfrm>
          <a:off x="0" y="1432827"/>
          <a:ext cx="5122926" cy="114445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669FB5-1F5E-4FE1-95B6-F57C3E784659}">
      <dsp:nvSpPr>
        <dsp:cNvPr id="0" name=""/>
        <dsp:cNvSpPr/>
      </dsp:nvSpPr>
      <dsp:spPr>
        <a:xfrm>
          <a:off x="346197" y="1690330"/>
          <a:ext cx="629450" cy="62945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E1A8F12-61C7-43C8-A868-AD3DFD3FBED8}">
      <dsp:nvSpPr>
        <dsp:cNvPr id="0" name=""/>
        <dsp:cNvSpPr/>
      </dsp:nvSpPr>
      <dsp:spPr>
        <a:xfrm>
          <a:off x="1321846" y="1432827"/>
          <a:ext cx="3801079" cy="11444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122" tIns="121122" rIns="121122" bIns="121122" numCol="1" spcCol="1270" anchor="ctr" anchorCtr="0">
          <a:noAutofit/>
        </a:bodyPr>
        <a:lstStyle/>
        <a:p>
          <a:pPr marL="0" lvl="0" indent="0" algn="l" defTabSz="933450">
            <a:lnSpc>
              <a:spcPct val="90000"/>
            </a:lnSpc>
            <a:spcBef>
              <a:spcPct val="0"/>
            </a:spcBef>
            <a:spcAft>
              <a:spcPct val="35000"/>
            </a:spcAft>
            <a:buNone/>
          </a:pPr>
          <a:r>
            <a:rPr lang="en-US" sz="2100" kern="1200"/>
            <a:t>Allows sharing of memory resources across multiple VMs</a:t>
          </a:r>
        </a:p>
      </dsp:txBody>
      <dsp:txXfrm>
        <a:off x="1321846" y="1432827"/>
        <a:ext cx="3801079" cy="1144455"/>
      </dsp:txXfrm>
    </dsp:sp>
    <dsp:sp modelId="{50C0EFFA-BCE2-413A-B5D3-353427EF75A8}">
      <dsp:nvSpPr>
        <dsp:cNvPr id="0" name=""/>
        <dsp:cNvSpPr/>
      </dsp:nvSpPr>
      <dsp:spPr>
        <a:xfrm>
          <a:off x="0" y="2863396"/>
          <a:ext cx="5122926" cy="114445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EA36F0D-189D-42FD-8904-0CB44B5E1382}">
      <dsp:nvSpPr>
        <dsp:cNvPr id="0" name=""/>
        <dsp:cNvSpPr/>
      </dsp:nvSpPr>
      <dsp:spPr>
        <a:xfrm>
          <a:off x="346197" y="3120899"/>
          <a:ext cx="629450" cy="62945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96E4600-D7BB-4B7A-AAFC-88F648EC9E01}">
      <dsp:nvSpPr>
        <dsp:cNvPr id="0" name=""/>
        <dsp:cNvSpPr/>
      </dsp:nvSpPr>
      <dsp:spPr>
        <a:xfrm>
          <a:off x="1321846" y="2863396"/>
          <a:ext cx="3801079" cy="11444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122" tIns="121122" rIns="121122" bIns="121122" numCol="1" spcCol="1270" anchor="ctr" anchorCtr="0">
          <a:noAutofit/>
        </a:bodyPr>
        <a:lstStyle/>
        <a:p>
          <a:pPr marL="0" lvl="0" indent="0" algn="l" defTabSz="933450">
            <a:lnSpc>
              <a:spcPct val="90000"/>
            </a:lnSpc>
            <a:spcBef>
              <a:spcPct val="0"/>
            </a:spcBef>
            <a:spcAft>
              <a:spcPct val="35000"/>
            </a:spcAft>
            <a:buNone/>
          </a:pPr>
          <a:r>
            <a:rPr lang="en-US" sz="2100" kern="1200"/>
            <a:t>Techniques: Memory ballooning, memory compression, and memory page sharing</a:t>
          </a:r>
        </a:p>
      </dsp:txBody>
      <dsp:txXfrm>
        <a:off x="1321846" y="2863396"/>
        <a:ext cx="3801079" cy="1144455"/>
      </dsp:txXfrm>
    </dsp:sp>
    <dsp:sp modelId="{41EDB334-90CE-4719-A472-4A7AA3E8FC61}">
      <dsp:nvSpPr>
        <dsp:cNvPr id="0" name=""/>
        <dsp:cNvSpPr/>
      </dsp:nvSpPr>
      <dsp:spPr>
        <a:xfrm>
          <a:off x="0" y="4293966"/>
          <a:ext cx="5122926" cy="114445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AF51E2-7524-49D1-A20E-397BD639172B}">
      <dsp:nvSpPr>
        <dsp:cNvPr id="0" name=""/>
        <dsp:cNvSpPr/>
      </dsp:nvSpPr>
      <dsp:spPr>
        <a:xfrm>
          <a:off x="346197" y="4551468"/>
          <a:ext cx="629450" cy="62945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764F5B7-3A53-4459-A6C2-62E455A4C82B}">
      <dsp:nvSpPr>
        <dsp:cNvPr id="0" name=""/>
        <dsp:cNvSpPr/>
      </dsp:nvSpPr>
      <dsp:spPr>
        <a:xfrm>
          <a:off x="1321846" y="4293966"/>
          <a:ext cx="3801079" cy="11444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122" tIns="121122" rIns="121122" bIns="121122" numCol="1" spcCol="1270" anchor="ctr" anchorCtr="0">
          <a:noAutofit/>
        </a:bodyPr>
        <a:lstStyle/>
        <a:p>
          <a:pPr marL="0" lvl="0" indent="0" algn="l" defTabSz="933450">
            <a:lnSpc>
              <a:spcPct val="90000"/>
            </a:lnSpc>
            <a:spcBef>
              <a:spcPct val="0"/>
            </a:spcBef>
            <a:spcAft>
              <a:spcPct val="35000"/>
            </a:spcAft>
            <a:buNone/>
          </a:pPr>
          <a:r>
            <a:rPr lang="en-US" sz="2100" kern="1200"/>
            <a:t>Benefits: Improved memory utilization and VM density</a:t>
          </a:r>
        </a:p>
      </dsp:txBody>
      <dsp:txXfrm>
        <a:off x="1321846" y="4293966"/>
        <a:ext cx="3801079" cy="1144455"/>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17AFF0-95F9-4B6C-A893-07EDC56AC279}">
      <dsp:nvSpPr>
        <dsp:cNvPr id="0" name=""/>
        <dsp:cNvSpPr/>
      </dsp:nvSpPr>
      <dsp:spPr>
        <a:xfrm>
          <a:off x="0" y="531"/>
          <a:ext cx="7886700" cy="124470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AD43832-5820-42B7-8C73-31AF21CF34CA}">
      <dsp:nvSpPr>
        <dsp:cNvPr id="0" name=""/>
        <dsp:cNvSpPr/>
      </dsp:nvSpPr>
      <dsp:spPr>
        <a:xfrm>
          <a:off x="376522" y="280590"/>
          <a:ext cx="684586" cy="68458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713F0D7-953F-4ED8-AF56-EE61E6B7A527}">
      <dsp:nvSpPr>
        <dsp:cNvPr id="0" name=""/>
        <dsp:cNvSpPr/>
      </dsp:nvSpPr>
      <dsp:spPr>
        <a:xfrm>
          <a:off x="1437631" y="531"/>
          <a:ext cx="64490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889000">
            <a:lnSpc>
              <a:spcPct val="90000"/>
            </a:lnSpc>
            <a:spcBef>
              <a:spcPct val="0"/>
            </a:spcBef>
            <a:spcAft>
              <a:spcPct val="35000"/>
            </a:spcAft>
            <a:buNone/>
          </a:pPr>
          <a:r>
            <a:rPr lang="en-US" sz="2000" kern="1200"/>
            <a:t>Instead of buying and maintaining a physical data center, you can access services, such as computing power, storage, and databases, as you need them from a cloud provider.</a:t>
          </a:r>
        </a:p>
      </dsp:txBody>
      <dsp:txXfrm>
        <a:off x="1437631" y="531"/>
        <a:ext cx="6449068" cy="1244702"/>
      </dsp:txXfrm>
    </dsp:sp>
    <dsp:sp modelId="{A61D0C8F-2D2F-47C2-8E0B-3E7EA04BD097}">
      <dsp:nvSpPr>
        <dsp:cNvPr id="0" name=""/>
        <dsp:cNvSpPr/>
      </dsp:nvSpPr>
      <dsp:spPr>
        <a:xfrm>
          <a:off x="0" y="1556410"/>
          <a:ext cx="7886700" cy="124470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3CFCEE6-4082-4A21-94D1-4745FC5F5F84}">
      <dsp:nvSpPr>
        <dsp:cNvPr id="0" name=""/>
        <dsp:cNvSpPr/>
      </dsp:nvSpPr>
      <dsp:spPr>
        <a:xfrm>
          <a:off x="376522" y="1836468"/>
          <a:ext cx="684586" cy="68458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249743A-2401-41FB-B79E-047252BE4E9A}">
      <dsp:nvSpPr>
        <dsp:cNvPr id="0" name=""/>
        <dsp:cNvSpPr/>
      </dsp:nvSpPr>
      <dsp:spPr>
        <a:xfrm>
          <a:off x="1437631" y="1556410"/>
          <a:ext cx="64490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889000">
            <a:lnSpc>
              <a:spcPct val="90000"/>
            </a:lnSpc>
            <a:spcBef>
              <a:spcPct val="0"/>
            </a:spcBef>
            <a:spcAft>
              <a:spcPct val="35000"/>
            </a:spcAft>
            <a:buNone/>
          </a:pPr>
          <a:r>
            <a:rPr lang="en-US" sz="2000" kern="1200"/>
            <a:t>Virtualization has a prominent impact on Cloud Computing. </a:t>
          </a:r>
        </a:p>
      </dsp:txBody>
      <dsp:txXfrm>
        <a:off x="1437631" y="1556410"/>
        <a:ext cx="6449068" cy="1244702"/>
      </dsp:txXfrm>
    </dsp:sp>
    <dsp:sp modelId="{86483DA0-FD12-4E3D-8FF5-178B15F4E4ED}">
      <dsp:nvSpPr>
        <dsp:cNvPr id="0" name=""/>
        <dsp:cNvSpPr/>
      </dsp:nvSpPr>
      <dsp:spPr>
        <a:xfrm>
          <a:off x="0" y="3112289"/>
          <a:ext cx="7886700" cy="124470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E2299E-0BFA-4D03-ABC4-70637B8CED29}">
      <dsp:nvSpPr>
        <dsp:cNvPr id="0" name=""/>
        <dsp:cNvSpPr/>
      </dsp:nvSpPr>
      <dsp:spPr>
        <a:xfrm>
          <a:off x="376522" y="3392347"/>
          <a:ext cx="684586" cy="68458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1E1BE2F-0BBC-42E7-949F-C530BE8742D5}">
      <dsp:nvSpPr>
        <dsp:cNvPr id="0" name=""/>
        <dsp:cNvSpPr/>
      </dsp:nvSpPr>
      <dsp:spPr>
        <a:xfrm>
          <a:off x="1437631" y="3112289"/>
          <a:ext cx="64490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889000">
            <a:lnSpc>
              <a:spcPct val="90000"/>
            </a:lnSpc>
            <a:spcBef>
              <a:spcPct val="0"/>
            </a:spcBef>
            <a:spcAft>
              <a:spcPct val="35000"/>
            </a:spcAft>
            <a:buNone/>
          </a:pPr>
          <a:r>
            <a:rPr lang="en-US" sz="2000" kern="1200"/>
            <a:t>In cloud computing, users store data in the cloud, but with Virtualization, users have the extra benefit of sharing the infrastructure.</a:t>
          </a:r>
        </a:p>
      </dsp:txBody>
      <dsp:txXfrm>
        <a:off x="1437631" y="3112289"/>
        <a:ext cx="6449068" cy="1244702"/>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53FC8A-D089-491C-82EE-FC0BA09C883F}">
      <dsp:nvSpPr>
        <dsp:cNvPr id="0" name=""/>
        <dsp:cNvSpPr/>
      </dsp:nvSpPr>
      <dsp:spPr>
        <a:xfrm>
          <a:off x="426530" y="28723"/>
          <a:ext cx="976563" cy="976563"/>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9F5583-5F40-46B3-ACBE-9F48867AAC89}">
      <dsp:nvSpPr>
        <dsp:cNvPr id="0" name=""/>
        <dsp:cNvSpPr/>
      </dsp:nvSpPr>
      <dsp:spPr>
        <a:xfrm>
          <a:off x="631609" y="233801"/>
          <a:ext cx="566406" cy="56640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9B996DC-01A1-49CE-97C7-6094440A49EB}">
      <dsp:nvSpPr>
        <dsp:cNvPr id="0" name=""/>
        <dsp:cNvSpPr/>
      </dsp:nvSpPr>
      <dsp:spPr>
        <a:xfrm>
          <a:off x="1612357" y="28723"/>
          <a:ext cx="2301898" cy="976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a:t>Edge Computing Virtualization</a:t>
          </a:r>
        </a:p>
      </dsp:txBody>
      <dsp:txXfrm>
        <a:off x="1612357" y="28723"/>
        <a:ext cx="2301898" cy="976563"/>
      </dsp:txXfrm>
    </dsp:sp>
    <dsp:sp modelId="{E8E7C2E8-928E-43C3-8441-1B71DD269AD1}">
      <dsp:nvSpPr>
        <dsp:cNvPr id="0" name=""/>
        <dsp:cNvSpPr/>
      </dsp:nvSpPr>
      <dsp:spPr>
        <a:xfrm>
          <a:off x="4315344" y="28723"/>
          <a:ext cx="976563" cy="976563"/>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4F525D1-6CF8-4DB7-A145-E0E628861ED2}">
      <dsp:nvSpPr>
        <dsp:cNvPr id="0" name=""/>
        <dsp:cNvSpPr/>
      </dsp:nvSpPr>
      <dsp:spPr>
        <a:xfrm>
          <a:off x="4520422" y="233801"/>
          <a:ext cx="566406" cy="56640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F5A1A80-32C9-4B40-9763-2FCDD3E13EC0}">
      <dsp:nvSpPr>
        <dsp:cNvPr id="0" name=""/>
        <dsp:cNvSpPr/>
      </dsp:nvSpPr>
      <dsp:spPr>
        <a:xfrm>
          <a:off x="5501170" y="28723"/>
          <a:ext cx="2301898" cy="976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a:t>AI and Machine Learning in Virtualization</a:t>
          </a:r>
        </a:p>
      </dsp:txBody>
      <dsp:txXfrm>
        <a:off x="5501170" y="28723"/>
        <a:ext cx="2301898" cy="976563"/>
      </dsp:txXfrm>
    </dsp:sp>
    <dsp:sp modelId="{8DD58345-94B7-43A0-98C9-31ED77734CAB}">
      <dsp:nvSpPr>
        <dsp:cNvPr id="0" name=""/>
        <dsp:cNvSpPr/>
      </dsp:nvSpPr>
      <dsp:spPr>
        <a:xfrm>
          <a:off x="426530" y="1774700"/>
          <a:ext cx="976563" cy="976563"/>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0534E38-A3B5-4CF7-A08C-0D25E4AB7CC7}">
      <dsp:nvSpPr>
        <dsp:cNvPr id="0" name=""/>
        <dsp:cNvSpPr/>
      </dsp:nvSpPr>
      <dsp:spPr>
        <a:xfrm>
          <a:off x="631609" y="1979778"/>
          <a:ext cx="566406" cy="56640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903DE4F-E82C-4998-9C19-93CE1B322894}">
      <dsp:nvSpPr>
        <dsp:cNvPr id="0" name=""/>
        <dsp:cNvSpPr/>
      </dsp:nvSpPr>
      <dsp:spPr>
        <a:xfrm>
          <a:off x="1612357" y="1774700"/>
          <a:ext cx="2301898" cy="976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a:t>Serverless Computing</a:t>
          </a:r>
        </a:p>
      </dsp:txBody>
      <dsp:txXfrm>
        <a:off x="1612357" y="1774700"/>
        <a:ext cx="2301898" cy="976563"/>
      </dsp:txXfrm>
    </dsp:sp>
    <dsp:sp modelId="{977EB2D2-304E-403E-B9E7-41DAF813D8EF}">
      <dsp:nvSpPr>
        <dsp:cNvPr id="0" name=""/>
        <dsp:cNvSpPr/>
      </dsp:nvSpPr>
      <dsp:spPr>
        <a:xfrm>
          <a:off x="4315344" y="1774700"/>
          <a:ext cx="976563" cy="976563"/>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65627C4-36DC-4C5C-A0CD-4F7251F9F91B}">
      <dsp:nvSpPr>
        <dsp:cNvPr id="0" name=""/>
        <dsp:cNvSpPr/>
      </dsp:nvSpPr>
      <dsp:spPr>
        <a:xfrm>
          <a:off x="4520422" y="1979778"/>
          <a:ext cx="566406" cy="56640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6E4A60B-306A-44A3-9DC4-5F94DC312AD8}">
      <dsp:nvSpPr>
        <dsp:cNvPr id="0" name=""/>
        <dsp:cNvSpPr/>
      </dsp:nvSpPr>
      <dsp:spPr>
        <a:xfrm>
          <a:off x="5501170" y="1774700"/>
          <a:ext cx="2301898" cy="976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a:t>Containerization and Microservices</a:t>
          </a:r>
        </a:p>
      </dsp:txBody>
      <dsp:txXfrm>
        <a:off x="5501170" y="1774700"/>
        <a:ext cx="2301898" cy="976563"/>
      </dsp:txXfrm>
    </dsp:sp>
    <dsp:sp modelId="{9B996282-56AF-4236-B0AA-5B7C6AB04940}">
      <dsp:nvSpPr>
        <dsp:cNvPr id="0" name=""/>
        <dsp:cNvSpPr/>
      </dsp:nvSpPr>
      <dsp:spPr>
        <a:xfrm>
          <a:off x="426530" y="3520676"/>
          <a:ext cx="976563" cy="976563"/>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DEDBB07-C645-4C9D-995B-97785B971AD6}">
      <dsp:nvSpPr>
        <dsp:cNvPr id="0" name=""/>
        <dsp:cNvSpPr/>
      </dsp:nvSpPr>
      <dsp:spPr>
        <a:xfrm>
          <a:off x="631609" y="3725754"/>
          <a:ext cx="566406" cy="56640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250CF43-42B4-48DA-B6BA-4A7BDB38AB20}">
      <dsp:nvSpPr>
        <dsp:cNvPr id="0" name=""/>
        <dsp:cNvSpPr/>
      </dsp:nvSpPr>
      <dsp:spPr>
        <a:xfrm>
          <a:off x="1612357" y="3520676"/>
          <a:ext cx="2301898" cy="976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a:t>Hybrid and Multi-cloud Virtualization</a:t>
          </a:r>
        </a:p>
      </dsp:txBody>
      <dsp:txXfrm>
        <a:off x="1612357" y="3520676"/>
        <a:ext cx="2301898" cy="97656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7/3/layout/DropPinTimeline">
  <dgm:title val="Drop Pin Timeline"/>
  <dgm:desc val="Use to show a list of events in chronological order. An invisible box next to the pin contains the date and the description is immediately below. It can display a medium amount of text and medium length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styleLbl="fgAcc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w="19050">
                    <a:solidFill>
                      <a:srgbClr val="000000"/>
                    </a:solidFill>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solidFill>
                      <a:srgbClr val="000000"/>
                    </a:solidFill>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else>
              </dgm:choose>
              <dgm:layoutNode name="ConnectorPoint1" styleLbl="lnNode1" moveWith="ConnectLine1">
                <dgm:alg type="sp"/>
                <dgm:shape xmlns:r="http://schemas.openxmlformats.org/officeDocument/2006/relationships" type="ellipse" r:blip="" zOrderOff="10">
                  <dgm:adjLst/>
                </dgm:shape>
                <dgm:presOf/>
                <dgm:constrLst>
                  <dgm:constr type="w" refType="h" op="equ"/>
                </dgm:constrLst>
              </dgm:layoutNode>
              <dgm:layoutNode name="DropPinPlaceHolder1">
                <dgm:alg type="composite"/>
                <dgm:shape xmlns:r="http://schemas.openxmlformats.org/officeDocument/2006/relationships" r:blip="">
                  <dgm:adjLst/>
                </dgm:shape>
                <dgm:constrLst>
                  <dgm:constr type="w" for="ch" forName="DropPin1" refType="w"/>
                  <dgm:constr type="h" for="ch" forName="DropPin1" refType="h"/>
                  <dgm:constr type="ctrX" for="ch" forName="DropPin1" refType="w" fact="0.5"/>
                  <dgm:constr type="ctrY" for="ch" forName="DropPin1" refType="h" fact="0.5"/>
                  <dgm:constr type="w" for="ch" forName="Ellipse1" refType="w" refFor="ch" refForName="DropPin1" fact="0.55"/>
                  <dgm:constr type="h" for="ch" forName="Ellipse1" refType="w" refFor="ch" refForName="DropPin1" fact="0.55"/>
                  <dgm:constr type="ctrX" for="ch" forName="Ellipse1" refType="ctrX" refFor="ch" refForName="DropPin1"/>
                  <dgm:constr type="ctrY" for="ch" forName="Ellipse1" refType="ctrY" refFor="ch" refForName="DropPin1"/>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refType="primFontSz" fact="0.5"/>
                      <dgm:constr type="bMarg" refType="primFontSz" fact="0.75"/>
                    </dgm:constrLst>
                  </dgm:if>
                  <dgm:else name="Name881">
                    <dgm:alg type="tx">
                      <dgm:param type="txAnchorVert" val="b"/>
                      <dgm:param type="parTxLTRAlign" val="l"/>
                      <dgm:param type="parTxRTLAlign" val="l"/>
                      <dgm:param type="txAnchorVertCh" val="b"/>
                      <dgm:param type="shpTxRTLAlignCh" val="l"/>
                      <dgm:param type="shpTxLTRAlignCh" val="l"/>
                    </dgm:alg>
                    <dgm:constrLst>
                      <dgm:constr type="lMarg"/>
                      <dgm:constr type="rMarg" refType="primFontSz" fact="0.5"/>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1"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else>
              </dgm:choose>
              <dgm:layoutNode name="ConnectorPoint" styleLbl="lnNode1" moveWith="ConnectLine">
                <dgm:alg type="sp"/>
                <dgm:shape xmlns:r="http://schemas.openxmlformats.org/officeDocument/2006/relationships" type="ellipse" r:blip="" zOrderOff="10">
                  <dgm:adjLst/>
                  <dgm:extLst>
                    <a:ext uri="{B698B0E9-8C71-41B9-8309-B3DCBF30829C}">
                      <dgm1612:spPr xmlns:dgm1612="http://schemas.microsoft.com/office/drawing/2016/12/diagram">
                        <a:ln w="6350"/>
                      </dgm1612:spPr>
                    </a:ext>
                  </dgm:extLst>
                </dgm:shape>
                <dgm:presOf/>
                <dgm:constrLst>
                  <dgm:constr type="w" refType="h" op="equ"/>
                </dgm:constrLst>
              </dgm:layoutNode>
              <dgm:layoutNode name="DropPinPlaceHolder">
                <dgm:alg type="composite"/>
                <dgm:shape xmlns:r="http://schemas.openxmlformats.org/officeDocument/2006/relationships" r:blip="">
                  <dgm:adjLst/>
                </dgm:shape>
                <dgm:constrLst>
                  <dgm:constr type="w" for="ch" forName="DropPin" refType="w"/>
                  <dgm:constr type="h" for="ch" forName="DropPin" refType="h"/>
                  <dgm:constr type="ctrX" for="ch" forName="DropPin" refType="w" fact="0.5"/>
                  <dgm:constr type="ctrY" for="ch" forName="DropPin" refType="h" fact="0.5"/>
                  <dgm:constr type="w" for="ch" forName="Ellipse" refType="w" refFor="ch" refForName="DropPin" fact="0.55"/>
                  <dgm:constr type="h" for="ch" forName="Ellipse" refType="w" refFor="ch" refForName="DropPin" fact="0.55"/>
                  <dgm:constr type="ctrX" for="ch" forName="Ellipse" refType="ctrX" refFor="ch" refForName="DropPin"/>
                  <dgm:constr type="ctrY" for="ch" forName="Ellipse" refType="ctrY" refFor="ch" refForName="DropPin"/>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refType="primFontSz" fact="0.5"/>
                      <dgm:constr type="tMarg" refType="primFontSz" fact="0.5"/>
                      <dgm:constr type="bMarg" refType="primFontSz" fact="0.75"/>
                    </dgm:constrLst>
                  </dgm:if>
                  <dgm:else name="Name88">
                    <dgm:alg type="tx">
                      <dgm:param type="txAnchorVert" val="b"/>
                      <dgm:param type="parTxLTRAlign" val="l"/>
                      <dgm:param type="parTxRTLAlign" val="l"/>
                      <dgm:param type="txAnchorVertCh" val="b"/>
                      <dgm:param type="shpTxRTLAlignCh" val="l"/>
                      <dgm:param type="shpTxLTRAlignCh" val="l"/>
                    </dgm:alg>
                    <dgm:constrLst>
                      <dgm:constr type="lMarg"/>
                      <dgm:constr type="rMarg"/>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1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3.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4.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3E723E-2101-4FED-8956-4E9BBF9479FB}" type="datetimeFigureOut">
              <a:rPr lang="en-PK" smtClean="0"/>
              <a:t>11/10/2025</a:t>
            </a:fld>
            <a:endParaRPr lang="en-PK"/>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5156ED-F12A-4BC6-9100-4EEC14F89CEE}" type="slidenum">
              <a:rPr lang="en-PK" smtClean="0"/>
              <a:t>‹#›</a:t>
            </a:fld>
            <a:endParaRPr lang="en-PK"/>
          </a:p>
        </p:txBody>
      </p:sp>
    </p:spTree>
    <p:extLst>
      <p:ext uri="{BB962C8B-B14F-4D97-AF65-F5344CB8AC3E}">
        <p14:creationId xmlns:p14="http://schemas.microsoft.com/office/powerpoint/2010/main" val="93259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3</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9 – Virtualization and Cloud Computing</a:t>
            </a:r>
          </a:p>
          <a:p>
            <a:pPr>
              <a:lnSpc>
                <a:spcPct val="80000"/>
              </a:lnSpc>
              <a:buFontTx/>
              <a:buNone/>
            </a:pPr>
            <a:r>
              <a:rPr lang="en-US" sz="1200" kern="1200" dirty="0">
                <a:solidFill>
                  <a:schemeClr val="tx1"/>
                </a:solidFill>
                <a:latin typeface="Arial" charset="0"/>
                <a:ea typeface="ＭＳ Ｐゴシック" charset="0"/>
                <a:cs typeface="ＭＳ Ｐゴシック" charset="0"/>
              </a:rPr>
              <a:t>9.1 – Virtualization</a:t>
            </a:r>
          </a:p>
          <a:p>
            <a:pPr>
              <a:lnSpc>
                <a:spcPct val="80000"/>
              </a:lnSpc>
              <a:buFontTx/>
              <a:buNone/>
            </a:pPr>
            <a:r>
              <a:rPr lang="en-US" sz="1200" kern="1200" dirty="0">
                <a:solidFill>
                  <a:schemeClr val="tx1"/>
                </a:solidFill>
                <a:latin typeface="Arial" charset="0"/>
                <a:ea typeface="ＭＳ Ｐゴシック" charset="0"/>
                <a:cs typeface="ＭＳ Ｐゴシック" charset="0"/>
              </a:rPr>
              <a:t>9.1.1 – Virtualization</a:t>
            </a:r>
          </a:p>
          <a:p>
            <a:pPr>
              <a:lnSpc>
                <a:spcPct val="80000"/>
              </a:lnSpc>
              <a:buFontTx/>
              <a:buNone/>
            </a:pPr>
            <a:r>
              <a:rPr lang="en-US" sz="1200" kern="1200" dirty="0">
                <a:solidFill>
                  <a:schemeClr val="tx1"/>
                </a:solidFill>
                <a:latin typeface="Arial" charset="0"/>
                <a:ea typeface="ＭＳ Ｐゴシック" charset="0"/>
                <a:cs typeface="ＭＳ Ｐゴシック" charset="0"/>
              </a:rPr>
              <a:t>9.1.1.3 – Traditional Server Deployment</a:t>
            </a: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10</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9 – Virtualization and Cloud Computing</a:t>
            </a:r>
          </a:p>
          <a:p>
            <a:pPr>
              <a:lnSpc>
                <a:spcPct val="80000"/>
              </a:lnSpc>
              <a:buFontTx/>
              <a:buNone/>
            </a:pPr>
            <a:r>
              <a:rPr lang="en-US" sz="1200" kern="1200" dirty="0">
                <a:solidFill>
                  <a:schemeClr val="tx1"/>
                </a:solidFill>
                <a:latin typeface="Arial" charset="0"/>
                <a:ea typeface="ＭＳ Ｐゴシック" charset="0"/>
                <a:cs typeface="ＭＳ Ｐゴシック" charset="0"/>
              </a:rPr>
              <a:t>9.1 – Virtualization</a:t>
            </a:r>
          </a:p>
          <a:p>
            <a:pPr>
              <a:lnSpc>
                <a:spcPct val="80000"/>
              </a:lnSpc>
              <a:buFontTx/>
              <a:buNone/>
            </a:pPr>
            <a:r>
              <a:rPr lang="en-US" sz="1200" kern="1200" dirty="0">
                <a:solidFill>
                  <a:schemeClr val="tx1"/>
                </a:solidFill>
                <a:latin typeface="Arial" charset="0"/>
                <a:ea typeface="ＭＳ Ｐゴシック" charset="0"/>
                <a:cs typeface="ＭＳ Ｐゴシック" charset="0"/>
              </a:rPr>
              <a:t>9.1.1 – Virtualization</a:t>
            </a:r>
          </a:p>
          <a:p>
            <a:pPr>
              <a:lnSpc>
                <a:spcPct val="80000"/>
              </a:lnSpc>
              <a:buFontTx/>
              <a:buNone/>
            </a:pPr>
            <a:r>
              <a:rPr lang="en-US" sz="1200" kern="1200" dirty="0">
                <a:solidFill>
                  <a:schemeClr val="tx1"/>
                </a:solidFill>
                <a:latin typeface="Arial" charset="0"/>
                <a:ea typeface="ＭＳ Ｐゴシック" charset="0"/>
                <a:cs typeface="ＭＳ Ｐゴシック" charset="0"/>
              </a:rPr>
              <a:t>9.1.1.4 – Server Virtualization</a:t>
            </a:r>
            <a:endParaRPr lang="en-US" baseline="0" dirty="0">
              <a:latin typeface="Arial" charset="0"/>
            </a:endParaRPr>
          </a:p>
          <a:p>
            <a:pPr>
              <a:lnSpc>
                <a:spcPct val="80000"/>
              </a:lnSpc>
              <a:buFontTx/>
              <a:buNone/>
            </a:pPr>
            <a:endParaRPr lang="en-US" dirty="0"/>
          </a:p>
        </p:txBody>
      </p:sp>
    </p:spTree>
    <p:extLst>
      <p:ext uri="{BB962C8B-B14F-4D97-AF65-F5344CB8AC3E}">
        <p14:creationId xmlns:p14="http://schemas.microsoft.com/office/powerpoint/2010/main" val="11566048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16</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9 – Virtualization and Cloud Computing</a:t>
            </a:r>
          </a:p>
          <a:p>
            <a:pPr>
              <a:lnSpc>
                <a:spcPct val="80000"/>
              </a:lnSpc>
              <a:buFontTx/>
              <a:buNone/>
            </a:pPr>
            <a:r>
              <a:rPr lang="en-US" sz="1200" kern="1200" dirty="0">
                <a:solidFill>
                  <a:schemeClr val="tx1"/>
                </a:solidFill>
                <a:latin typeface="Arial" charset="0"/>
                <a:ea typeface="ＭＳ Ｐゴシック" charset="0"/>
                <a:cs typeface="ＭＳ Ｐゴシック" charset="0"/>
              </a:rPr>
              <a:t>9.1 – Virtualization</a:t>
            </a:r>
          </a:p>
          <a:p>
            <a:pPr>
              <a:lnSpc>
                <a:spcPct val="80000"/>
              </a:lnSpc>
              <a:buFontTx/>
              <a:buNone/>
            </a:pPr>
            <a:r>
              <a:rPr lang="en-US" sz="1200" kern="1200" dirty="0">
                <a:solidFill>
                  <a:schemeClr val="tx1"/>
                </a:solidFill>
                <a:latin typeface="Arial" charset="0"/>
                <a:ea typeface="ＭＳ Ｐゴシック" charset="0"/>
                <a:cs typeface="ＭＳ Ｐゴシック" charset="0"/>
              </a:rPr>
              <a:t>9.1.1 – Virtualization</a:t>
            </a:r>
          </a:p>
          <a:p>
            <a:pPr>
              <a:lnSpc>
                <a:spcPct val="80000"/>
              </a:lnSpc>
              <a:buFontTx/>
              <a:buNone/>
            </a:pPr>
            <a:r>
              <a:rPr lang="en-US" dirty="0"/>
              <a:t>9.1.1.5 – Advantages  of Server Virtualization</a:t>
            </a:r>
          </a:p>
          <a:p>
            <a:pPr>
              <a:lnSpc>
                <a:spcPct val="80000"/>
              </a:lnSpc>
              <a:buFontTx/>
              <a:buNone/>
            </a:pPr>
            <a:r>
              <a:rPr lang="en-US" dirty="0"/>
              <a:t>9.1.1.6 – Check Your Understanding-Match the Advantages of Virtualization</a:t>
            </a:r>
          </a:p>
        </p:txBody>
      </p:sp>
    </p:spTree>
    <p:extLst>
      <p:ext uri="{BB962C8B-B14F-4D97-AF65-F5344CB8AC3E}">
        <p14:creationId xmlns:p14="http://schemas.microsoft.com/office/powerpoint/2010/main" val="6703050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Virtualization and Cloud Computing</a:t>
            </a:r>
          </a:p>
          <a:p>
            <a:r>
              <a:rPr lang="en-US" dirty="0"/>
              <a:t>9.1 – Virtualization</a:t>
            </a:r>
          </a:p>
          <a:p>
            <a:r>
              <a:rPr lang="en-US" dirty="0"/>
              <a:t>9.1.2 – Client-Side Virtualization</a:t>
            </a:r>
          </a:p>
          <a:p>
            <a:r>
              <a:rPr lang="en-US" dirty="0"/>
              <a:t>9.1.2.1 – Client-Side Virtualization</a:t>
            </a:r>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22</a:t>
            </a:fld>
            <a:endParaRPr lang="en-US" dirty="0">
              <a:solidFill>
                <a:prstClr val="black"/>
              </a:solidFill>
            </a:endParaRPr>
          </a:p>
        </p:txBody>
      </p:sp>
    </p:spTree>
    <p:extLst>
      <p:ext uri="{BB962C8B-B14F-4D97-AF65-F5344CB8AC3E}">
        <p14:creationId xmlns:p14="http://schemas.microsoft.com/office/powerpoint/2010/main" val="17822907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EE2E7E-C2C0-F647-8E93-16AE58F78682}"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AF330F-A8AC-DE45-BD6B-AE8EC1B64A08}" type="slidenum">
              <a:rPr lang="en-US" smtClean="0"/>
              <a:t>‹#›</a:t>
            </a:fld>
            <a:endParaRPr lang="en-US"/>
          </a:p>
        </p:txBody>
      </p:sp>
    </p:spTree>
    <p:extLst>
      <p:ext uri="{BB962C8B-B14F-4D97-AF65-F5344CB8AC3E}">
        <p14:creationId xmlns:p14="http://schemas.microsoft.com/office/powerpoint/2010/main" val="21103550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EE2E7E-C2C0-F647-8E93-16AE58F78682}"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AF330F-A8AC-DE45-BD6B-AE8EC1B64A08}" type="slidenum">
              <a:rPr lang="en-US" smtClean="0"/>
              <a:t>‹#›</a:t>
            </a:fld>
            <a:endParaRPr lang="en-US"/>
          </a:p>
        </p:txBody>
      </p:sp>
    </p:spTree>
    <p:extLst>
      <p:ext uri="{BB962C8B-B14F-4D97-AF65-F5344CB8AC3E}">
        <p14:creationId xmlns:p14="http://schemas.microsoft.com/office/powerpoint/2010/main" val="3107457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EE2E7E-C2C0-F647-8E93-16AE58F78682}"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AF330F-A8AC-DE45-BD6B-AE8EC1B64A08}" type="slidenum">
              <a:rPr lang="en-US" smtClean="0"/>
              <a:t>‹#›</a:t>
            </a:fld>
            <a:endParaRPr lang="en-US"/>
          </a:p>
        </p:txBody>
      </p:sp>
    </p:spTree>
    <p:extLst>
      <p:ext uri="{BB962C8B-B14F-4D97-AF65-F5344CB8AC3E}">
        <p14:creationId xmlns:p14="http://schemas.microsoft.com/office/powerpoint/2010/main" val="9227381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EE2E7E-C2C0-F647-8E93-16AE58F78682}" type="datetimeFigureOut">
              <a:rPr lang="en-US" smtClean="0"/>
              <a:t>11/10/2025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AF330F-A8AC-DE45-BD6B-AE8EC1B64A08}" type="slidenum">
              <a:rPr lang="en-US" smtClean="0"/>
              <a:t>‹#›</a:t>
            </a:fld>
            <a:endParaRPr lang="en-US"/>
          </a:p>
        </p:txBody>
      </p:sp>
    </p:spTree>
    <p:extLst>
      <p:ext uri="{BB962C8B-B14F-4D97-AF65-F5344CB8AC3E}">
        <p14:creationId xmlns:p14="http://schemas.microsoft.com/office/powerpoint/2010/main" val="3142257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EE2E7E-C2C0-F647-8E93-16AE58F78682}" type="datetimeFigureOut">
              <a:rPr lang="en-US" smtClean="0"/>
              <a:t>11/10/2025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2AF330F-A8AC-DE45-BD6B-AE8EC1B64A08}" type="slidenum">
              <a:rPr lang="en-US" smtClean="0"/>
              <a:t>‹#›</a:t>
            </a:fld>
            <a:endParaRPr lang="en-US"/>
          </a:p>
        </p:txBody>
      </p:sp>
    </p:spTree>
    <p:extLst>
      <p:ext uri="{BB962C8B-B14F-4D97-AF65-F5344CB8AC3E}">
        <p14:creationId xmlns:p14="http://schemas.microsoft.com/office/powerpoint/2010/main" val="17692599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EE2E7E-C2C0-F647-8E93-16AE58F78682}" type="datetimeFigureOut">
              <a:rPr lang="en-US" smtClean="0"/>
              <a:t>11/10/2025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2AF330F-A8AC-DE45-BD6B-AE8EC1B64A08}" type="slidenum">
              <a:rPr lang="en-US" smtClean="0"/>
              <a:t>‹#›</a:t>
            </a:fld>
            <a:endParaRPr lang="en-US"/>
          </a:p>
        </p:txBody>
      </p:sp>
    </p:spTree>
    <p:extLst>
      <p:ext uri="{BB962C8B-B14F-4D97-AF65-F5344CB8AC3E}">
        <p14:creationId xmlns:p14="http://schemas.microsoft.com/office/powerpoint/2010/main" val="7464823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EE2E7E-C2C0-F647-8E93-16AE58F78682}" type="datetimeFigureOut">
              <a:rPr lang="en-US" smtClean="0"/>
              <a:t>11/10/2025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2AF330F-A8AC-DE45-BD6B-AE8EC1B64A08}" type="slidenum">
              <a:rPr lang="en-US" smtClean="0"/>
              <a:t>‹#›</a:t>
            </a:fld>
            <a:endParaRPr lang="en-US"/>
          </a:p>
        </p:txBody>
      </p:sp>
    </p:spTree>
    <p:extLst>
      <p:ext uri="{BB962C8B-B14F-4D97-AF65-F5344CB8AC3E}">
        <p14:creationId xmlns:p14="http://schemas.microsoft.com/office/powerpoint/2010/main" val="571090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EE2E7E-C2C0-F647-8E93-16AE58F78682}" type="datetimeFigureOut">
              <a:rPr lang="en-US" smtClean="0"/>
              <a:t>11/10/2025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AF330F-A8AC-DE45-BD6B-AE8EC1B64A08}" type="slidenum">
              <a:rPr lang="en-US" smtClean="0"/>
              <a:t>‹#›</a:t>
            </a:fld>
            <a:endParaRPr lang="en-US"/>
          </a:p>
        </p:txBody>
      </p:sp>
    </p:spTree>
    <p:extLst>
      <p:ext uri="{BB962C8B-B14F-4D97-AF65-F5344CB8AC3E}">
        <p14:creationId xmlns:p14="http://schemas.microsoft.com/office/powerpoint/2010/main" val="16962220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EE2E7E-C2C0-F647-8E93-16AE58F78682}" type="datetimeFigureOut">
              <a:rPr lang="en-US" smtClean="0"/>
              <a:t>11/10/2025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AF330F-A8AC-DE45-BD6B-AE8EC1B64A08}" type="slidenum">
              <a:rPr lang="en-US" smtClean="0"/>
              <a:t>‹#›</a:t>
            </a:fld>
            <a:endParaRPr lang="en-US"/>
          </a:p>
        </p:txBody>
      </p:sp>
    </p:spTree>
    <p:extLst>
      <p:ext uri="{BB962C8B-B14F-4D97-AF65-F5344CB8AC3E}">
        <p14:creationId xmlns:p14="http://schemas.microsoft.com/office/powerpoint/2010/main" val="2910715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EE2E7E-C2C0-F647-8E93-16AE58F78682}"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AF330F-A8AC-DE45-BD6B-AE8EC1B64A08}" type="slidenum">
              <a:rPr lang="en-US" smtClean="0"/>
              <a:t>‹#›</a:t>
            </a:fld>
            <a:endParaRPr lang="en-US"/>
          </a:p>
        </p:txBody>
      </p:sp>
    </p:spTree>
    <p:extLst>
      <p:ext uri="{BB962C8B-B14F-4D97-AF65-F5344CB8AC3E}">
        <p14:creationId xmlns:p14="http://schemas.microsoft.com/office/powerpoint/2010/main" val="2058505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EE2E7E-C2C0-F647-8E93-16AE58F78682}"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AF330F-A8AC-DE45-BD6B-AE8EC1B64A08}" type="slidenum">
              <a:rPr lang="en-US" smtClean="0"/>
              <a:t>‹#›</a:t>
            </a:fld>
            <a:endParaRPr lang="en-US"/>
          </a:p>
        </p:txBody>
      </p:sp>
    </p:spTree>
    <p:extLst>
      <p:ext uri="{BB962C8B-B14F-4D97-AF65-F5344CB8AC3E}">
        <p14:creationId xmlns:p14="http://schemas.microsoft.com/office/powerpoint/2010/main" val="20689524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EE2E7E-C2C0-F647-8E93-16AE58F78682}" type="datetimeFigureOut">
              <a:rPr lang="en-US" smtClean="0"/>
              <a:t>11/10/2025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AF330F-A8AC-DE45-BD6B-AE8EC1B64A08}" type="slidenum">
              <a:rPr lang="en-US" smtClean="0"/>
              <a:t>‹#›</a:t>
            </a:fld>
            <a:endParaRPr lang="en-US"/>
          </a:p>
        </p:txBody>
      </p:sp>
    </p:spTree>
    <p:extLst>
      <p:ext uri="{BB962C8B-B14F-4D97-AF65-F5344CB8AC3E}">
        <p14:creationId xmlns:p14="http://schemas.microsoft.com/office/powerpoint/2010/main" val="35604987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9.png"/><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20.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6.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notesSlide" Target="../notesSlides/notesSlide3.xml"/><Relationship Id="rId7" Type="http://schemas.openxmlformats.org/officeDocument/2006/relationships/diagramColors" Target="../diagrams/colors5.xml"/><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1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4.xml"/><Relationship Id="rId4" Type="http://schemas.openxmlformats.org/officeDocument/2006/relationships/image" Target="../media/image45.PNG"/></Relationships>
</file>

<file path=ppt/slides/_rels/slide23.xml.rels><?xml version="1.0" encoding="UTF-8" standalone="yes"?>
<Relationships xmlns="http://schemas.openxmlformats.org/package/2006/relationships"><Relationship Id="rId3" Type="http://schemas.openxmlformats.org/officeDocument/2006/relationships/hyperlink" Target="https://www.google.com/search?sca_esv=486c0866b8b04e5b&amp;pws=0&amp;gl=us&amp;cs=0&amp;q=Container+Engine&amp;sa=X&amp;ved=2ahUKEwiN9ZvVnOiQAxUNVKQEHbMMNLYQxccNegQIKxAD&amp;mstk=AUtExfCxkGNKMWrWOKbwrkBlhg7enCi_lz2rhlB_XznN0_uDQCtopxUI6lCGsmmM6X6V0pCfCSGhKYLmPaImGOk5FWiH8i9kG3BENVrLIwGFNowx2tGCZw1aPh-4qudF7ck3hSBHhrji122o8a0DZHx9-Poj3YUHfAa2vBNWqFpiMPGsdfI&amp;csui=3" TargetMode="External"/><Relationship Id="rId7" Type="http://schemas.openxmlformats.org/officeDocument/2006/relationships/image" Target="../media/image46.jpeg"/><Relationship Id="rId2" Type="http://schemas.openxmlformats.org/officeDocument/2006/relationships/hyperlink" Target="https://www.google.com/search?sca_esv=486c0866b8b04e5b&amp;pws=0&amp;gl=us&amp;cs=0&amp;q=Operating+System+Virtualization+%28Containerization%29&amp;sa=X&amp;ved=2ahUKEwiN9ZvVnOiQAxUNVKQEHbMMNLYQxccNegQIIBAD&amp;mstk=AUtExfCxkGNKMWrWOKbwrkBlhg7enCi_lz2rhlB_XznN0_uDQCtopxUI6lCGsmmM6X6V0pCfCSGhKYLmPaImGOk5FWiH8i9kG3BENVrLIwGFNowx2tGCZw1aPh-4qudF7ck3hSBHhrji122o8a0DZHx9-Poj3YUHfAa2vBNWqFpiMPGsdfI&amp;csui=3" TargetMode="External"/><Relationship Id="rId1" Type="http://schemas.openxmlformats.org/officeDocument/2006/relationships/slideLayout" Target="../slideLayouts/slideLayout4.xml"/><Relationship Id="rId6" Type="http://schemas.openxmlformats.org/officeDocument/2006/relationships/hyperlink" Target="https://www.google.com/search?sca_esv=486c0866b8b04e5b&amp;pws=0&amp;gl=us&amp;cs=0&amp;q=Portability&amp;sa=X&amp;ved=2ahUKEwiN9ZvVnOiQAxUNVKQEHbMMNLYQxccNegQIJRAD&amp;mstk=AUtExfCxkGNKMWrWOKbwrkBlhg7enCi_lz2rhlB_XznN0_uDQCtopxUI6lCGsmmM6X6V0pCfCSGhKYLmPaImGOk5FWiH8i9kG3BENVrLIwGFNowx2tGCZw1aPh-4qudF7ck3hSBHhrji122o8a0DZHx9-Poj3YUHfAa2vBNWqFpiMPGsdfI&amp;csui=3" TargetMode="External"/><Relationship Id="rId5" Type="http://schemas.openxmlformats.org/officeDocument/2006/relationships/hyperlink" Target="https://www.google.com/search?sca_esv=486c0866b8b04e5b&amp;pws=0&amp;gl=us&amp;cs=0&amp;q=Lightweight+and+Efficient&amp;sa=X&amp;ved=2ahUKEwiN9ZvVnOiQAxUNVKQEHbMMNLYQxccNegQILBAD&amp;mstk=AUtExfCxkGNKMWrWOKbwrkBlhg7enCi_lz2rhlB_XznN0_uDQCtopxUI6lCGsmmM6X6V0pCfCSGhKYLmPaImGOk5FWiH8i9kG3BENVrLIwGFNowx2tGCZw1aPh-4qudF7ck3hSBHhrji122o8a0DZHx9-Poj3YUHfAa2vBNWqFpiMPGsdfI&amp;csui=3" TargetMode="External"/><Relationship Id="rId4" Type="http://schemas.openxmlformats.org/officeDocument/2006/relationships/hyperlink" Target="https://www.google.com/search?sca_esv=486c0866b8b04e5b&amp;pws=0&amp;gl=us&amp;cs=0&amp;q=Shared+Host+OS&amp;sa=X&amp;ved=2ahUKEwiN9ZvVnOiQAxUNVKQEHbMMNLYQxccNegQIKBAD&amp;mstk=AUtExfCxkGNKMWrWOKbwrkBlhg7enCi_lz2rhlB_XznN0_uDQCtopxUI6lCGsmmM6X6V0pCfCSGhKYLmPaImGOk5FWiH8i9kG3BENVrLIwGFNowx2tGCZw1aPh-4qudF7ck3hSBHhrji122o8a0DZHx9-Poj3YUHfAa2vBNWqFpiMPGsdfI&amp;csui=3"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4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06.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07.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21.xml"/><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22.xml"/><Relationship Id="rId2" Type="http://schemas.openxmlformats.org/officeDocument/2006/relationships/diagramData" Target="../diagrams/data22.xml"/><Relationship Id="rId1" Type="http://schemas.openxmlformats.org/officeDocument/2006/relationships/slideLayout" Target="../slideLayouts/slideLayout2.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48.xml.rels><?xml version="1.0" encoding="UTF-8" standalone="yes"?>
<Relationships xmlns="http://schemas.openxmlformats.org/package/2006/relationships"><Relationship Id="rId3" Type="http://schemas.openxmlformats.org/officeDocument/2006/relationships/diagramLayout" Target="../diagrams/layout23.xml"/><Relationship Id="rId2" Type="http://schemas.openxmlformats.org/officeDocument/2006/relationships/diagramData" Target="../diagrams/data23.xml"/><Relationship Id="rId1" Type="http://schemas.openxmlformats.org/officeDocument/2006/relationships/slideLayout" Target="../slideLayouts/slideLayout2.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4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diagramLayout" Target="../diagrams/layout24.xml"/><Relationship Id="rId2" Type="http://schemas.openxmlformats.org/officeDocument/2006/relationships/diagramData" Target="../diagrams/data24.xml"/><Relationship Id="rId1" Type="http://schemas.openxmlformats.org/officeDocument/2006/relationships/slideLayout" Target="../slideLayouts/slideLayout2.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52.xml.rels><?xml version="1.0" encoding="UTF-8" standalone="yes"?>
<Relationships xmlns="http://schemas.openxmlformats.org/package/2006/relationships"><Relationship Id="rId3" Type="http://schemas.openxmlformats.org/officeDocument/2006/relationships/image" Target="../media/image131.svg"/><Relationship Id="rId2" Type="http://schemas.openxmlformats.org/officeDocument/2006/relationships/image" Target="../media/image130.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8" name="Rectangle 67">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942996" y="4267832"/>
            <a:ext cx="3604497" cy="1297115"/>
          </a:xfrm>
        </p:spPr>
        <p:txBody>
          <a:bodyPr anchor="t">
            <a:normAutofit/>
          </a:bodyPr>
          <a:lstStyle/>
          <a:p>
            <a:pPr algn="l"/>
            <a:r>
              <a:rPr lang="en-US" sz="3500">
                <a:solidFill>
                  <a:schemeClr val="tx2"/>
                </a:solidFill>
              </a:rPr>
              <a:t>Virtualization &amp; Cloud Computing</a:t>
            </a:r>
          </a:p>
        </p:txBody>
      </p:sp>
      <p:sp>
        <p:nvSpPr>
          <p:cNvPr id="3" name="Subtitle 2"/>
          <p:cNvSpPr>
            <a:spLocks noGrp="1"/>
          </p:cNvSpPr>
          <p:nvPr>
            <p:ph type="subTitle" idx="1"/>
          </p:nvPr>
        </p:nvSpPr>
        <p:spPr>
          <a:xfrm>
            <a:off x="4943224" y="3428999"/>
            <a:ext cx="3604268" cy="838831"/>
          </a:xfrm>
        </p:spPr>
        <p:txBody>
          <a:bodyPr anchor="b">
            <a:normAutofit/>
          </a:bodyPr>
          <a:lstStyle/>
          <a:p>
            <a:pPr algn="l"/>
            <a:r>
              <a:rPr lang="en-US" sz="1700">
                <a:solidFill>
                  <a:schemeClr val="tx2"/>
                </a:solidFill>
              </a:rPr>
              <a:t>Prof. Dr. Pardeep Kumar</a:t>
            </a:r>
          </a:p>
        </p:txBody>
      </p:sp>
      <p:pic>
        <p:nvPicPr>
          <p:cNvPr id="65" name="Graphic 64" descr="Cloud Computing">
            <a:extLst>
              <a:ext uri="{FF2B5EF4-FFF2-40B4-BE49-F238E27FC236}">
                <a16:creationId xmlns:a16="http://schemas.microsoft.com/office/drawing/2014/main" id="{DD23615E-D7A4-1C44-DB01-DDD9E406739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5352" y="2333040"/>
            <a:ext cx="3106320" cy="310632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72" name="Group 71">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89" y="-5977"/>
            <a:ext cx="4679005" cy="6863979"/>
            <a:chOff x="305" y="-5977"/>
            <a:chExt cx="6238675" cy="6863979"/>
          </a:xfrm>
        </p:grpSpPr>
        <p:sp>
          <p:nvSpPr>
            <p:cNvPr id="73" name="Freeform: Shape 72">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Freeform: Shape 73">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Freeform: Shape 74">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870947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5CADF2-182F-AD32-9C55-810C6C1D1C01}"/>
              </a:ext>
            </a:extLst>
          </p:cNvPr>
          <p:cNvSpPr>
            <a:spLocks noGrp="1"/>
          </p:cNvSpPr>
          <p:nvPr>
            <p:ph type="title"/>
          </p:nvPr>
        </p:nvSpPr>
        <p:spPr>
          <a:xfrm>
            <a:off x="473201" y="640080"/>
            <a:ext cx="5060823" cy="1481328"/>
          </a:xfrm>
        </p:spPr>
        <p:txBody>
          <a:bodyPr vert="horz" lIns="91440" tIns="45720" rIns="91440" bIns="45720" rtlCol="0" anchor="b">
            <a:normAutofit/>
          </a:bodyPr>
          <a:lstStyle/>
          <a:p>
            <a:pPr algn="l" defTabSz="914400">
              <a:lnSpc>
                <a:spcPct val="90000"/>
              </a:lnSpc>
            </a:pPr>
            <a:r>
              <a:rPr lang="en-US" sz="3300" b="0" i="0" kern="1200" dirty="0">
                <a:solidFill>
                  <a:schemeClr val="tx1"/>
                </a:solidFill>
                <a:effectLst/>
                <a:latin typeface="+mj-lt"/>
                <a:ea typeface="+mj-ea"/>
                <a:cs typeface="+mj-cs"/>
              </a:rPr>
              <a:t>Stand-Alone System </a:t>
            </a:r>
            <a:r>
              <a:rPr lang="en-US" sz="3300" kern="1200" dirty="0">
                <a:solidFill>
                  <a:schemeClr val="tx1"/>
                </a:solidFill>
                <a:latin typeface="+mj-lt"/>
                <a:ea typeface="+mj-ea"/>
                <a:cs typeface="+mj-cs"/>
              </a:rPr>
              <a:t>(without Virtualization)</a:t>
            </a:r>
          </a:p>
        </p:txBody>
      </p:sp>
      <p:sp>
        <p:nvSpPr>
          <p:cNvPr id="16"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2372868"/>
            <a:ext cx="2441321" cy="18288"/>
          </a:xfrm>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 name="Content Placeholder 7">
            <a:extLst>
              <a:ext uri="{FF2B5EF4-FFF2-40B4-BE49-F238E27FC236}">
                <a16:creationId xmlns:a16="http://schemas.microsoft.com/office/drawing/2014/main" id="{6E2CD853-9152-AED1-BB21-9AE363208B43}"/>
              </a:ext>
            </a:extLst>
          </p:cNvPr>
          <p:cNvGraphicFramePr>
            <a:graphicFrameLocks noGrp="1"/>
          </p:cNvGraphicFramePr>
          <p:nvPr>
            <p:ph sz="half" idx="1"/>
            <p:extLst>
              <p:ext uri="{D42A27DB-BD31-4B8C-83A1-F6EECF244321}">
                <p14:modId xmlns:p14="http://schemas.microsoft.com/office/powerpoint/2010/main" val="1408500005"/>
              </p:ext>
            </p:extLst>
          </p:nvPr>
        </p:nvGraphicFramePr>
        <p:xfrm>
          <a:off x="739902" y="2580894"/>
          <a:ext cx="3614166" cy="35478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9" name="Content Placeholder 4">
            <a:extLst>
              <a:ext uri="{FF2B5EF4-FFF2-40B4-BE49-F238E27FC236}">
                <a16:creationId xmlns:a16="http://schemas.microsoft.com/office/drawing/2014/main" id="{641E0FAB-F475-FB23-F3B5-F4E1063ED064}"/>
              </a:ext>
            </a:extLst>
          </p:cNvPr>
          <p:cNvPicPr>
            <a:picLocks noGrp="1" noChangeAspect="1"/>
          </p:cNvPicPr>
          <p:nvPr>
            <p:ph sz="half" idx="2"/>
          </p:nvPr>
        </p:nvPicPr>
        <p:blipFill>
          <a:blip r:embed="rId7" cstate="email">
            <a:extLst>
              <a:ext uri="{28A0092B-C50C-407E-A947-70E740481C1C}">
                <a14:useLocalDpi xmlns:a14="http://schemas.microsoft.com/office/drawing/2010/main"/>
              </a:ext>
            </a:extLst>
          </a:blip>
          <a:stretch>
            <a:fillRect/>
          </a:stretch>
        </p:blipFill>
        <p:spPr>
          <a:xfrm>
            <a:off x="5923344" y="2363724"/>
            <a:ext cx="2259746" cy="3781806"/>
          </a:xfrm>
          <a:prstGeom prst="rect">
            <a:avLst/>
          </a:prstGeom>
        </p:spPr>
      </p:pic>
    </p:spTree>
    <p:extLst>
      <p:ext uri="{BB962C8B-B14F-4D97-AF65-F5344CB8AC3E}">
        <p14:creationId xmlns:p14="http://schemas.microsoft.com/office/powerpoint/2010/main" val="2022230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200" name="Rectangle 8199">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202" name="Rectangle 8201">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5812" y="365125"/>
            <a:ext cx="8375585"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194" name="Rectangle 2"/>
          <p:cNvSpPr>
            <a:spLocks noGrp="1" noChangeArrowheads="1"/>
          </p:cNvSpPr>
          <p:nvPr>
            <p:ph type="title"/>
          </p:nvPr>
        </p:nvSpPr>
        <p:spPr>
          <a:xfrm>
            <a:off x="785059" y="586822"/>
            <a:ext cx="2670189" cy="1645920"/>
          </a:xfrm>
        </p:spPr>
        <p:txBody>
          <a:bodyPr>
            <a:normAutofit/>
          </a:bodyPr>
          <a:lstStyle/>
          <a:p>
            <a:r>
              <a:rPr lang="en-US" altLang="en-US" sz="2800"/>
              <a:t>Traditional Server Deployment</a:t>
            </a:r>
          </a:p>
        </p:txBody>
      </p:sp>
      <p:sp>
        <p:nvSpPr>
          <p:cNvPr id="8204" name="Rectangle 8203">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806" y="1057739"/>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8206" name="Rectangle 8205">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999776" y="1402924"/>
            <a:ext cx="1463040" cy="13716"/>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8195" name="Rectangle 6"/>
          <p:cNvSpPr>
            <a:spLocks noGrp="1" noChangeArrowheads="1"/>
          </p:cNvSpPr>
          <p:nvPr>
            <p:ph idx="1"/>
          </p:nvPr>
        </p:nvSpPr>
        <p:spPr>
          <a:xfrm>
            <a:off x="4013373" y="586822"/>
            <a:ext cx="4501977" cy="1645920"/>
          </a:xfrm>
        </p:spPr>
        <p:txBody>
          <a:bodyPr anchor="ctr">
            <a:normAutofit/>
          </a:bodyPr>
          <a:lstStyle/>
          <a:p>
            <a:r>
              <a:rPr lang="en-US" sz="1500"/>
              <a:t>Drawbacks:</a:t>
            </a:r>
          </a:p>
          <a:p>
            <a:pPr lvl="1"/>
            <a:r>
              <a:rPr lang="en-US" sz="1500"/>
              <a:t>Physical servers are expensive and consume a lot of space (server sprawl), money, efforts, electricity, maintenance, staff, etc.</a:t>
            </a:r>
          </a:p>
          <a:p>
            <a:pPr lvl="1"/>
            <a:r>
              <a:rPr lang="en-US" sz="1500"/>
              <a:t>The resources on physical servers such as CPU, NIC, storage, and RAM are underused.</a:t>
            </a:r>
          </a:p>
        </p:txBody>
      </p:sp>
      <p:pic>
        <p:nvPicPr>
          <p:cNvPr id="4" name="Picture 3" descr="The image displays 4 servers: a web server, email server, SQL server, and a file server.  All 4 servers have Hardware: CPU, Memory, NIC, and Disk." title="Dedicated Servers">
            <a:extLst>
              <a:ext uri="{FF2B5EF4-FFF2-40B4-BE49-F238E27FC236}">
                <a16:creationId xmlns:a16="http://schemas.microsoft.com/office/drawing/2014/main" id="{217AA1D9-9A18-4D8B-8830-FD2ED1165D77}"/>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t="21603"/>
          <a:stretch/>
        </p:blipFill>
        <p:spPr>
          <a:xfrm>
            <a:off x="418338" y="3269730"/>
            <a:ext cx="8373618" cy="2412516"/>
          </a:xfrm>
          <a:prstGeom prst="rect">
            <a:avLst/>
          </a:prstGeom>
        </p:spPr>
      </p:pic>
    </p:spTree>
    <p:custDataLst>
      <p:tags r:id="rId1"/>
    </p:custDataLst>
    <p:extLst>
      <p:ext uri="{BB962C8B-B14F-4D97-AF65-F5344CB8AC3E}">
        <p14:creationId xmlns:p14="http://schemas.microsoft.com/office/powerpoint/2010/main" val="2638466440"/>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 name="Freeform: Shape 21">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14166"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6E6E6"/>
            </a:solidFill>
          </a:ln>
          <a:effectLst>
            <a:outerShdw blurRad="508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4" name="Freeform: Shape 23">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08608"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829632F-E1E4-AF72-F21A-14F4C656783A}"/>
              </a:ext>
            </a:extLst>
          </p:cNvPr>
          <p:cNvSpPr>
            <a:spLocks noGrp="1"/>
          </p:cNvSpPr>
          <p:nvPr>
            <p:ph type="title"/>
          </p:nvPr>
        </p:nvSpPr>
        <p:spPr>
          <a:xfrm>
            <a:off x="466344" y="1161288"/>
            <a:ext cx="2702052" cy="4526280"/>
          </a:xfrm>
        </p:spPr>
        <p:txBody>
          <a:bodyPr>
            <a:normAutofit/>
          </a:bodyPr>
          <a:lstStyle/>
          <a:p>
            <a:r>
              <a:rPr lang="en-US" sz="3500"/>
              <a:t>Consider an Example</a:t>
            </a:r>
            <a:endParaRPr lang="en-PK" sz="3500"/>
          </a:p>
        </p:txBody>
      </p:sp>
      <p:sp>
        <p:nvSpPr>
          <p:cNvPr id="26" name="Rectangle 25">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96012"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2BD4985E-8C15-6D15-7455-26D304FA2ADB}"/>
              </a:ext>
            </a:extLst>
          </p:cNvPr>
          <p:cNvSpPr>
            <a:spLocks noGrp="1"/>
          </p:cNvSpPr>
          <p:nvPr>
            <p:ph idx="1"/>
          </p:nvPr>
        </p:nvSpPr>
        <p:spPr>
          <a:xfrm>
            <a:off x="3634741" y="932688"/>
            <a:ext cx="4878324" cy="5496104"/>
          </a:xfrm>
        </p:spPr>
        <p:txBody>
          <a:bodyPr anchor="ctr">
            <a:normAutofit/>
          </a:bodyPr>
          <a:lstStyle/>
          <a:p>
            <a:pPr>
              <a:lnSpc>
                <a:spcPct val="90000"/>
              </a:lnSpc>
            </a:pPr>
            <a:r>
              <a:rPr lang="en-US" sz="2000" dirty="0"/>
              <a:t>Consider a company that needs servers for three functions:</a:t>
            </a:r>
          </a:p>
          <a:p>
            <a:pPr lvl="1">
              <a:lnSpc>
                <a:spcPct val="90000"/>
              </a:lnSpc>
            </a:pPr>
            <a:r>
              <a:rPr lang="en-US" sz="2000" dirty="0"/>
              <a:t>Store business email securely</a:t>
            </a:r>
          </a:p>
          <a:p>
            <a:pPr lvl="1">
              <a:lnSpc>
                <a:spcPct val="90000"/>
              </a:lnSpc>
            </a:pPr>
            <a:r>
              <a:rPr lang="en-US" sz="2000" dirty="0"/>
              <a:t>Run a customer-facing application</a:t>
            </a:r>
          </a:p>
          <a:p>
            <a:pPr lvl="1">
              <a:lnSpc>
                <a:spcPct val="90000"/>
              </a:lnSpc>
            </a:pPr>
            <a:r>
              <a:rPr lang="en-US" sz="2000" dirty="0"/>
              <a:t>Run internal business applications</a:t>
            </a:r>
          </a:p>
          <a:p>
            <a:pPr marL="457200" lvl="1" indent="0">
              <a:lnSpc>
                <a:spcPct val="90000"/>
              </a:lnSpc>
              <a:buNone/>
            </a:pPr>
            <a:endParaRPr lang="en-US" sz="2000" dirty="0"/>
          </a:p>
          <a:p>
            <a:pPr>
              <a:lnSpc>
                <a:spcPct val="90000"/>
              </a:lnSpc>
            </a:pPr>
            <a:r>
              <a:rPr lang="en-US" sz="2000" dirty="0"/>
              <a:t>Each of these functions has different configuration requirements: </a:t>
            </a:r>
          </a:p>
          <a:p>
            <a:pPr lvl="1">
              <a:lnSpc>
                <a:spcPct val="90000"/>
              </a:lnSpc>
            </a:pPr>
            <a:r>
              <a:rPr lang="en-US" sz="2000" dirty="0"/>
              <a:t>The email application requires more storage capacity and a Windows OS.</a:t>
            </a:r>
          </a:p>
          <a:p>
            <a:pPr lvl="1">
              <a:lnSpc>
                <a:spcPct val="90000"/>
              </a:lnSpc>
            </a:pPr>
            <a:r>
              <a:rPr lang="en-US" sz="2000" dirty="0"/>
              <a:t>The customer-facing application requires a Linux OS and high processing power to handle large volumes of website traffic.</a:t>
            </a:r>
          </a:p>
          <a:p>
            <a:pPr lvl="1">
              <a:lnSpc>
                <a:spcPct val="90000"/>
              </a:lnSpc>
            </a:pPr>
            <a:r>
              <a:rPr lang="en-US" sz="2000" dirty="0"/>
              <a:t>The internal business application requires iOS and more RAM.</a:t>
            </a:r>
          </a:p>
        </p:txBody>
      </p:sp>
    </p:spTree>
    <p:extLst>
      <p:ext uri="{BB962C8B-B14F-4D97-AF65-F5344CB8AC3E}">
        <p14:creationId xmlns:p14="http://schemas.microsoft.com/office/powerpoint/2010/main" val="9913003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35EA895-EE3F-53EA-8C60-890ED21E25D1}"/>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589C558A-67B5-2048-E271-D1A2245BC3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 name="Freeform: Shape 21">
            <a:extLst>
              <a:ext uri="{FF2B5EF4-FFF2-40B4-BE49-F238E27FC236}">
                <a16:creationId xmlns:a16="http://schemas.microsoft.com/office/drawing/2014/main" id="{C6E0F142-E7FB-0785-1531-C08EF2432E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14166"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6E6E6"/>
            </a:solidFill>
          </a:ln>
          <a:effectLst>
            <a:outerShdw blurRad="508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4" name="Freeform: Shape 23">
            <a:extLst>
              <a:ext uri="{FF2B5EF4-FFF2-40B4-BE49-F238E27FC236}">
                <a16:creationId xmlns:a16="http://schemas.microsoft.com/office/drawing/2014/main" id="{FF786C00-13AB-C946-9FE3-B018D03452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08608"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F95066F-228E-9B83-C181-8FC1C59A1EC2}"/>
              </a:ext>
            </a:extLst>
          </p:cNvPr>
          <p:cNvSpPr>
            <a:spLocks noGrp="1"/>
          </p:cNvSpPr>
          <p:nvPr>
            <p:ph type="title"/>
          </p:nvPr>
        </p:nvSpPr>
        <p:spPr>
          <a:xfrm>
            <a:off x="466344" y="1161288"/>
            <a:ext cx="2702052" cy="4526280"/>
          </a:xfrm>
        </p:spPr>
        <p:txBody>
          <a:bodyPr>
            <a:normAutofit/>
          </a:bodyPr>
          <a:lstStyle/>
          <a:p>
            <a:r>
              <a:rPr lang="en-US" sz="3500"/>
              <a:t>Consider an Example</a:t>
            </a:r>
            <a:endParaRPr lang="en-PK" sz="3500"/>
          </a:p>
        </p:txBody>
      </p:sp>
      <p:sp>
        <p:nvSpPr>
          <p:cNvPr id="26" name="Rectangle 25">
            <a:extLst>
              <a:ext uri="{FF2B5EF4-FFF2-40B4-BE49-F238E27FC236}">
                <a16:creationId xmlns:a16="http://schemas.microsoft.com/office/drawing/2014/main" id="{7EC94F02-0AF0-A4DC-512A-6F543F13FF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96012"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9C25A0E0-A90A-34D4-2141-911FB9143C64}"/>
              </a:ext>
            </a:extLst>
          </p:cNvPr>
          <p:cNvSpPr>
            <a:spLocks noGrp="1"/>
          </p:cNvSpPr>
          <p:nvPr>
            <p:ph idx="1"/>
          </p:nvPr>
        </p:nvSpPr>
        <p:spPr>
          <a:xfrm>
            <a:off x="3634741" y="932688"/>
            <a:ext cx="4878324" cy="5496104"/>
          </a:xfrm>
        </p:spPr>
        <p:txBody>
          <a:bodyPr anchor="ctr">
            <a:normAutofit/>
          </a:bodyPr>
          <a:lstStyle/>
          <a:p>
            <a:pPr>
              <a:lnSpc>
                <a:spcPct val="90000"/>
              </a:lnSpc>
            </a:pPr>
            <a:r>
              <a:rPr lang="en-US" sz="2000" dirty="0"/>
              <a:t>To meet these requirements, the company sets up three different dedicated physical servers for each application. </a:t>
            </a:r>
          </a:p>
          <a:p>
            <a:pPr>
              <a:lnSpc>
                <a:spcPct val="90000"/>
              </a:lnSpc>
            </a:pPr>
            <a:endParaRPr lang="en-US" sz="2000" dirty="0"/>
          </a:p>
          <a:p>
            <a:pPr>
              <a:lnSpc>
                <a:spcPct val="90000"/>
              </a:lnSpc>
            </a:pPr>
            <a:r>
              <a:rPr lang="en-US" sz="2000" dirty="0"/>
              <a:t>The company must make a high initial investment and perform ongoing maintenance and upgrades. </a:t>
            </a:r>
          </a:p>
          <a:p>
            <a:pPr>
              <a:lnSpc>
                <a:spcPct val="90000"/>
              </a:lnSpc>
            </a:pPr>
            <a:endParaRPr lang="en-US" sz="2000" dirty="0"/>
          </a:p>
          <a:p>
            <a:pPr>
              <a:lnSpc>
                <a:spcPct val="90000"/>
              </a:lnSpc>
            </a:pPr>
            <a:r>
              <a:rPr lang="en-US" sz="2000" dirty="0"/>
              <a:t>But it uses only a fraction of their storage and processing capacities.</a:t>
            </a:r>
          </a:p>
          <a:p>
            <a:pPr>
              <a:lnSpc>
                <a:spcPct val="90000"/>
              </a:lnSpc>
            </a:pPr>
            <a:endParaRPr lang="en-PK" sz="2000" dirty="0"/>
          </a:p>
        </p:txBody>
      </p:sp>
    </p:spTree>
    <p:extLst>
      <p:ext uri="{BB962C8B-B14F-4D97-AF65-F5344CB8AC3E}">
        <p14:creationId xmlns:p14="http://schemas.microsoft.com/office/powerpoint/2010/main" val="39491738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92FEB64-6EEA-4759-B4A4-BD2C1E66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544" y="847600"/>
            <a:ext cx="3464954"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29632F-E1E4-AF72-F21A-14F4C656783A}"/>
              </a:ext>
            </a:extLst>
          </p:cNvPr>
          <p:cNvSpPr>
            <a:spLocks noGrp="1"/>
          </p:cNvSpPr>
          <p:nvPr>
            <p:ph type="title"/>
          </p:nvPr>
        </p:nvSpPr>
        <p:spPr>
          <a:xfrm>
            <a:off x="1041958" y="1233241"/>
            <a:ext cx="2430380" cy="4064628"/>
          </a:xfrm>
        </p:spPr>
        <p:txBody>
          <a:bodyPr>
            <a:normAutofit/>
          </a:bodyPr>
          <a:lstStyle/>
          <a:p>
            <a:r>
              <a:rPr lang="en-US" dirty="0">
                <a:solidFill>
                  <a:srgbClr val="FFFFFF"/>
                </a:solidFill>
              </a:rPr>
              <a:t>Consider an Example</a:t>
            </a:r>
            <a:endParaRPr lang="en-PK" dirty="0">
              <a:solidFill>
                <a:srgbClr val="FFFFFF"/>
              </a:solidFill>
            </a:endParaRPr>
          </a:p>
        </p:txBody>
      </p:sp>
      <p:sp>
        <p:nvSpPr>
          <p:cNvPr id="12" name="Freeform: Shape 11">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7896" y="0"/>
            <a:ext cx="866357"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971133" y="-1"/>
            <a:ext cx="130305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19805"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2BD4985E-8C15-6D15-7455-26D304FA2ADB}"/>
              </a:ext>
            </a:extLst>
          </p:cNvPr>
          <p:cNvSpPr>
            <a:spLocks noGrp="1"/>
          </p:cNvSpPr>
          <p:nvPr>
            <p:ph idx="1"/>
          </p:nvPr>
        </p:nvSpPr>
        <p:spPr>
          <a:xfrm>
            <a:off x="4572000" y="820880"/>
            <a:ext cx="3943349" cy="4889350"/>
          </a:xfrm>
        </p:spPr>
        <p:txBody>
          <a:bodyPr anchor="t">
            <a:normAutofit/>
          </a:bodyPr>
          <a:lstStyle/>
          <a:p>
            <a:endParaRPr lang="en-US" dirty="0"/>
          </a:p>
          <a:p>
            <a:r>
              <a:rPr lang="en-US" dirty="0"/>
              <a:t>So, what should the company do?</a:t>
            </a:r>
          </a:p>
          <a:p>
            <a:endParaRPr lang="en-PK" dirty="0"/>
          </a:p>
        </p:txBody>
      </p:sp>
      <p:sp>
        <p:nvSpPr>
          <p:cNvPr id="18" name="Freeform: Shape 17">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161135"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553792" y="5717905"/>
            <a:ext cx="1328706"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099729" y="6258755"/>
            <a:ext cx="1174455"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extBox 4">
            <a:extLst>
              <a:ext uri="{FF2B5EF4-FFF2-40B4-BE49-F238E27FC236}">
                <a16:creationId xmlns:a16="http://schemas.microsoft.com/office/drawing/2014/main" id="{34C5DB37-FD6C-0EB7-A199-DED89B383547}"/>
              </a:ext>
            </a:extLst>
          </p:cNvPr>
          <p:cNvSpPr txBox="1"/>
          <p:nvPr/>
        </p:nvSpPr>
        <p:spPr>
          <a:xfrm>
            <a:off x="4353896" y="3925669"/>
            <a:ext cx="4161453" cy="646331"/>
          </a:xfrm>
          <a:prstGeom prst="rect">
            <a:avLst/>
          </a:prstGeom>
          <a:ln cap="rnd"/>
          <a:effectLst>
            <a:outerShdw blurRad="50800" dist="38100" dir="10800000" algn="r"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3600" dirty="0">
                <a:solidFill>
                  <a:srgbClr val="FF0000"/>
                </a:solidFill>
              </a:rPr>
              <a:t>Go for Virtualization</a:t>
            </a:r>
            <a:endParaRPr lang="en-PK" sz="3600" dirty="0">
              <a:solidFill>
                <a:srgbClr val="FF0000"/>
              </a:solidFill>
            </a:endParaRPr>
          </a:p>
        </p:txBody>
      </p:sp>
    </p:spTree>
    <p:extLst>
      <p:ext uri="{BB962C8B-B14F-4D97-AF65-F5344CB8AC3E}">
        <p14:creationId xmlns:p14="http://schemas.microsoft.com/office/powerpoint/2010/main" val="197904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9632F-E1E4-AF72-F21A-14F4C656783A}"/>
              </a:ext>
            </a:extLst>
          </p:cNvPr>
          <p:cNvSpPr>
            <a:spLocks noGrp="1"/>
          </p:cNvSpPr>
          <p:nvPr>
            <p:ph type="title"/>
          </p:nvPr>
        </p:nvSpPr>
        <p:spPr>
          <a:xfrm>
            <a:off x="840699" y="687480"/>
            <a:ext cx="5605629" cy="994172"/>
          </a:xfrm>
        </p:spPr>
        <p:txBody>
          <a:bodyPr>
            <a:normAutofit/>
          </a:bodyPr>
          <a:lstStyle/>
          <a:p>
            <a:r>
              <a:rPr lang="en-US" sz="3850" dirty="0"/>
              <a:t>Consider an Example</a:t>
            </a:r>
            <a:endParaRPr lang="en-PK" sz="3850" dirty="0"/>
          </a:p>
        </p:txBody>
      </p:sp>
      <p:sp>
        <p:nvSpPr>
          <p:cNvPr id="3" name="Content Placeholder 2">
            <a:extLst>
              <a:ext uri="{FF2B5EF4-FFF2-40B4-BE49-F238E27FC236}">
                <a16:creationId xmlns:a16="http://schemas.microsoft.com/office/drawing/2014/main" id="{2BD4985E-8C15-6D15-7455-26D304FA2ADB}"/>
              </a:ext>
            </a:extLst>
          </p:cNvPr>
          <p:cNvSpPr>
            <a:spLocks noGrp="1"/>
          </p:cNvSpPr>
          <p:nvPr>
            <p:ph idx="1"/>
          </p:nvPr>
        </p:nvSpPr>
        <p:spPr>
          <a:xfrm>
            <a:off x="852321" y="2227943"/>
            <a:ext cx="5033221" cy="3788227"/>
          </a:xfrm>
        </p:spPr>
        <p:txBody>
          <a:bodyPr anchor="ctr">
            <a:noAutofit/>
          </a:bodyPr>
          <a:lstStyle/>
          <a:p>
            <a:r>
              <a:rPr lang="en-US" sz="2500" dirty="0"/>
              <a:t>With virtualization, the company creates three digital servers, or virtual machines, on a single physical server. </a:t>
            </a:r>
          </a:p>
          <a:p>
            <a:r>
              <a:rPr lang="en-US" sz="2500" dirty="0"/>
              <a:t>It specifies the OS requirements for the virtual machines and can use them like the physical servers. </a:t>
            </a:r>
          </a:p>
          <a:p>
            <a:r>
              <a:rPr lang="en-US" sz="2500" dirty="0"/>
              <a:t>So, the company now has less hardware and fewer expenses. </a:t>
            </a:r>
          </a:p>
          <a:p>
            <a:r>
              <a:rPr lang="en-US" sz="2500" dirty="0">
                <a:solidFill>
                  <a:srgbClr val="FF0000"/>
                </a:solidFill>
              </a:rPr>
              <a:t>Efficient hardware use</a:t>
            </a:r>
            <a:endParaRPr lang="en-US" sz="2500" dirty="0"/>
          </a:p>
          <a:p>
            <a:endParaRPr lang="en-PK" sz="2500" dirty="0"/>
          </a:p>
        </p:txBody>
      </p:sp>
      <p:sp>
        <p:nvSpPr>
          <p:cNvPr id="10" name="Rectangle 9">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9435" y="0"/>
            <a:ext cx="195456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Oval 11">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29567" y="2369132"/>
            <a:ext cx="2119736" cy="2119736"/>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7" name="Graphic 6" descr="Server">
            <a:extLst>
              <a:ext uri="{FF2B5EF4-FFF2-40B4-BE49-F238E27FC236}">
                <a16:creationId xmlns:a16="http://schemas.microsoft.com/office/drawing/2014/main" id="{814971B0-4462-F930-3126-F6B6742066C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24964" y="2865141"/>
            <a:ext cx="1143455" cy="1143455"/>
          </a:xfrm>
          <a:prstGeom prst="rect">
            <a:avLst/>
          </a:prstGeom>
        </p:spPr>
      </p:pic>
    </p:spTree>
    <p:extLst>
      <p:ext uri="{BB962C8B-B14F-4D97-AF65-F5344CB8AC3E}">
        <p14:creationId xmlns:p14="http://schemas.microsoft.com/office/powerpoint/2010/main" val="26821575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27330A0-4474-FEF0-966B-904BED8FF8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1F25C0-1F56-22C5-8CBB-52DCE81E0090}"/>
              </a:ext>
            </a:extLst>
          </p:cNvPr>
          <p:cNvSpPr>
            <a:spLocks noGrp="1"/>
          </p:cNvSpPr>
          <p:nvPr>
            <p:ph type="title"/>
          </p:nvPr>
        </p:nvSpPr>
        <p:spPr>
          <a:xfrm>
            <a:off x="840699" y="687480"/>
            <a:ext cx="5605629" cy="994172"/>
          </a:xfrm>
        </p:spPr>
        <p:txBody>
          <a:bodyPr>
            <a:normAutofit/>
          </a:bodyPr>
          <a:lstStyle/>
          <a:p>
            <a:r>
              <a:rPr lang="en-US" sz="3850" dirty="0"/>
              <a:t>Consider an Example</a:t>
            </a:r>
            <a:endParaRPr lang="en-PK" sz="3850" dirty="0"/>
          </a:p>
        </p:txBody>
      </p:sp>
      <p:sp>
        <p:nvSpPr>
          <p:cNvPr id="3" name="Content Placeholder 2">
            <a:extLst>
              <a:ext uri="{FF2B5EF4-FFF2-40B4-BE49-F238E27FC236}">
                <a16:creationId xmlns:a16="http://schemas.microsoft.com/office/drawing/2014/main" id="{4B75BD05-93FC-BC2F-6F62-27DCA1249F50}"/>
              </a:ext>
            </a:extLst>
          </p:cNvPr>
          <p:cNvSpPr>
            <a:spLocks noGrp="1"/>
          </p:cNvSpPr>
          <p:nvPr>
            <p:ph idx="1"/>
          </p:nvPr>
        </p:nvSpPr>
        <p:spPr>
          <a:xfrm>
            <a:off x="852321" y="2227943"/>
            <a:ext cx="5033221" cy="3788227"/>
          </a:xfrm>
        </p:spPr>
        <p:txBody>
          <a:bodyPr anchor="ctr">
            <a:noAutofit/>
          </a:bodyPr>
          <a:lstStyle/>
          <a:p>
            <a:pPr>
              <a:lnSpc>
                <a:spcPct val="90000"/>
              </a:lnSpc>
            </a:pPr>
            <a:r>
              <a:rPr lang="en-US" sz="2300" dirty="0"/>
              <a:t>The company can go one step further and use a cloud instance or virtual machine from, for ex, AWS. </a:t>
            </a:r>
          </a:p>
          <a:p>
            <a:pPr>
              <a:lnSpc>
                <a:spcPct val="90000"/>
              </a:lnSpc>
            </a:pPr>
            <a:r>
              <a:rPr lang="en-US" sz="2300" dirty="0"/>
              <a:t>AWS manages all the underlying hardware, and the company can request server resources with varying configurations. </a:t>
            </a:r>
          </a:p>
          <a:p>
            <a:pPr>
              <a:lnSpc>
                <a:spcPct val="90000"/>
              </a:lnSpc>
            </a:pPr>
            <a:r>
              <a:rPr lang="en-US" sz="2300" dirty="0"/>
              <a:t>All the applications run on these virtual servers without the users noticing any difference. </a:t>
            </a:r>
          </a:p>
          <a:p>
            <a:pPr>
              <a:lnSpc>
                <a:spcPct val="90000"/>
              </a:lnSpc>
            </a:pPr>
            <a:r>
              <a:rPr lang="en-US" sz="2300" dirty="0"/>
              <a:t>Server management also becomes easier for the company’s IT team.</a:t>
            </a:r>
          </a:p>
          <a:p>
            <a:pPr>
              <a:lnSpc>
                <a:spcPct val="90000"/>
              </a:lnSpc>
            </a:pPr>
            <a:r>
              <a:rPr lang="en-US" sz="2300" dirty="0">
                <a:solidFill>
                  <a:srgbClr val="FF0000"/>
                </a:solidFill>
              </a:rPr>
              <a:t>Infrastructure as a Service</a:t>
            </a:r>
          </a:p>
        </p:txBody>
      </p:sp>
      <p:sp>
        <p:nvSpPr>
          <p:cNvPr id="10" name="Rectangle 9">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9435" y="0"/>
            <a:ext cx="195456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Oval 11">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29567" y="2369132"/>
            <a:ext cx="2119736" cy="2119736"/>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7" name="Graphic 6" descr="Cloud Computing">
            <a:extLst>
              <a:ext uri="{FF2B5EF4-FFF2-40B4-BE49-F238E27FC236}">
                <a16:creationId xmlns:a16="http://schemas.microsoft.com/office/drawing/2014/main" id="{F9E53251-EC57-6994-42A9-7CEAB7C716D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24964" y="2865141"/>
            <a:ext cx="1143455" cy="1143455"/>
          </a:xfrm>
          <a:prstGeom prst="rect">
            <a:avLst/>
          </a:prstGeom>
        </p:spPr>
      </p:pic>
    </p:spTree>
    <p:extLst>
      <p:ext uri="{BB962C8B-B14F-4D97-AF65-F5344CB8AC3E}">
        <p14:creationId xmlns:p14="http://schemas.microsoft.com/office/powerpoint/2010/main" val="926966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511BC-6AEE-2AF5-C346-599A7ED31EC4}"/>
              </a:ext>
            </a:extLst>
          </p:cNvPr>
          <p:cNvSpPr>
            <a:spLocks noGrp="1"/>
          </p:cNvSpPr>
          <p:nvPr>
            <p:ph type="title"/>
          </p:nvPr>
        </p:nvSpPr>
        <p:spPr/>
        <p:txBody>
          <a:bodyPr/>
          <a:lstStyle/>
          <a:p>
            <a:r>
              <a:rPr lang="en-US" dirty="0"/>
              <a:t>Virtual Machines</a:t>
            </a:r>
            <a:endParaRPr lang="en-PK" dirty="0"/>
          </a:p>
        </p:txBody>
      </p:sp>
      <p:graphicFrame>
        <p:nvGraphicFramePr>
          <p:cNvPr id="5" name="Content Placeholder 2">
            <a:extLst>
              <a:ext uri="{FF2B5EF4-FFF2-40B4-BE49-F238E27FC236}">
                <a16:creationId xmlns:a16="http://schemas.microsoft.com/office/drawing/2014/main" id="{44D67CAF-6E43-5F24-2EA4-601A5E750B89}"/>
              </a:ext>
            </a:extLst>
          </p:cNvPr>
          <p:cNvGraphicFramePr>
            <a:graphicFrameLocks noGrp="1"/>
          </p:cNvGraphicFramePr>
          <p:nvPr>
            <p:ph idx="1"/>
            <p:extLst>
              <p:ext uri="{D42A27DB-BD31-4B8C-83A1-F6EECF244321}">
                <p14:modId xmlns:p14="http://schemas.microsoft.com/office/powerpoint/2010/main" val="4024439064"/>
              </p:ext>
            </p:extLst>
          </p:nvPr>
        </p:nvGraphicFramePr>
        <p:xfrm>
          <a:off x="104775" y="1600200"/>
          <a:ext cx="8905875"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26468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222" name="Rectangle 8221">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94" name="Rectangle 2"/>
          <p:cNvSpPr>
            <a:spLocks noGrp="1" noChangeArrowheads="1"/>
          </p:cNvSpPr>
          <p:nvPr>
            <p:ph type="title"/>
          </p:nvPr>
        </p:nvSpPr>
        <p:spPr>
          <a:xfrm>
            <a:off x="473202" y="502920"/>
            <a:ext cx="2564892" cy="1463040"/>
          </a:xfrm>
        </p:spPr>
        <p:txBody>
          <a:bodyPr anchor="ctr">
            <a:normAutofit/>
          </a:bodyPr>
          <a:lstStyle/>
          <a:p>
            <a:pPr>
              <a:lnSpc>
                <a:spcPct val="90000"/>
              </a:lnSpc>
            </a:pPr>
            <a:r>
              <a:rPr lang="en-US" altLang="en-US" sz="3300"/>
              <a:t>Server Virtualization</a:t>
            </a:r>
          </a:p>
        </p:txBody>
      </p:sp>
      <p:sp>
        <p:nvSpPr>
          <p:cNvPr id="8224"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480309" y="1227582"/>
            <a:ext cx="1554480" cy="13716"/>
          </a:xfrm>
          <a:custGeom>
            <a:avLst/>
            <a:gdLst>
              <a:gd name="connsiteX0" fmla="*/ 0 w 1554480"/>
              <a:gd name="connsiteY0" fmla="*/ 0 h 13716"/>
              <a:gd name="connsiteX1" fmla="*/ 549250 w 1554480"/>
              <a:gd name="connsiteY1" fmla="*/ 0 h 13716"/>
              <a:gd name="connsiteX2" fmla="*/ 1082954 w 1554480"/>
              <a:gd name="connsiteY2" fmla="*/ 0 h 13716"/>
              <a:gd name="connsiteX3" fmla="*/ 1554480 w 1554480"/>
              <a:gd name="connsiteY3" fmla="*/ 0 h 13716"/>
              <a:gd name="connsiteX4" fmla="*/ 1554480 w 1554480"/>
              <a:gd name="connsiteY4" fmla="*/ 13716 h 13716"/>
              <a:gd name="connsiteX5" fmla="*/ 1067410 w 1554480"/>
              <a:gd name="connsiteY5" fmla="*/ 13716 h 13716"/>
              <a:gd name="connsiteX6" fmla="*/ 549250 w 1554480"/>
              <a:gd name="connsiteY6" fmla="*/ 13716 h 13716"/>
              <a:gd name="connsiteX7" fmla="*/ 0 w 1554480"/>
              <a:gd name="connsiteY7" fmla="*/ 13716 h 13716"/>
              <a:gd name="connsiteX8" fmla="*/ 0 w 1554480"/>
              <a:gd name="connsiteY8"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3716"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3820" y="4959"/>
                  <a:pt x="1554594" y="10798"/>
                  <a:pt x="1554480" y="13716"/>
                </a:cubicBezTo>
                <a:cubicBezTo>
                  <a:pt x="1338847" y="1555"/>
                  <a:pt x="1215066" y="33279"/>
                  <a:pt x="1067410" y="13716"/>
                </a:cubicBezTo>
                <a:cubicBezTo>
                  <a:pt x="919754" y="-5847"/>
                  <a:pt x="800465" y="-1492"/>
                  <a:pt x="549250" y="13716"/>
                </a:cubicBezTo>
                <a:cubicBezTo>
                  <a:pt x="298035" y="28924"/>
                  <a:pt x="158868" y="18197"/>
                  <a:pt x="0" y="13716"/>
                </a:cubicBezTo>
                <a:cubicBezTo>
                  <a:pt x="488" y="8630"/>
                  <a:pt x="480" y="6612"/>
                  <a:pt x="0" y="0"/>
                </a:cubicBezTo>
                <a:close/>
              </a:path>
              <a:path w="1554480" h="13716"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232" y="4157"/>
                  <a:pt x="1554673" y="7559"/>
                  <a:pt x="1554480" y="13716"/>
                </a:cubicBezTo>
                <a:cubicBezTo>
                  <a:pt x="1336087" y="7600"/>
                  <a:pt x="1310024" y="15187"/>
                  <a:pt x="1067410" y="13716"/>
                </a:cubicBezTo>
                <a:cubicBezTo>
                  <a:pt x="824796" y="12246"/>
                  <a:pt x="787902" y="30075"/>
                  <a:pt x="518160" y="13716"/>
                </a:cubicBezTo>
                <a:cubicBezTo>
                  <a:pt x="248418" y="-2643"/>
                  <a:pt x="133160" y="4633"/>
                  <a:pt x="0" y="13716"/>
                </a:cubicBezTo>
                <a:cubicBezTo>
                  <a:pt x="43" y="9160"/>
                  <a:pt x="-111" y="481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95" name="Rectangle 6"/>
          <p:cNvSpPr>
            <a:spLocks noGrp="1" noChangeArrowheads="1"/>
          </p:cNvSpPr>
          <p:nvPr>
            <p:ph idx="1"/>
          </p:nvPr>
        </p:nvSpPr>
        <p:spPr>
          <a:xfrm>
            <a:off x="3490720" y="502920"/>
            <a:ext cx="5180077" cy="1821180"/>
          </a:xfrm>
        </p:spPr>
        <p:txBody>
          <a:bodyPr anchor="ctr">
            <a:noAutofit/>
          </a:bodyPr>
          <a:lstStyle/>
          <a:p>
            <a:pPr>
              <a:lnSpc>
                <a:spcPct val="90000"/>
              </a:lnSpc>
            </a:pPr>
            <a:r>
              <a:rPr lang="en-US" sz="1700" dirty="0"/>
              <a:t>Takes advantage of idle/underutilized resources</a:t>
            </a:r>
            <a:endParaRPr lang="en-US" altLang="ja-JP" sz="1700" dirty="0"/>
          </a:p>
          <a:p>
            <a:pPr>
              <a:lnSpc>
                <a:spcPct val="90000"/>
              </a:lnSpc>
            </a:pPr>
            <a:r>
              <a:rPr lang="en-US" sz="1700" b="1" dirty="0"/>
              <a:t>Hypervisor </a:t>
            </a:r>
            <a:r>
              <a:rPr lang="en-US" sz="1700" dirty="0"/>
              <a:t>manages the computer resources for various VMs.</a:t>
            </a:r>
          </a:p>
          <a:p>
            <a:pPr lvl="1">
              <a:lnSpc>
                <a:spcPct val="90000"/>
              </a:lnSpc>
            </a:pPr>
            <a:r>
              <a:rPr lang="en-US" sz="1700" dirty="0"/>
              <a:t>Provides VMs access to hardware in the physical machine such as CPUs, memory, disk, and NICs.</a:t>
            </a:r>
          </a:p>
          <a:p>
            <a:pPr>
              <a:lnSpc>
                <a:spcPct val="90000"/>
              </a:lnSpc>
            </a:pPr>
            <a:r>
              <a:rPr lang="en-US" sz="1700" dirty="0"/>
              <a:t>Each VM runs a complete and separate OS.</a:t>
            </a:r>
          </a:p>
        </p:txBody>
      </p:sp>
      <p:pic>
        <p:nvPicPr>
          <p:cNvPr id="7" name="Picture 6" descr="The figure displays the hypervisor structure on a server. There are two instances of the Windows OS and two instances of a Linux OS. Above the two instances of the Windows OS are services for DHCP server and AD server. Above the two instances of the Linux OS are services Radius server and NMS server.  All 4 instances of operating systems are sitting on top of the hypervisor, which is located on the hardware." title="Server 2">
            <a:extLst>
              <a:ext uri="{FF2B5EF4-FFF2-40B4-BE49-F238E27FC236}">
                <a16:creationId xmlns:a16="http://schemas.microsoft.com/office/drawing/2014/main" id="{C82BD155-B926-41C7-BA37-8685B2AFF30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73202" y="2653393"/>
            <a:ext cx="8188452" cy="3234437"/>
          </a:xfrm>
          <a:prstGeom prst="rect">
            <a:avLst/>
          </a:prstGeom>
        </p:spPr>
      </p:pic>
    </p:spTree>
    <p:custDataLst>
      <p:tags r:id="rId1"/>
    </p:custDataLst>
    <p:extLst>
      <p:ext uri="{BB962C8B-B14F-4D97-AF65-F5344CB8AC3E}">
        <p14:creationId xmlns:p14="http://schemas.microsoft.com/office/powerpoint/2010/main" val="3707270558"/>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9" name="Freeform: Shape 5128">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DBAB161-D378-F776-A143-18B3188323E9}"/>
              </a:ext>
            </a:extLst>
          </p:cNvPr>
          <p:cNvSpPr>
            <a:spLocks noGrp="1"/>
          </p:cNvSpPr>
          <p:nvPr>
            <p:ph type="title"/>
          </p:nvPr>
        </p:nvSpPr>
        <p:spPr>
          <a:xfrm>
            <a:off x="621506" y="494414"/>
            <a:ext cx="7900987" cy="817403"/>
          </a:xfrm>
        </p:spPr>
        <p:txBody>
          <a:bodyPr vert="horz" lIns="91440" tIns="45720" rIns="91440" bIns="45720" rtlCol="0" anchor="b">
            <a:normAutofit/>
          </a:bodyPr>
          <a:lstStyle/>
          <a:p>
            <a:pPr defTabSz="914400">
              <a:lnSpc>
                <a:spcPct val="90000"/>
              </a:lnSpc>
            </a:pPr>
            <a:r>
              <a:rPr lang="en-US" sz="3100" kern="1200">
                <a:solidFill>
                  <a:schemeClr val="tx1"/>
                </a:solidFill>
                <a:latin typeface="+mj-lt"/>
                <a:ea typeface="+mj-ea"/>
                <a:cs typeface="+mj-cs"/>
              </a:rPr>
              <a:t>Physical v/s Virtual Machine</a:t>
            </a:r>
          </a:p>
        </p:txBody>
      </p:sp>
      <p:pic>
        <p:nvPicPr>
          <p:cNvPr id="5122" name="Picture 2" descr="Difference Between Physical Host vs Virtual Machine">
            <a:extLst>
              <a:ext uri="{FF2B5EF4-FFF2-40B4-BE49-F238E27FC236}">
                <a16:creationId xmlns:a16="http://schemas.microsoft.com/office/drawing/2014/main" id="{AE488099-667E-437B-C1D2-40EE91664F25}"/>
              </a:ext>
            </a:extLst>
          </p:cNvPr>
          <p:cNvPicPr>
            <a:picLocks noGrp="1" noChangeAspect="1" noChangeArrowheads="1"/>
          </p:cNvPicPr>
          <p:nvPr>
            <p:ph idx="1"/>
          </p:nvPr>
        </p:nvPicPr>
        <p:blipFill rotWithShape="1">
          <a:blip r:embed="rId2" cstate="email">
            <a:extLst>
              <a:ext uri="{28A0092B-C50C-407E-A947-70E740481C1C}">
                <a14:useLocalDpi xmlns:a14="http://schemas.microsoft.com/office/drawing/2010/main"/>
              </a:ext>
            </a:extLst>
          </a:blip>
          <a:srcRect l="17268" t="33706" r="16920" b="6095"/>
          <a:stretch/>
        </p:blipFill>
        <p:spPr bwMode="auto">
          <a:xfrm>
            <a:off x="738951" y="2354239"/>
            <a:ext cx="7666099" cy="39480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3694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A close-up of a blue background&#10;&#10;AI-generated content may be incorrect.">
            <a:extLst>
              <a:ext uri="{FF2B5EF4-FFF2-40B4-BE49-F238E27FC236}">
                <a16:creationId xmlns:a16="http://schemas.microsoft.com/office/drawing/2014/main" id="{27E6F302-6439-939E-BF75-A2940DC0DA70}"/>
              </a:ext>
            </a:extLst>
          </p:cNvPr>
          <p:cNvPicPr>
            <a:picLocks noChangeAspect="1"/>
          </p:cNvPicPr>
          <p:nvPr/>
        </p:nvPicPr>
        <p:blipFill>
          <a:blip r:embed="rId2">
            <a:duotone>
              <a:schemeClr val="bg2">
                <a:shade val="45000"/>
                <a:satMod val="135000"/>
              </a:schemeClr>
              <a:prstClr val="white"/>
            </a:duotone>
          </a:blip>
          <a:srcRect r="19091" b="9091"/>
          <a:stretch>
            <a:fillRect/>
          </a:stretch>
        </p:blipFill>
        <p:spPr>
          <a:xfrm>
            <a:off x="20" y="10"/>
            <a:ext cx="9143980" cy="6857990"/>
          </a:xfrm>
          <a:prstGeom prst="rect">
            <a:avLst/>
          </a:prstGeom>
        </p:spPr>
      </p:pic>
      <p:sp>
        <p:nvSpPr>
          <p:cNvPr id="26" name="Rectangle 25">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p:cNvSpPr>
            <a:spLocks noGrp="1"/>
          </p:cNvSpPr>
          <p:nvPr>
            <p:ph type="title"/>
          </p:nvPr>
        </p:nvSpPr>
        <p:spPr>
          <a:xfrm>
            <a:off x="628650" y="365125"/>
            <a:ext cx="7886699" cy="1325563"/>
          </a:xfrm>
        </p:spPr>
        <p:txBody>
          <a:bodyPr>
            <a:normAutofit/>
          </a:bodyPr>
          <a:lstStyle/>
          <a:p>
            <a:r>
              <a:rPr lang="en-US"/>
              <a:t>Virtualization: rejuvenation</a:t>
            </a:r>
            <a:endParaRPr lang="en-US" dirty="0"/>
          </a:p>
        </p:txBody>
      </p:sp>
      <p:graphicFrame>
        <p:nvGraphicFramePr>
          <p:cNvPr id="22" name="内容占位符 2">
            <a:extLst>
              <a:ext uri="{FF2B5EF4-FFF2-40B4-BE49-F238E27FC236}">
                <a16:creationId xmlns:a16="http://schemas.microsoft.com/office/drawing/2014/main" id="{016FFCE5-3CED-13C4-E1BF-0634F4A0166D}"/>
              </a:ext>
            </a:extLst>
          </p:cNvPr>
          <p:cNvGraphicFramePr/>
          <p:nvPr>
            <p:extLst>
              <p:ext uri="{D42A27DB-BD31-4B8C-83A1-F6EECF244321}">
                <p14:modId xmlns:p14="http://schemas.microsoft.com/office/powerpoint/2010/main" val="2076728922"/>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602579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D3E17859-C5F0-476F-A082-A4CB8841DB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4375"/>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标题 1"/>
          <p:cNvSpPr>
            <a:spLocks noGrp="1"/>
          </p:cNvSpPr>
          <p:nvPr>
            <p:ph type="title"/>
          </p:nvPr>
        </p:nvSpPr>
        <p:spPr>
          <a:xfrm>
            <a:off x="628650" y="365125"/>
            <a:ext cx="7886699" cy="1325563"/>
          </a:xfrm>
        </p:spPr>
        <p:txBody>
          <a:bodyPr>
            <a:normAutofit/>
          </a:bodyPr>
          <a:lstStyle/>
          <a:p>
            <a:r>
              <a:rPr lang="en-US" dirty="0"/>
              <a:t>IBM VM/370</a:t>
            </a:r>
          </a:p>
        </p:txBody>
      </p:sp>
      <p:sp>
        <p:nvSpPr>
          <p:cNvPr id="3" name="内容占位符 2"/>
          <p:cNvSpPr>
            <a:spLocks noGrp="1"/>
          </p:cNvSpPr>
          <p:nvPr>
            <p:ph idx="1"/>
          </p:nvPr>
        </p:nvSpPr>
        <p:spPr>
          <a:xfrm>
            <a:off x="628650" y="1825625"/>
            <a:ext cx="4045020" cy="4351338"/>
          </a:xfrm>
        </p:spPr>
        <p:txBody>
          <a:bodyPr>
            <a:normAutofit/>
          </a:bodyPr>
          <a:lstStyle/>
          <a:p>
            <a:pPr>
              <a:lnSpc>
                <a:spcPct val="90000"/>
              </a:lnSpc>
            </a:pPr>
            <a:r>
              <a:rPr lang="en-US" dirty="0"/>
              <a:t>Robert Jay Creasy (1939-2005)</a:t>
            </a:r>
            <a:endParaRPr lang="en-US"/>
          </a:p>
          <a:p>
            <a:pPr lvl="1">
              <a:lnSpc>
                <a:spcPct val="90000"/>
              </a:lnSpc>
            </a:pPr>
            <a:r>
              <a:rPr lang="en-US" dirty="0"/>
              <a:t>Project leader of the first full virtualization hypervisor: IBM CP-40, a core component in the VM system</a:t>
            </a:r>
            <a:endParaRPr lang="en-US"/>
          </a:p>
          <a:p>
            <a:pPr lvl="1">
              <a:lnSpc>
                <a:spcPct val="90000"/>
              </a:lnSpc>
            </a:pPr>
            <a:r>
              <a:rPr lang="en-US" dirty="0"/>
              <a:t>The first VM system: VM/370</a:t>
            </a:r>
            <a:endParaRPr lang="en-US"/>
          </a:p>
        </p:txBody>
      </p:sp>
      <p:pic>
        <p:nvPicPr>
          <p:cNvPr id="5122" name="Picture 2" descr="http://upload.wikimedia.org/wikipedia/en/thumb/6/66/Rj_creasy.jpg/220px-Rj_creasy.jpg"/>
          <p:cNvPicPr>
            <a:picLocks noChangeAspect="1" noChangeArrowheads="1"/>
          </p:cNvPicPr>
          <p:nvPr/>
        </p:nvPicPr>
        <p:blipFill>
          <a:blip r:embed="rId2" cstate="email">
            <a:extLst>
              <a:ext uri="{28A0092B-C50C-407E-A947-70E740481C1C}">
                <a14:useLocalDpi xmlns:a14="http://schemas.microsoft.com/office/drawing/2010/main"/>
              </a:ext>
            </a:extLst>
          </a:blip>
          <a:srcRect l="5769" r="5220"/>
          <a:stretch/>
        </p:blipFill>
        <p:spPr bwMode="auto">
          <a:xfrm>
            <a:off x="5136688" y="1771078"/>
            <a:ext cx="3378661" cy="4504881"/>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a:noFill/>
        </p:spPr>
      </p:pic>
      <p:sp>
        <p:nvSpPr>
          <p:cNvPr id="5129"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5235395" y="1929807"/>
            <a:ext cx="3417474" cy="455663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131"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5741" y="1969050"/>
            <a:ext cx="500006" cy="64859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509595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345A976A-8DE3-4B67-B94B-2044FDD128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6EAAA1B9-2DDB-49C9-A037-A523D2F13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标题 1"/>
          <p:cNvSpPr>
            <a:spLocks noGrp="1"/>
          </p:cNvSpPr>
          <p:nvPr>
            <p:ph type="title"/>
          </p:nvPr>
        </p:nvSpPr>
        <p:spPr>
          <a:xfrm>
            <a:off x="603504" y="457200"/>
            <a:ext cx="7934706" cy="1188720"/>
          </a:xfrm>
        </p:spPr>
        <p:txBody>
          <a:bodyPr>
            <a:normAutofit/>
          </a:bodyPr>
          <a:lstStyle/>
          <a:p>
            <a:r>
              <a:rPr lang="en-US" sz="3500">
                <a:solidFill>
                  <a:schemeClr val="tx2"/>
                </a:solidFill>
              </a:rPr>
              <a:t>IBM VM/370</a:t>
            </a:r>
          </a:p>
        </p:txBody>
      </p:sp>
      <p:grpSp>
        <p:nvGrpSpPr>
          <p:cNvPr id="36" name="Group 35">
            <a:extLst>
              <a:ext uri="{FF2B5EF4-FFF2-40B4-BE49-F238E27FC236}">
                <a16:creationId xmlns:a16="http://schemas.microsoft.com/office/drawing/2014/main" id="{76566969-F813-4CC5-B3E9-363D85B55C3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660949" y="-5116"/>
            <a:ext cx="2488985" cy="2490264"/>
            <a:chOff x="-305" y="-1"/>
            <a:chExt cx="3832880" cy="2876136"/>
          </a:xfrm>
        </p:grpSpPr>
        <p:sp>
          <p:nvSpPr>
            <p:cNvPr id="37" name="Freeform: Shape 36">
              <a:extLst>
                <a:ext uri="{FF2B5EF4-FFF2-40B4-BE49-F238E27FC236}">
                  <a16:creationId xmlns:a16="http://schemas.microsoft.com/office/drawing/2014/main" id="{AF8CF66C-45E2-456B-92B0-9E97A331D1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D65D590E-D70D-4D25-B853-D5208F2AA3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Shape 38">
              <a:extLst>
                <a:ext uri="{FF2B5EF4-FFF2-40B4-BE49-F238E27FC236}">
                  <a16:creationId xmlns:a16="http://schemas.microsoft.com/office/drawing/2014/main" id="{6231501E-3F84-4705-A001-13995FA688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552617E4-47FD-4C38-8F70-93BF9B125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 name="Group 41">
            <a:extLst>
              <a:ext uri="{FF2B5EF4-FFF2-40B4-BE49-F238E27FC236}">
                <a16:creationId xmlns:a16="http://schemas.microsoft.com/office/drawing/2014/main" id="{0217D733-97B6-4C43-AF0C-5E3CB0EA13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07887"/>
            <a:ext cx="1954321" cy="2252847"/>
            <a:chOff x="-305" y="-4155"/>
            <a:chExt cx="2514948" cy="2174333"/>
          </a:xfrm>
        </p:grpSpPr>
        <p:sp>
          <p:nvSpPr>
            <p:cNvPr id="43" name="Freeform: Shape 42">
              <a:extLst>
                <a:ext uri="{FF2B5EF4-FFF2-40B4-BE49-F238E27FC236}">
                  <a16:creationId xmlns:a16="http://schemas.microsoft.com/office/drawing/2014/main" id="{FD288266-7E76-4D4A-BAAC-E233FA013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B697F88A-8624-4BA2-AF06-E6C3A52F03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Shape 44">
              <a:extLst>
                <a:ext uri="{FF2B5EF4-FFF2-40B4-BE49-F238E27FC236}">
                  <a16:creationId xmlns:a16="http://schemas.microsoft.com/office/drawing/2014/main" id="{8CA77163-C052-481C-9DCF-68C23ACAB3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46" name="Freeform: Shape 45">
              <a:extLst>
                <a:ext uri="{FF2B5EF4-FFF2-40B4-BE49-F238E27FC236}">
                  <a16:creationId xmlns:a16="http://schemas.microsoft.com/office/drawing/2014/main" id="{02B425B5-0A0E-4B85-B718-E5DA73431A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 name="Group 2">
            <a:extLst>
              <a:ext uri="{FF2B5EF4-FFF2-40B4-BE49-F238E27FC236}">
                <a16:creationId xmlns:a16="http://schemas.microsoft.com/office/drawing/2014/main" id="{7DA30BAE-0F3E-2788-91B4-D6F997738014}"/>
              </a:ext>
            </a:extLst>
          </p:cNvPr>
          <p:cNvGrpSpPr/>
          <p:nvPr/>
        </p:nvGrpSpPr>
        <p:grpSpPr>
          <a:xfrm>
            <a:off x="777241" y="2951951"/>
            <a:ext cx="7589520" cy="2782903"/>
            <a:chOff x="895419" y="2288874"/>
            <a:chExt cx="7036955" cy="2580287"/>
          </a:xfrm>
        </p:grpSpPr>
        <p:sp>
          <p:nvSpPr>
            <p:cNvPr id="4" name="矩形 3"/>
            <p:cNvSpPr/>
            <p:nvPr/>
          </p:nvSpPr>
          <p:spPr>
            <a:xfrm>
              <a:off x="2051721" y="4389108"/>
              <a:ext cx="5340593" cy="4800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91581">
                <a:spcAft>
                  <a:spcPts val="576"/>
                </a:spcAft>
              </a:pPr>
              <a:r>
                <a:rPr lang="en-US" sz="1792" kern="1200">
                  <a:solidFill>
                    <a:schemeClr val="accent4">
                      <a:lumMod val="50000"/>
                    </a:schemeClr>
                  </a:solidFill>
                  <a:latin typeface="+mn-lt"/>
                  <a:ea typeface="+mn-ea"/>
                  <a:cs typeface="+mn-cs"/>
                </a:rPr>
                <a:t>System/370</a:t>
              </a:r>
              <a:endParaRPr lang="en-US" sz="1667">
                <a:solidFill>
                  <a:schemeClr val="accent4">
                    <a:lumMod val="50000"/>
                  </a:schemeClr>
                </a:solidFill>
              </a:endParaRPr>
            </a:p>
          </p:txBody>
        </p:sp>
        <p:sp>
          <p:nvSpPr>
            <p:cNvPr id="5" name="矩形 4"/>
            <p:cNvSpPr/>
            <p:nvPr/>
          </p:nvSpPr>
          <p:spPr>
            <a:xfrm>
              <a:off x="2051721" y="3789041"/>
              <a:ext cx="5340593" cy="4800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91581">
                <a:spcAft>
                  <a:spcPts val="576"/>
                </a:spcAft>
              </a:pPr>
              <a:r>
                <a:rPr lang="en-US" sz="1792" kern="1200">
                  <a:solidFill>
                    <a:schemeClr val="accent4">
                      <a:lumMod val="50000"/>
                    </a:schemeClr>
                  </a:solidFill>
                  <a:latin typeface="+mn-lt"/>
                  <a:ea typeface="+mn-ea"/>
                  <a:cs typeface="+mn-cs"/>
                </a:rPr>
                <a:t>Control Program (CP)</a:t>
              </a:r>
              <a:endParaRPr lang="en-US" sz="1667">
                <a:solidFill>
                  <a:schemeClr val="accent4">
                    <a:lumMod val="50000"/>
                  </a:schemeClr>
                </a:solidFill>
              </a:endParaRPr>
            </a:p>
          </p:txBody>
        </p:sp>
        <p:sp>
          <p:nvSpPr>
            <p:cNvPr id="6" name="矩形 5"/>
            <p:cNvSpPr/>
            <p:nvPr/>
          </p:nvSpPr>
          <p:spPr>
            <a:xfrm>
              <a:off x="2051720" y="2288874"/>
              <a:ext cx="1260140" cy="13201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91581">
                <a:spcAft>
                  <a:spcPts val="576"/>
                </a:spcAft>
              </a:pPr>
              <a:r>
                <a:rPr lang="en-US" sz="1500" kern="1200">
                  <a:solidFill>
                    <a:schemeClr val="accent4">
                      <a:lumMod val="50000"/>
                    </a:schemeClr>
                  </a:solidFill>
                  <a:latin typeface="+mn-lt"/>
                  <a:ea typeface="+mn-ea"/>
                  <a:cs typeface="+mn-cs"/>
                </a:rPr>
                <a:t>Conversational Monitor System (CMS)</a:t>
              </a:r>
              <a:endParaRPr lang="en-US" sz="1500">
                <a:solidFill>
                  <a:schemeClr val="accent4">
                    <a:lumMod val="50000"/>
                  </a:schemeClr>
                </a:solidFill>
              </a:endParaRPr>
            </a:p>
          </p:txBody>
        </p:sp>
        <p:sp>
          <p:nvSpPr>
            <p:cNvPr id="7" name="矩形 6"/>
            <p:cNvSpPr/>
            <p:nvPr/>
          </p:nvSpPr>
          <p:spPr>
            <a:xfrm>
              <a:off x="4812027" y="2288874"/>
              <a:ext cx="1260140" cy="13201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91581">
                <a:spcAft>
                  <a:spcPts val="576"/>
                </a:spcAft>
              </a:pPr>
              <a:r>
                <a:rPr lang="en-US" sz="1500" kern="1200">
                  <a:solidFill>
                    <a:schemeClr val="accent4">
                      <a:lumMod val="50000"/>
                    </a:schemeClr>
                  </a:solidFill>
                  <a:latin typeface="+mn-lt"/>
                  <a:ea typeface="+mn-ea"/>
                  <a:cs typeface="+mn-cs"/>
                </a:rPr>
                <a:t>Mainstream OS (MVS, DOS/VSE etc.)</a:t>
              </a:r>
              <a:endParaRPr lang="en-US" sz="1500">
                <a:solidFill>
                  <a:schemeClr val="accent4">
                    <a:lumMod val="50000"/>
                  </a:schemeClr>
                </a:solidFill>
              </a:endParaRPr>
            </a:p>
          </p:txBody>
        </p:sp>
        <p:sp>
          <p:nvSpPr>
            <p:cNvPr id="8" name="矩形 7"/>
            <p:cNvSpPr/>
            <p:nvPr/>
          </p:nvSpPr>
          <p:spPr>
            <a:xfrm>
              <a:off x="3431873" y="2288874"/>
              <a:ext cx="1260140" cy="13201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91581">
                <a:spcAft>
                  <a:spcPts val="576"/>
                </a:spcAft>
              </a:pPr>
              <a:r>
                <a:rPr lang="en-US" sz="1500" kern="1200">
                  <a:solidFill>
                    <a:schemeClr val="accent4">
                      <a:lumMod val="50000"/>
                    </a:schemeClr>
                  </a:solidFill>
                  <a:latin typeface="+mn-lt"/>
                  <a:ea typeface="+mn-ea"/>
                  <a:cs typeface="+mn-cs"/>
                </a:rPr>
                <a:t>Specialized VM subsystem (RSCS, RACF, GCS)</a:t>
              </a:r>
              <a:endParaRPr lang="en-US" sz="1500">
                <a:solidFill>
                  <a:schemeClr val="accent4">
                    <a:lumMod val="50000"/>
                  </a:schemeClr>
                </a:solidFill>
              </a:endParaRPr>
            </a:p>
          </p:txBody>
        </p:sp>
        <p:sp>
          <p:nvSpPr>
            <p:cNvPr id="9" name="矩形 8"/>
            <p:cNvSpPr/>
            <p:nvPr/>
          </p:nvSpPr>
          <p:spPr>
            <a:xfrm>
              <a:off x="6192181" y="2288874"/>
              <a:ext cx="1200133" cy="13201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91581">
                <a:spcAft>
                  <a:spcPts val="576"/>
                </a:spcAft>
              </a:pPr>
              <a:r>
                <a:rPr lang="en-US" sz="1500" kern="1200">
                  <a:solidFill>
                    <a:schemeClr val="accent4">
                      <a:lumMod val="50000"/>
                    </a:schemeClr>
                  </a:solidFill>
                  <a:latin typeface="+mn-lt"/>
                  <a:ea typeface="+mn-ea"/>
                  <a:cs typeface="+mn-cs"/>
                </a:rPr>
                <a:t>Another copy of VM</a:t>
              </a:r>
              <a:endParaRPr lang="en-US" sz="1500">
                <a:solidFill>
                  <a:schemeClr val="accent4">
                    <a:lumMod val="50000"/>
                  </a:schemeClr>
                </a:solidFill>
              </a:endParaRPr>
            </a:p>
          </p:txBody>
        </p:sp>
        <p:cxnSp>
          <p:nvCxnSpPr>
            <p:cNvPr id="11" name="直接连接符 10"/>
            <p:cNvCxnSpPr/>
            <p:nvPr/>
          </p:nvCxnSpPr>
          <p:spPr>
            <a:xfrm>
              <a:off x="971601" y="4329100"/>
              <a:ext cx="6960773" cy="0"/>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971602" y="4501377"/>
              <a:ext cx="1032527" cy="348878"/>
            </a:xfrm>
            <a:prstGeom prst="rect">
              <a:avLst/>
            </a:prstGeom>
            <a:noFill/>
          </p:spPr>
          <p:txBody>
            <a:bodyPr wrap="none" rtlCol="0">
              <a:spAutoFit/>
            </a:bodyPr>
            <a:lstStyle/>
            <a:p>
              <a:pPr defTabSz="491581">
                <a:spcAft>
                  <a:spcPts val="576"/>
                </a:spcAft>
              </a:pPr>
              <a:r>
                <a:rPr lang="en-US" sz="1792" kern="1200">
                  <a:solidFill>
                    <a:schemeClr val="accent4">
                      <a:lumMod val="50000"/>
                    </a:schemeClr>
                  </a:solidFill>
                  <a:latin typeface="+mn-lt"/>
                  <a:ea typeface="+mn-ea"/>
                  <a:cs typeface="+mn-cs"/>
                </a:rPr>
                <a:t>Hardware</a:t>
              </a:r>
              <a:endParaRPr lang="en-US" sz="1667">
                <a:solidFill>
                  <a:schemeClr val="accent4">
                    <a:lumMod val="50000"/>
                  </a:schemeClr>
                </a:solidFill>
              </a:endParaRPr>
            </a:p>
          </p:txBody>
        </p:sp>
        <p:cxnSp>
          <p:nvCxnSpPr>
            <p:cNvPr id="14" name="直接连接符 13"/>
            <p:cNvCxnSpPr/>
            <p:nvPr/>
          </p:nvCxnSpPr>
          <p:spPr>
            <a:xfrm>
              <a:off x="971601" y="3669027"/>
              <a:ext cx="6960773" cy="0"/>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895419" y="3815655"/>
              <a:ext cx="1122808" cy="348878"/>
            </a:xfrm>
            <a:prstGeom prst="rect">
              <a:avLst/>
            </a:prstGeom>
            <a:noFill/>
          </p:spPr>
          <p:txBody>
            <a:bodyPr wrap="none" rtlCol="0">
              <a:spAutoFit/>
            </a:bodyPr>
            <a:lstStyle/>
            <a:p>
              <a:pPr defTabSz="491581">
                <a:spcAft>
                  <a:spcPts val="576"/>
                </a:spcAft>
              </a:pPr>
              <a:r>
                <a:rPr lang="en-US" sz="1792" kern="1200">
                  <a:solidFill>
                    <a:schemeClr val="accent4">
                      <a:lumMod val="50000"/>
                    </a:schemeClr>
                  </a:solidFill>
                  <a:latin typeface="+mn-lt"/>
                  <a:ea typeface="+mn-ea"/>
                  <a:cs typeface="+mn-cs"/>
                </a:rPr>
                <a:t>Hypervisor</a:t>
              </a:r>
              <a:endParaRPr lang="en-US" sz="1667">
                <a:solidFill>
                  <a:schemeClr val="accent4">
                    <a:lumMod val="50000"/>
                  </a:schemeClr>
                </a:solidFill>
              </a:endParaRPr>
            </a:p>
          </p:txBody>
        </p:sp>
        <p:sp>
          <p:nvSpPr>
            <p:cNvPr id="16" name="TextBox 15"/>
            <p:cNvSpPr txBox="1"/>
            <p:nvPr/>
          </p:nvSpPr>
          <p:spPr>
            <a:xfrm>
              <a:off x="971600" y="2719082"/>
              <a:ext cx="1080120" cy="605422"/>
            </a:xfrm>
            <a:prstGeom prst="rect">
              <a:avLst/>
            </a:prstGeom>
            <a:noFill/>
          </p:spPr>
          <p:txBody>
            <a:bodyPr wrap="square" rtlCol="0">
              <a:spAutoFit/>
            </a:bodyPr>
            <a:lstStyle/>
            <a:p>
              <a:pPr defTabSz="491581">
                <a:spcAft>
                  <a:spcPts val="576"/>
                </a:spcAft>
              </a:pPr>
              <a:r>
                <a:rPr lang="en-US" sz="1792" kern="1200">
                  <a:solidFill>
                    <a:schemeClr val="accent4">
                      <a:lumMod val="50000"/>
                    </a:schemeClr>
                  </a:solidFill>
                  <a:latin typeface="+mn-lt"/>
                  <a:ea typeface="+mn-ea"/>
                  <a:cs typeface="+mn-cs"/>
                </a:rPr>
                <a:t>Virtual machines</a:t>
              </a:r>
              <a:endParaRPr lang="en-US" sz="1667">
                <a:solidFill>
                  <a:schemeClr val="accent4">
                    <a:lumMod val="50000"/>
                  </a:schemeClr>
                </a:solidFill>
              </a:endParaRPr>
            </a:p>
          </p:txBody>
        </p:sp>
      </p:grpSp>
    </p:spTree>
    <p:extLst>
      <p:ext uri="{BB962C8B-B14F-4D97-AF65-F5344CB8AC3E}">
        <p14:creationId xmlns:p14="http://schemas.microsoft.com/office/powerpoint/2010/main" val="34320780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dirty="0"/>
              <a:t>Benefits of Virtualization</a:t>
            </a:r>
          </a:p>
        </p:txBody>
      </p:sp>
      <p:graphicFrame>
        <p:nvGraphicFramePr>
          <p:cNvPr id="5" name="Content Placeholder 2">
            <a:extLst>
              <a:ext uri="{FF2B5EF4-FFF2-40B4-BE49-F238E27FC236}">
                <a16:creationId xmlns:a16="http://schemas.microsoft.com/office/drawing/2014/main" id="{92FE532C-94E4-0137-2125-9DA1ED069F27}"/>
              </a:ext>
            </a:extLst>
          </p:cNvPr>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1818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201" name="Rectangle 8200">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203" name="Freeform: Shape 8202">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14166"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8205" name="Freeform: Shape 8204">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08608"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194" name="Rectangle 2"/>
          <p:cNvSpPr>
            <a:spLocks noGrp="1" noChangeArrowheads="1"/>
          </p:cNvSpPr>
          <p:nvPr>
            <p:ph type="title"/>
          </p:nvPr>
        </p:nvSpPr>
        <p:spPr>
          <a:xfrm>
            <a:off x="466344" y="1161288"/>
            <a:ext cx="2702052" cy="4526280"/>
          </a:xfrm>
        </p:spPr>
        <p:txBody>
          <a:bodyPr>
            <a:normAutofit/>
          </a:bodyPr>
          <a:lstStyle/>
          <a:p>
            <a:r>
              <a:rPr lang="en-US" altLang="en-US" sz="3500"/>
              <a:t>Additional Benefits</a:t>
            </a:r>
          </a:p>
        </p:txBody>
      </p:sp>
      <p:sp>
        <p:nvSpPr>
          <p:cNvPr id="8207" name="Rectangle 8206">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8197" name="Rectangle 6">
            <a:extLst>
              <a:ext uri="{FF2B5EF4-FFF2-40B4-BE49-F238E27FC236}">
                <a16:creationId xmlns:a16="http://schemas.microsoft.com/office/drawing/2014/main" id="{28DEE27E-BFFE-8115-E456-0B6FCEDFF063}"/>
              </a:ext>
            </a:extLst>
          </p:cNvPr>
          <p:cNvGraphicFramePr>
            <a:graphicFrameLocks noGrp="1"/>
          </p:cNvGraphicFramePr>
          <p:nvPr>
            <p:ph idx="1"/>
            <p:extLst>
              <p:ext uri="{D42A27DB-BD31-4B8C-83A1-F6EECF244321}">
                <p14:modId xmlns:p14="http://schemas.microsoft.com/office/powerpoint/2010/main" val="4198263528"/>
              </p:ext>
            </p:extLst>
          </p:nvPr>
        </p:nvGraphicFramePr>
        <p:xfrm>
          <a:off x="3977640" y="676656"/>
          <a:ext cx="4773168" cy="551383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11486809"/>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5" name="Rectangle 2054">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DF6494-1BD5-05B4-4CDA-B680499B8385}"/>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a:solidFill>
                  <a:schemeClr val="bg1"/>
                </a:solidFill>
                <a:latin typeface="+mj-lt"/>
                <a:ea typeface="+mj-ea"/>
                <a:cs typeface="+mj-cs"/>
              </a:rPr>
              <a:t>Advantages of a Virtual Machine</a:t>
            </a:r>
          </a:p>
        </p:txBody>
      </p:sp>
      <p:pic>
        <p:nvPicPr>
          <p:cNvPr id="2050" name="Picture 2" descr="What is a VM? Why Use a Virtual Machine? - DNSstuff">
            <a:extLst>
              <a:ext uri="{FF2B5EF4-FFF2-40B4-BE49-F238E27FC236}">
                <a16:creationId xmlns:a16="http://schemas.microsoft.com/office/drawing/2014/main" id="{39261431-BB6E-5B1F-B4DD-EB16BE2EB580}"/>
              </a:ext>
            </a:extLst>
          </p:cNvPr>
          <p:cNvPicPr>
            <a:picLocks noGrp="1" noChangeAspect="1" noChangeArrowheads="1"/>
          </p:cNvPicPr>
          <p:nvPr>
            <p:ph idx="1"/>
          </p:nvPr>
        </p:nvPicPr>
        <p:blipFill rotWithShape="1">
          <a:blip r:embed="rId2" cstate="email">
            <a:extLst>
              <a:ext uri="{28A0092B-C50C-407E-A947-70E740481C1C}">
                <a14:useLocalDpi xmlns:a14="http://schemas.microsoft.com/office/drawing/2010/main"/>
              </a:ext>
            </a:extLst>
          </a:blip>
          <a:srcRect l="5724" t="14677" r="8882"/>
          <a:stretch/>
        </p:blipFill>
        <p:spPr bwMode="auto">
          <a:xfrm>
            <a:off x="482600" y="1737391"/>
            <a:ext cx="8178799" cy="42698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92166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6250" y="640823"/>
            <a:ext cx="2563994" cy="5583148"/>
          </a:xfrm>
        </p:spPr>
        <p:txBody>
          <a:bodyPr anchor="ctr">
            <a:normAutofit/>
          </a:bodyPr>
          <a:lstStyle/>
          <a:p>
            <a:r>
              <a:rPr lang="en-US" sz="4000"/>
              <a:t>Hypervisor</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onnsiteX0" fmla="*/ 0 w 5410200"/>
              <a:gd name="connsiteY0" fmla="*/ 0 h 13716"/>
              <a:gd name="connsiteX1" fmla="*/ 568071 w 5410200"/>
              <a:gd name="connsiteY1" fmla="*/ 0 h 13716"/>
              <a:gd name="connsiteX2" fmla="*/ 1298448 w 5410200"/>
              <a:gd name="connsiteY2" fmla="*/ 0 h 13716"/>
              <a:gd name="connsiteX3" fmla="*/ 1920621 w 5410200"/>
              <a:gd name="connsiteY3" fmla="*/ 0 h 13716"/>
              <a:gd name="connsiteX4" fmla="*/ 2488692 w 5410200"/>
              <a:gd name="connsiteY4" fmla="*/ 0 h 13716"/>
              <a:gd name="connsiteX5" fmla="*/ 3219069 w 5410200"/>
              <a:gd name="connsiteY5" fmla="*/ 0 h 13716"/>
              <a:gd name="connsiteX6" fmla="*/ 3895344 w 5410200"/>
              <a:gd name="connsiteY6" fmla="*/ 0 h 13716"/>
              <a:gd name="connsiteX7" fmla="*/ 4571619 w 5410200"/>
              <a:gd name="connsiteY7" fmla="*/ 0 h 13716"/>
              <a:gd name="connsiteX8" fmla="*/ 5410200 w 5410200"/>
              <a:gd name="connsiteY8" fmla="*/ 0 h 13716"/>
              <a:gd name="connsiteX9" fmla="*/ 5410200 w 5410200"/>
              <a:gd name="connsiteY9" fmla="*/ 13716 h 13716"/>
              <a:gd name="connsiteX10" fmla="*/ 4842129 w 5410200"/>
              <a:gd name="connsiteY10" fmla="*/ 13716 h 13716"/>
              <a:gd name="connsiteX11" fmla="*/ 4328160 w 5410200"/>
              <a:gd name="connsiteY11" fmla="*/ 13716 h 13716"/>
              <a:gd name="connsiteX12" fmla="*/ 3597783 w 5410200"/>
              <a:gd name="connsiteY12" fmla="*/ 13716 h 13716"/>
              <a:gd name="connsiteX13" fmla="*/ 3029712 w 5410200"/>
              <a:gd name="connsiteY13" fmla="*/ 13716 h 13716"/>
              <a:gd name="connsiteX14" fmla="*/ 2299335 w 5410200"/>
              <a:gd name="connsiteY14" fmla="*/ 13716 h 13716"/>
              <a:gd name="connsiteX15" fmla="*/ 1514856 w 5410200"/>
              <a:gd name="connsiteY15" fmla="*/ 13716 h 13716"/>
              <a:gd name="connsiteX16" fmla="*/ 892683 w 5410200"/>
              <a:gd name="connsiteY16" fmla="*/ 13716 h 13716"/>
              <a:gd name="connsiteX17" fmla="*/ 0 w 5410200"/>
              <a:gd name="connsiteY17" fmla="*/ 13716 h 13716"/>
              <a:gd name="connsiteX18" fmla="*/ 0 w 5410200"/>
              <a:gd name="connsiteY18"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5319A88F-5F24-0697-F265-6D53F52FDF10}"/>
              </a:ext>
            </a:extLst>
          </p:cNvPr>
          <p:cNvGraphicFramePr>
            <a:graphicFrameLocks noGrp="1"/>
          </p:cNvGraphicFramePr>
          <p:nvPr>
            <p:ph idx="1"/>
            <p:extLst>
              <p:ext uri="{D42A27DB-BD31-4B8C-83A1-F6EECF244321}">
                <p14:modId xmlns:p14="http://schemas.microsoft.com/office/powerpoint/2010/main" val="4283397245"/>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002097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99751-BFEB-679E-7B4E-983411C6631B}"/>
              </a:ext>
            </a:extLst>
          </p:cNvPr>
          <p:cNvSpPr>
            <a:spLocks noGrp="1"/>
          </p:cNvSpPr>
          <p:nvPr>
            <p:ph type="title"/>
          </p:nvPr>
        </p:nvSpPr>
        <p:spPr>
          <a:xfrm>
            <a:off x="457200" y="274638"/>
            <a:ext cx="8229600" cy="1143000"/>
          </a:xfrm>
        </p:spPr>
        <p:txBody>
          <a:bodyPr/>
          <a:lstStyle/>
          <a:p>
            <a:r>
              <a:rPr lang="en-US" dirty="0"/>
              <a:t>Type 1 Hypervisor</a:t>
            </a:r>
            <a:endParaRPr lang="en-PK" dirty="0"/>
          </a:p>
        </p:txBody>
      </p:sp>
      <p:graphicFrame>
        <p:nvGraphicFramePr>
          <p:cNvPr id="5" name="Content Placeholder 2">
            <a:extLst>
              <a:ext uri="{FF2B5EF4-FFF2-40B4-BE49-F238E27FC236}">
                <a16:creationId xmlns:a16="http://schemas.microsoft.com/office/drawing/2014/main" id="{4C4317C1-6A4F-3E2D-3506-ED9A96019DF9}"/>
              </a:ext>
            </a:extLst>
          </p:cNvPr>
          <p:cNvGraphicFramePr>
            <a:graphicFrameLocks noGrp="1"/>
          </p:cNvGraphicFramePr>
          <p:nvPr>
            <p:ph idx="1"/>
            <p:extLst>
              <p:ext uri="{D42A27DB-BD31-4B8C-83A1-F6EECF244321}">
                <p14:modId xmlns:p14="http://schemas.microsoft.com/office/powerpoint/2010/main" val="1391002252"/>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382214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46" y="554152"/>
            <a:ext cx="4306641"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F99751-BFEB-679E-7B4E-983411C6631B}"/>
              </a:ext>
            </a:extLst>
          </p:cNvPr>
          <p:cNvSpPr>
            <a:spLocks noGrp="1"/>
          </p:cNvSpPr>
          <p:nvPr>
            <p:ph type="title"/>
          </p:nvPr>
        </p:nvSpPr>
        <p:spPr>
          <a:xfrm>
            <a:off x="933804" y="1289765"/>
            <a:ext cx="2738325" cy="4270963"/>
          </a:xfrm>
        </p:spPr>
        <p:txBody>
          <a:bodyPr anchor="ctr">
            <a:normAutofit/>
          </a:bodyPr>
          <a:lstStyle/>
          <a:p>
            <a:r>
              <a:rPr lang="en-US" sz="4500">
                <a:solidFill>
                  <a:srgbClr val="FFFFFF"/>
                </a:solidFill>
              </a:rPr>
              <a:t>Type 2 Hypervisor</a:t>
            </a:r>
            <a:endParaRPr lang="en-PK" sz="4500">
              <a:solidFill>
                <a:srgbClr val="FFFFFF"/>
              </a:solidFill>
            </a:endParaRPr>
          </a:p>
        </p:txBody>
      </p:sp>
      <p:sp>
        <p:nvSpPr>
          <p:cNvPr id="12"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619" y="374394"/>
            <a:ext cx="128637"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4"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2581" y="1084507"/>
            <a:ext cx="118159"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sp>
        <p:nvSpPr>
          <p:cNvPr id="3" name="Content Placeholder 2">
            <a:extLst>
              <a:ext uri="{FF2B5EF4-FFF2-40B4-BE49-F238E27FC236}">
                <a16:creationId xmlns:a16="http://schemas.microsoft.com/office/drawing/2014/main" id="{6FDD169A-03A2-E1A3-05C3-8B439E9F6FF5}"/>
              </a:ext>
            </a:extLst>
          </p:cNvPr>
          <p:cNvSpPr>
            <a:spLocks noGrp="1"/>
          </p:cNvSpPr>
          <p:nvPr>
            <p:ph idx="1"/>
          </p:nvPr>
        </p:nvSpPr>
        <p:spPr>
          <a:xfrm>
            <a:off x="4722924" y="518400"/>
            <a:ext cx="3578706" cy="5837949"/>
          </a:xfrm>
        </p:spPr>
        <p:txBody>
          <a:bodyPr anchor="ctr">
            <a:normAutofit/>
          </a:bodyPr>
          <a:lstStyle/>
          <a:p>
            <a:r>
              <a:rPr lang="en-US" altLang="en-US" sz="1700" dirty="0">
                <a:solidFill>
                  <a:schemeClr val="tx1">
                    <a:alpha val="80000"/>
                  </a:schemeClr>
                </a:solidFill>
              </a:rPr>
              <a:t>Type 2 (hosted) hypervisors are commonly used with client-side virtualization / </a:t>
            </a:r>
            <a:r>
              <a:rPr lang="en-US" sz="1700" dirty="0">
                <a:solidFill>
                  <a:schemeClr val="tx1">
                    <a:alpha val="80000"/>
                  </a:schemeClr>
                </a:solidFill>
              </a:rPr>
              <a:t>on personal-used devices. </a:t>
            </a:r>
          </a:p>
          <a:p>
            <a:pPr lvl="1"/>
            <a:r>
              <a:rPr lang="en-US" sz="1700" dirty="0">
                <a:solidFill>
                  <a:schemeClr val="tx1">
                    <a:alpha val="80000"/>
                  </a:schemeClr>
                </a:solidFill>
              </a:rPr>
              <a:t>For example, if you are a Mac user and want to run a Windows-supported app.</a:t>
            </a:r>
            <a:endParaRPr lang="en-US" altLang="en-US" sz="1700" dirty="0">
              <a:solidFill>
                <a:schemeClr val="tx1">
                  <a:alpha val="80000"/>
                </a:schemeClr>
              </a:solidFill>
            </a:endParaRPr>
          </a:p>
          <a:p>
            <a:r>
              <a:rPr lang="en-US" altLang="en-US" sz="1700" dirty="0">
                <a:solidFill>
                  <a:schemeClr val="tx1">
                    <a:alpha val="80000"/>
                  </a:schemeClr>
                </a:solidFill>
              </a:rPr>
              <a:t>Create and uses multiple VMs on host computer.</a:t>
            </a:r>
          </a:p>
          <a:p>
            <a:r>
              <a:rPr lang="en-US" sz="1700" dirty="0">
                <a:solidFill>
                  <a:schemeClr val="tx1">
                    <a:alpha val="80000"/>
                  </a:schemeClr>
                </a:solidFill>
              </a:rPr>
              <a:t>The OS running on the hardware is called </a:t>
            </a:r>
            <a:r>
              <a:rPr lang="en-US" sz="1700" b="1" dirty="0">
                <a:solidFill>
                  <a:schemeClr val="tx1">
                    <a:alpha val="80000"/>
                  </a:schemeClr>
                </a:solidFill>
              </a:rPr>
              <a:t>Host OS </a:t>
            </a:r>
            <a:r>
              <a:rPr lang="en-US" sz="1700" dirty="0">
                <a:solidFill>
                  <a:schemeClr val="tx1">
                    <a:alpha val="80000"/>
                  </a:schemeClr>
                </a:solidFill>
              </a:rPr>
              <a:t>and running in the VM is called </a:t>
            </a:r>
            <a:r>
              <a:rPr lang="en-US" sz="1700" b="1" dirty="0">
                <a:solidFill>
                  <a:schemeClr val="tx1">
                    <a:alpha val="80000"/>
                  </a:schemeClr>
                </a:solidFill>
              </a:rPr>
              <a:t>Guest O</a:t>
            </a:r>
            <a:r>
              <a:rPr lang="en-US" sz="1700" dirty="0">
                <a:solidFill>
                  <a:schemeClr val="tx1">
                    <a:alpha val="80000"/>
                  </a:schemeClr>
                </a:solidFill>
              </a:rPr>
              <a:t>S.</a:t>
            </a:r>
          </a:p>
          <a:p>
            <a:r>
              <a:rPr lang="en-US" sz="1700" dirty="0">
                <a:solidFill>
                  <a:schemeClr val="tx1">
                    <a:alpha val="80000"/>
                  </a:schemeClr>
                </a:solidFill>
              </a:rPr>
              <a:t>The examples include:</a:t>
            </a:r>
          </a:p>
          <a:p>
            <a:pPr lvl="1"/>
            <a:r>
              <a:rPr lang="en-US" sz="1700" dirty="0">
                <a:solidFill>
                  <a:schemeClr val="tx1">
                    <a:alpha val="80000"/>
                  </a:schemeClr>
                </a:solidFill>
              </a:rPr>
              <a:t>VMware Workstation, Oracle VirtualBox, Parallels, </a:t>
            </a:r>
            <a:r>
              <a:rPr lang="en-US" altLang="en-US" sz="1700" dirty="0">
                <a:solidFill>
                  <a:schemeClr val="tx1">
                    <a:alpha val="80000"/>
                  </a:schemeClr>
                </a:solidFill>
              </a:rPr>
              <a:t>Windows Hyper-V</a:t>
            </a:r>
            <a:endParaRPr lang="en-US" sz="1700" dirty="0">
              <a:solidFill>
                <a:schemeClr val="tx1">
                  <a:alpha val="80000"/>
                </a:schemeClr>
              </a:solidFill>
            </a:endParaRPr>
          </a:p>
        </p:txBody>
      </p:sp>
      <p:sp>
        <p:nvSpPr>
          <p:cNvPr id="1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77410" y="5751820"/>
            <a:ext cx="84319"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cxnSp>
        <p:nvCxnSpPr>
          <p:cNvPr id="18" name="Straight Connector 17">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89621"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77225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622FAD-D1FD-12FD-14CB-C2A5156C90BB}"/>
              </a:ext>
            </a:extLst>
          </p:cNvPr>
          <p:cNvSpPr>
            <a:spLocks noGrp="1"/>
          </p:cNvSpPr>
          <p:nvPr>
            <p:ph type="title"/>
          </p:nvPr>
        </p:nvSpPr>
        <p:spPr>
          <a:xfrm>
            <a:off x="479161" y="639193"/>
            <a:ext cx="2678858" cy="3573516"/>
          </a:xfrm>
        </p:spPr>
        <p:txBody>
          <a:bodyPr vert="horz" lIns="91440" tIns="45720" rIns="91440" bIns="45720" rtlCol="0" anchor="b">
            <a:normAutofit/>
          </a:bodyPr>
          <a:lstStyle/>
          <a:p>
            <a:pPr algn="l" defTabSz="914400">
              <a:lnSpc>
                <a:spcPct val="90000"/>
              </a:lnSpc>
            </a:pPr>
            <a:r>
              <a:rPr lang="en-US" kern="1200">
                <a:solidFill>
                  <a:schemeClr val="tx1"/>
                </a:solidFill>
                <a:latin typeface="+mj-lt"/>
                <a:ea typeface="+mj-ea"/>
                <a:cs typeface="+mj-cs"/>
              </a:rPr>
              <a:t>Hypervisor Types</a:t>
            </a:r>
          </a:p>
        </p:txBody>
      </p:sp>
      <p:sp>
        <p:nvSpPr>
          <p:cNvPr id="16"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4409267"/>
            <a:ext cx="2441321" cy="18288"/>
          </a:xfrm>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Content Placeholder 8">
            <a:extLst>
              <a:ext uri="{FF2B5EF4-FFF2-40B4-BE49-F238E27FC236}">
                <a16:creationId xmlns:a16="http://schemas.microsoft.com/office/drawing/2014/main" id="{CE18C309-DD6D-ABB0-617B-7FDACBB4594B}"/>
              </a:ext>
            </a:extLst>
          </p:cNvPr>
          <p:cNvPicPr>
            <a:picLocks noGrp="1" noChangeAspect="1"/>
          </p:cNvPicPr>
          <p:nvPr>
            <p:ph idx="1"/>
          </p:nvPr>
        </p:nvPicPr>
        <p:blipFill>
          <a:blip r:embed="rId2" cstate="email">
            <a:extLst>
              <a:ext uri="{28A0092B-C50C-407E-A947-70E740481C1C}">
                <a14:useLocalDpi xmlns:a14="http://schemas.microsoft.com/office/drawing/2010/main"/>
              </a:ext>
            </a:extLst>
          </a:blip>
          <a:stretch>
            <a:fillRect/>
          </a:stretch>
        </p:blipFill>
        <p:spPr>
          <a:xfrm>
            <a:off x="3490722" y="1176499"/>
            <a:ext cx="5410962" cy="4477570"/>
          </a:xfrm>
          <a:prstGeom prst="rect">
            <a:avLst/>
          </a:prstGeom>
        </p:spPr>
      </p:pic>
    </p:spTree>
    <p:extLst>
      <p:ext uri="{BB962C8B-B14F-4D97-AF65-F5344CB8AC3E}">
        <p14:creationId xmlns:p14="http://schemas.microsoft.com/office/powerpoint/2010/main" val="20549578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5304" name="Rectangle 55303">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06" name="Rectangle 2"/>
          <p:cNvSpPr>
            <a:spLocks noGrp="1" noChangeArrowheads="1"/>
          </p:cNvSpPr>
          <p:nvPr>
            <p:ph type="title"/>
          </p:nvPr>
        </p:nvSpPr>
        <p:spPr>
          <a:xfrm>
            <a:off x="473202" y="640080"/>
            <a:ext cx="3614166" cy="1481328"/>
          </a:xfrm>
        </p:spPr>
        <p:txBody>
          <a:bodyPr vert="horz" lIns="91440" tIns="45720" rIns="91440" bIns="45720" rtlCol="0" anchor="b">
            <a:normAutofit/>
          </a:bodyPr>
          <a:lstStyle/>
          <a:p>
            <a:pPr algn="l" defTabSz="914400">
              <a:lnSpc>
                <a:spcPct val="90000"/>
              </a:lnSpc>
            </a:pPr>
            <a:r>
              <a:rPr lang="en-US" altLang="en-US" sz="4700" kern="1200">
                <a:solidFill>
                  <a:schemeClr val="tx1"/>
                </a:solidFill>
                <a:latin typeface="+mj-lt"/>
                <a:ea typeface="+mj-ea"/>
                <a:cs typeface="+mj-cs"/>
              </a:rPr>
              <a:t>Client-Side Virtualization</a:t>
            </a:r>
          </a:p>
        </p:txBody>
      </p:sp>
      <p:sp>
        <p:nvSpPr>
          <p:cNvPr id="55306"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2372868"/>
            <a:ext cx="2441321" cy="18288"/>
          </a:xfrm>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299" name="Rectangle 3"/>
          <p:cNvSpPr>
            <a:spLocks noGrp="1" noChangeArrowheads="1"/>
          </p:cNvSpPr>
          <p:nvPr>
            <p:ph sz="half" idx="1"/>
          </p:nvPr>
        </p:nvSpPr>
        <p:spPr>
          <a:xfrm>
            <a:off x="473202" y="2660904"/>
            <a:ext cx="3614166" cy="3547872"/>
          </a:xfrm>
        </p:spPr>
        <p:txBody>
          <a:bodyPr vert="horz" lIns="91440" tIns="45720" rIns="91440" bIns="45720" rtlCol="0" anchor="t">
            <a:normAutofit/>
          </a:bodyPr>
          <a:lstStyle/>
          <a:p>
            <a:pPr indent="-228600" defTabSz="914400">
              <a:lnSpc>
                <a:spcPct val="90000"/>
              </a:lnSpc>
              <a:buFont typeface="Arial" panose="020B0604020202020204" pitchFamily="34" charset="0"/>
              <a:buChar char="•"/>
            </a:pPr>
            <a:r>
              <a:rPr lang="en-US" altLang="en-US" sz="1600" dirty="0"/>
              <a:t>It enables users to run VMs on their local computer.</a:t>
            </a:r>
          </a:p>
          <a:p>
            <a:pPr indent="-228600" defTabSz="914400">
              <a:lnSpc>
                <a:spcPct val="90000"/>
              </a:lnSpc>
              <a:buFont typeface="Arial" panose="020B0604020202020204" pitchFamily="34" charset="0"/>
              <a:buChar char="•"/>
            </a:pPr>
            <a:r>
              <a:rPr lang="en-US" altLang="en-US" sz="1600" dirty="0"/>
              <a:t>To test new OS, software, or to run older software.</a:t>
            </a:r>
          </a:p>
          <a:p>
            <a:pPr indent="-228600" defTabSz="914400">
              <a:lnSpc>
                <a:spcPct val="90000"/>
              </a:lnSpc>
              <a:buFont typeface="Arial" panose="020B0604020202020204" pitchFamily="34" charset="0"/>
              <a:buChar char="•"/>
            </a:pPr>
            <a:endParaRPr lang="en-US" altLang="en-US" sz="1600" dirty="0"/>
          </a:p>
          <a:p>
            <a:pPr indent="-228600" defTabSz="914400">
              <a:lnSpc>
                <a:spcPct val="90000"/>
              </a:lnSpc>
              <a:buFont typeface="Arial" panose="020B0604020202020204" pitchFamily="34" charset="0"/>
              <a:buChar char="•"/>
            </a:pPr>
            <a:r>
              <a:rPr lang="en-US" altLang="en-US" sz="1600" dirty="0"/>
              <a:t>Host computer </a:t>
            </a:r>
          </a:p>
          <a:p>
            <a:pPr lvl="1" indent="-228600" defTabSz="914400">
              <a:lnSpc>
                <a:spcPct val="90000"/>
              </a:lnSpc>
              <a:buFont typeface="Arial" panose="020B0604020202020204" pitchFamily="34" charset="0"/>
              <a:buChar char="•"/>
            </a:pPr>
            <a:r>
              <a:rPr lang="en-US" altLang="en-US" sz="1600" dirty="0"/>
              <a:t>the physical computer controlled by a user.</a:t>
            </a:r>
          </a:p>
          <a:p>
            <a:pPr indent="-228600" defTabSz="914400">
              <a:lnSpc>
                <a:spcPct val="90000"/>
              </a:lnSpc>
              <a:buFont typeface="Arial" panose="020B0604020202020204" pitchFamily="34" charset="0"/>
              <a:buChar char="•"/>
            </a:pPr>
            <a:endParaRPr lang="en-US" altLang="en-US" sz="1600" dirty="0"/>
          </a:p>
          <a:p>
            <a:pPr indent="-228600" defTabSz="914400">
              <a:lnSpc>
                <a:spcPct val="90000"/>
              </a:lnSpc>
              <a:buFont typeface="Arial" panose="020B0604020202020204" pitchFamily="34" charset="0"/>
              <a:buChar char="•"/>
            </a:pPr>
            <a:r>
              <a:rPr lang="en-US" altLang="en-US" sz="1600" dirty="0"/>
              <a:t>Host OS</a:t>
            </a:r>
          </a:p>
          <a:p>
            <a:pPr marL="514350" lvl="1" indent="0" defTabSz="914400">
              <a:lnSpc>
                <a:spcPct val="90000"/>
              </a:lnSpc>
              <a:buNone/>
            </a:pPr>
            <a:endParaRPr lang="en-US" altLang="en-US" sz="1600" dirty="0"/>
          </a:p>
          <a:p>
            <a:pPr indent="-228600" defTabSz="914400">
              <a:lnSpc>
                <a:spcPct val="90000"/>
              </a:lnSpc>
              <a:buFont typeface="Arial" panose="020B0604020202020204" pitchFamily="34" charset="0"/>
              <a:buChar char="•"/>
            </a:pPr>
            <a:r>
              <a:rPr lang="en-US" altLang="en-US" sz="1600" dirty="0"/>
              <a:t>Guest OS</a:t>
            </a:r>
          </a:p>
          <a:p>
            <a:pPr marL="114300" indent="0" defTabSz="914400">
              <a:lnSpc>
                <a:spcPct val="90000"/>
              </a:lnSpc>
              <a:buNone/>
            </a:pPr>
            <a:endParaRPr lang="en-US" altLang="en-US" sz="1600" dirty="0"/>
          </a:p>
        </p:txBody>
      </p:sp>
      <p:pic>
        <p:nvPicPr>
          <p:cNvPr id="7" name="Content Placeholder 6" descr=" In the Type 2 implementation, the host OS on the computer is Windows 10. Windows Hyper-V has been used to create and manage the Windows 7 VM and a Linux VM." title="example OS and hypervisor software">
            <a:extLst>
              <a:ext uri="{FF2B5EF4-FFF2-40B4-BE49-F238E27FC236}">
                <a16:creationId xmlns:a16="http://schemas.microsoft.com/office/drawing/2014/main" id="{92ED7CE3-E613-4056-8B8A-C284711F2B64}"/>
              </a:ext>
            </a:extLst>
          </p:cNvPr>
          <p:cNvPicPr>
            <a:picLocks noGrp="1" noChangeAspect="1"/>
          </p:cNvPicPr>
          <p:nvPr>
            <p:ph sz="half" idx="2"/>
          </p:nvPr>
        </p:nvPicPr>
        <p:blipFill>
          <a:blip r:embed="rId4" cstate="email">
            <a:extLst>
              <a:ext uri="{28A0092B-C50C-407E-A947-70E740481C1C}">
                <a14:useLocalDpi xmlns:a14="http://schemas.microsoft.com/office/drawing/2010/main"/>
              </a:ext>
            </a:extLst>
          </a:blip>
          <a:stretch>
            <a:fillRect/>
          </a:stretch>
        </p:blipFill>
        <p:spPr>
          <a:xfrm>
            <a:off x="4574286" y="1879414"/>
            <a:ext cx="4094226" cy="3099172"/>
          </a:xfrm>
          <a:prstGeom prst="rect">
            <a:avLst/>
          </a:prstGeom>
        </p:spPr>
      </p:pic>
    </p:spTree>
    <p:custDataLst>
      <p:tags r:id="rId1"/>
    </p:custDataLst>
    <p:extLst>
      <p:ext uri="{BB962C8B-B14F-4D97-AF65-F5344CB8AC3E}">
        <p14:creationId xmlns:p14="http://schemas.microsoft.com/office/powerpoint/2010/main" val="277075782"/>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DD88083-6F03-242B-E5AA-3A591E6FD4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ADF10F-C86C-0C37-E497-541C93F186B8}"/>
              </a:ext>
            </a:extLst>
          </p:cNvPr>
          <p:cNvSpPr>
            <a:spLocks noGrp="1"/>
          </p:cNvSpPr>
          <p:nvPr>
            <p:ph type="title"/>
          </p:nvPr>
        </p:nvSpPr>
        <p:spPr>
          <a:xfrm>
            <a:off x="840699" y="687480"/>
            <a:ext cx="5605629" cy="994172"/>
          </a:xfrm>
        </p:spPr>
        <p:txBody>
          <a:bodyPr vert="horz" lIns="91440" tIns="45720" rIns="91440" bIns="45720" rtlCol="0" anchor="ctr">
            <a:normAutofit/>
          </a:bodyPr>
          <a:lstStyle/>
          <a:p>
            <a:pPr algn="l" defTabSz="914400">
              <a:lnSpc>
                <a:spcPct val="90000"/>
              </a:lnSpc>
            </a:pPr>
            <a:r>
              <a:rPr lang="en-US" sz="3850" kern="1200">
                <a:solidFill>
                  <a:schemeClr val="tx1"/>
                </a:solidFill>
                <a:latin typeface="+mj-lt"/>
                <a:ea typeface="+mj-ea"/>
                <a:cs typeface="+mj-cs"/>
              </a:rPr>
              <a:t>Docker Containers</a:t>
            </a:r>
          </a:p>
        </p:txBody>
      </p:sp>
      <p:sp>
        <p:nvSpPr>
          <p:cNvPr id="3" name="Content Placeholder 2">
            <a:extLst>
              <a:ext uri="{FF2B5EF4-FFF2-40B4-BE49-F238E27FC236}">
                <a16:creationId xmlns:a16="http://schemas.microsoft.com/office/drawing/2014/main" id="{CDB6FBFB-BF89-23AA-590D-E7AAC97CE006}"/>
              </a:ext>
            </a:extLst>
          </p:cNvPr>
          <p:cNvSpPr>
            <a:spLocks noGrp="1"/>
          </p:cNvSpPr>
          <p:nvPr>
            <p:ph sz="half" idx="1"/>
          </p:nvPr>
        </p:nvSpPr>
        <p:spPr>
          <a:xfrm>
            <a:off x="279915" y="1466851"/>
            <a:ext cx="5849652" cy="4905374"/>
          </a:xfrm>
        </p:spPr>
        <p:txBody>
          <a:bodyPr vert="horz" lIns="91440" tIns="45720" rIns="91440" bIns="45720" rtlCol="0" anchor="ctr">
            <a:normAutofit/>
          </a:bodyPr>
          <a:lstStyle/>
          <a:p>
            <a:pPr indent="-228600" defTabSz="914400">
              <a:lnSpc>
                <a:spcPct val="90000"/>
              </a:lnSpc>
              <a:buFont typeface="Arial" panose="020B0604020202020204" pitchFamily="34" charset="0"/>
              <a:buChar char="•"/>
            </a:pPr>
            <a:r>
              <a:rPr lang="en-US" sz="1500" b="1" dirty="0"/>
              <a:t>OS Virtualization (Containerization):</a:t>
            </a:r>
            <a:r>
              <a:rPr lang="en-US" sz="1500" dirty="0"/>
              <a:t> </a:t>
            </a:r>
            <a:endParaRPr lang="en-US" sz="1500" dirty="0">
              <a:hlinkClick r:id="rId2"/>
            </a:endParaRPr>
          </a:p>
          <a:p>
            <a:pPr lvl="1" indent="-228600" defTabSz="914400">
              <a:lnSpc>
                <a:spcPct val="90000"/>
              </a:lnSpc>
              <a:buFont typeface="Arial" panose="020B0604020202020204" pitchFamily="34" charset="0"/>
              <a:buChar char="•"/>
            </a:pPr>
            <a:r>
              <a:rPr lang="en-US" sz="1500" dirty="0"/>
              <a:t>Containers virtualize the operating system, allowing multiple isolated user spaces to share the host OS kernel.</a:t>
            </a:r>
          </a:p>
          <a:p>
            <a:pPr indent="-228600" defTabSz="914400">
              <a:lnSpc>
                <a:spcPct val="90000"/>
              </a:lnSpc>
              <a:buFont typeface="Arial" panose="020B0604020202020204" pitchFamily="34" charset="0"/>
              <a:buChar char="•"/>
            </a:pPr>
            <a:r>
              <a:rPr lang="en-US" sz="1500" b="1" dirty="0"/>
              <a:t>Container Engine:</a:t>
            </a:r>
            <a:r>
              <a:rPr lang="en-US" sz="1500" dirty="0"/>
              <a:t> </a:t>
            </a:r>
            <a:endParaRPr lang="en-US" sz="1500" dirty="0">
              <a:hlinkClick r:id="rId3"/>
            </a:endParaRPr>
          </a:p>
          <a:p>
            <a:pPr lvl="1" indent="-228600" defTabSz="914400">
              <a:lnSpc>
                <a:spcPct val="90000"/>
              </a:lnSpc>
              <a:buFont typeface="Arial" panose="020B0604020202020204" pitchFamily="34" charset="0"/>
              <a:buChar char="•"/>
            </a:pPr>
            <a:r>
              <a:rPr lang="en-US" sz="1500" dirty="0"/>
              <a:t>Docker is a popular container engine that manages the lifecycle of containers, including creation, running, and orchestration. It leverages features of the host OS for resource allocation and isolation. </a:t>
            </a:r>
          </a:p>
          <a:p>
            <a:pPr indent="-228600" defTabSz="914400">
              <a:lnSpc>
                <a:spcPct val="90000"/>
              </a:lnSpc>
              <a:buFont typeface="Arial" panose="020B0604020202020204" pitchFamily="34" charset="0"/>
              <a:buChar char="•"/>
            </a:pPr>
            <a:r>
              <a:rPr lang="en-US" sz="1500" b="1" dirty="0"/>
              <a:t>Shared Host OS:</a:t>
            </a:r>
            <a:r>
              <a:rPr lang="en-US" sz="1500" dirty="0"/>
              <a:t> </a:t>
            </a:r>
            <a:endParaRPr lang="en-US" sz="1500" dirty="0">
              <a:hlinkClick r:id="rId4"/>
            </a:endParaRPr>
          </a:p>
          <a:p>
            <a:pPr lvl="1" indent="-228600" defTabSz="914400">
              <a:lnSpc>
                <a:spcPct val="90000"/>
              </a:lnSpc>
              <a:buFont typeface="Arial" panose="020B0604020202020204" pitchFamily="34" charset="0"/>
              <a:buChar char="•"/>
            </a:pPr>
            <a:r>
              <a:rPr lang="en-US" sz="1500" dirty="0"/>
              <a:t>Containers do not run a full guest OS. Instead, they share the host OS kernel, while each container has its own isolated filesystem, libraries, and binaries. </a:t>
            </a:r>
          </a:p>
          <a:p>
            <a:pPr indent="-228600" defTabSz="914400">
              <a:lnSpc>
                <a:spcPct val="90000"/>
              </a:lnSpc>
              <a:buFont typeface="Arial" panose="020B0604020202020204" pitchFamily="34" charset="0"/>
              <a:buChar char="•"/>
            </a:pPr>
            <a:r>
              <a:rPr lang="en-US" sz="1500" b="1" dirty="0"/>
              <a:t>Lightweight and Efficient:</a:t>
            </a:r>
            <a:r>
              <a:rPr lang="en-US" sz="1500" dirty="0"/>
              <a:t> </a:t>
            </a:r>
            <a:endParaRPr lang="en-US" sz="1500" dirty="0">
              <a:hlinkClick r:id="rId5"/>
            </a:endParaRPr>
          </a:p>
          <a:p>
            <a:pPr lvl="1" indent="-228600" defTabSz="914400">
              <a:lnSpc>
                <a:spcPct val="90000"/>
              </a:lnSpc>
              <a:buFont typeface="Arial" panose="020B0604020202020204" pitchFamily="34" charset="0"/>
              <a:buChar char="•"/>
            </a:pPr>
            <a:r>
              <a:rPr lang="en-US" sz="1500" dirty="0"/>
              <a:t>Sharing the host OS kernel makes containers significantly lighter, faster to start, and more efficient in resource utilization compared to VMs.</a:t>
            </a:r>
          </a:p>
          <a:p>
            <a:pPr indent="-228600" defTabSz="914400">
              <a:lnSpc>
                <a:spcPct val="90000"/>
              </a:lnSpc>
              <a:buFont typeface="Arial" panose="020B0604020202020204" pitchFamily="34" charset="0"/>
              <a:buChar char="•"/>
            </a:pPr>
            <a:r>
              <a:rPr lang="en-US" sz="1500" b="1" dirty="0"/>
              <a:t>Portability:</a:t>
            </a:r>
            <a:r>
              <a:rPr lang="en-US" sz="1500" dirty="0"/>
              <a:t> </a:t>
            </a:r>
            <a:endParaRPr lang="en-US" sz="1500" dirty="0">
              <a:hlinkClick r:id="rId6"/>
            </a:endParaRPr>
          </a:p>
          <a:p>
            <a:pPr lvl="1" indent="-228600" defTabSz="914400">
              <a:lnSpc>
                <a:spcPct val="90000"/>
              </a:lnSpc>
              <a:buFont typeface="Arial" panose="020B0604020202020204" pitchFamily="34" charset="0"/>
              <a:buChar char="•"/>
            </a:pPr>
            <a:r>
              <a:rPr lang="en-US" sz="1500" dirty="0"/>
              <a:t>Docker containers package an application and all its dependencies into a single, portable unit (Docker image), ensuring consistent execution across different environments.</a:t>
            </a:r>
          </a:p>
        </p:txBody>
      </p:sp>
      <p:sp>
        <p:nvSpPr>
          <p:cNvPr id="7234" name="Rectangle 7233">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9435" y="0"/>
            <a:ext cx="1954565" cy="6858000"/>
          </a:xfrm>
          <a:prstGeom prst="rect">
            <a:avLst/>
          </a:prstGeom>
          <a:solidFill>
            <a:srgbClr val="3B51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236" name="Oval 7235">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29567" y="2369132"/>
            <a:ext cx="2119736" cy="2119736"/>
          </a:xfrm>
          <a:prstGeom prst="ellipse">
            <a:avLst/>
          </a:prstGeom>
          <a:solidFill>
            <a:srgbClr val="FFFFFF"/>
          </a:solidFill>
          <a:ln w="22225">
            <a:solidFill>
              <a:srgbClr val="25C6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5" name="Picture 2" descr="docker-container">
            <a:extLst>
              <a:ext uri="{FF2B5EF4-FFF2-40B4-BE49-F238E27FC236}">
                <a16:creationId xmlns:a16="http://schemas.microsoft.com/office/drawing/2014/main" id="{EF637E7A-469E-4731-E369-7F0DF84DE2F3}"/>
              </a:ext>
            </a:extLst>
          </p:cNvPr>
          <p:cNvPicPr>
            <a:picLocks noGrp="1" noChangeAspect="1" noChangeArrowheads="1"/>
          </p:cNvPicPr>
          <p:nvPr>
            <p:ph sz="half" idx="2"/>
          </p:nvPr>
        </p:nvPicPr>
        <p:blipFill>
          <a:blip r:embed="rId7">
            <a:extLst>
              <a:ext uri="{28A0092B-C50C-407E-A947-70E740481C1C}">
                <a14:useLocalDpi xmlns:a14="http://schemas.microsoft.com/office/drawing/2010/main"/>
              </a:ext>
            </a:extLst>
          </a:blip>
          <a:stretch>
            <a:fillRect/>
          </a:stretch>
        </p:blipFill>
        <p:spPr bwMode="auto">
          <a:xfrm>
            <a:off x="6465356" y="3012582"/>
            <a:ext cx="1462672" cy="8485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61395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5" name="Rectangle 3084">
            <a:extLst>
              <a:ext uri="{FF2B5EF4-FFF2-40B4-BE49-F238E27FC236}">
                <a16:creationId xmlns:a16="http://schemas.microsoft.com/office/drawing/2014/main" id="{E914257E-1E2A-4AC7-89EC-1FB65C9C0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7" name="Freeform: Shape 3086">
            <a:extLst>
              <a:ext uri="{FF2B5EF4-FFF2-40B4-BE49-F238E27FC236}">
                <a16:creationId xmlns:a16="http://schemas.microsoft.com/office/drawing/2014/main" id="{03E1C8F1-97F5-489C-8308-958F096572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8452002" cy="2008639"/>
          </a:xfrm>
          <a:custGeom>
            <a:avLst/>
            <a:gdLst>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174645 w 11269336"/>
              <a:gd name="connsiteY140" fmla="*/ 2088358 h 2323145"/>
              <a:gd name="connsiteX141" fmla="*/ 5092476 w 11269336"/>
              <a:gd name="connsiteY141" fmla="*/ 2100737 h 2323145"/>
              <a:gd name="connsiteX142" fmla="*/ 5060738 w 11269336"/>
              <a:gd name="connsiteY142" fmla="*/ 2083274 h 2323145"/>
              <a:gd name="connsiteX143" fmla="*/ 4860988 w 11269336"/>
              <a:gd name="connsiteY143" fmla="*/ 2135698 h 2323145"/>
              <a:gd name="connsiteX144" fmla="*/ 4807902 w 11269336"/>
              <a:gd name="connsiteY144" fmla="*/ 2138894 h 2323145"/>
              <a:gd name="connsiteX145" fmla="*/ 4765388 w 11269336"/>
              <a:gd name="connsiteY145" fmla="*/ 2162525 h 2323145"/>
              <a:gd name="connsiteX146" fmla="*/ 4745033 w 11269336"/>
              <a:gd name="connsiteY146" fmla="*/ 2158859 h 2323145"/>
              <a:gd name="connsiteX147" fmla="*/ 4741475 w 11269336"/>
              <a:gd name="connsiteY147" fmla="*/ 2157998 h 2323145"/>
              <a:gd name="connsiteX148" fmla="*/ 4728247 w 11269336"/>
              <a:gd name="connsiteY148" fmla="*/ 2159526 h 2323145"/>
              <a:gd name="connsiteX149" fmla="*/ 4723263 w 11269336"/>
              <a:gd name="connsiteY149" fmla="*/ 2153742 h 2323145"/>
              <a:gd name="connsiteX150" fmla="*/ 4702453 w 11269336"/>
              <a:gd name="connsiteY150" fmla="*/ 2151586 h 2323145"/>
              <a:gd name="connsiteX151" fmla="*/ 4678455 w 11269336"/>
              <a:gd name="connsiteY151" fmla="*/ 2156131 h 2323145"/>
              <a:gd name="connsiteX152" fmla="*/ 4593061 w 11269336"/>
              <a:gd name="connsiteY152" fmla="*/ 2171597 h 2323145"/>
              <a:gd name="connsiteX153" fmla="*/ 4579902 w 11269336"/>
              <a:gd name="connsiteY153" fmla="*/ 2177927 h 2323145"/>
              <a:gd name="connsiteX154" fmla="*/ 4533444 w 11269336"/>
              <a:gd name="connsiteY154" fmla="*/ 2181200 h 2323145"/>
              <a:gd name="connsiteX155" fmla="*/ 4492832 w 11269336"/>
              <a:gd name="connsiteY155" fmla="*/ 2188033 h 2323145"/>
              <a:gd name="connsiteX156" fmla="*/ 4467257 w 11269336"/>
              <a:gd name="connsiteY156" fmla="*/ 2196121 h 2323145"/>
              <a:gd name="connsiteX157" fmla="*/ 4459937 w 11269336"/>
              <a:gd name="connsiteY157" fmla="*/ 2195182 h 2323145"/>
              <a:gd name="connsiteX158" fmla="*/ 4433312 w 11269336"/>
              <a:gd name="connsiteY158" fmla="*/ 2199004 h 2323145"/>
              <a:gd name="connsiteX159" fmla="*/ 4420601 w 11269336"/>
              <a:gd name="connsiteY159" fmla="*/ 2205158 h 2323145"/>
              <a:gd name="connsiteX160" fmla="*/ 4405765 w 11269336"/>
              <a:gd name="connsiteY160" fmla="*/ 2199902 h 2323145"/>
              <a:gd name="connsiteX161" fmla="*/ 4401354 w 11269336"/>
              <a:gd name="connsiteY161" fmla="*/ 2194745 h 2323145"/>
              <a:gd name="connsiteX162" fmla="*/ 4383151 w 11269336"/>
              <a:gd name="connsiteY162" fmla="*/ 2201140 h 2323145"/>
              <a:gd name="connsiteX163" fmla="*/ 4366646 w 11269336"/>
              <a:gd name="connsiteY163" fmla="*/ 2198564 h 2323145"/>
              <a:gd name="connsiteX164" fmla="*/ 4354009 w 11269336"/>
              <a:gd name="connsiteY164" fmla="*/ 2204984 h 2323145"/>
              <a:gd name="connsiteX165" fmla="*/ 4348284 w 11269336"/>
              <a:gd name="connsiteY165" fmla="*/ 2205270 h 2323145"/>
              <a:gd name="connsiteX166" fmla="*/ 4333906 w 11269336"/>
              <a:gd name="connsiteY166" fmla="*/ 2205251 h 2323145"/>
              <a:gd name="connsiteX167" fmla="*/ 4308819 w 11269336"/>
              <a:gd name="connsiteY167" fmla="*/ 2203822 h 2323145"/>
              <a:gd name="connsiteX168" fmla="*/ 4301210 w 11269336"/>
              <a:gd name="connsiteY168" fmla="*/ 2204456 h 2323145"/>
              <a:gd name="connsiteX169" fmla="*/ 4283095 w 11269336"/>
              <a:gd name="connsiteY169" fmla="*/ 2198177 h 2323145"/>
              <a:gd name="connsiteX170" fmla="*/ 4250119 w 11269336"/>
              <a:gd name="connsiteY170" fmla="*/ 2196342 h 2323145"/>
              <a:gd name="connsiteX171" fmla="*/ 4189203 w 11269336"/>
              <a:gd name="connsiteY171" fmla="*/ 2178994 h 2323145"/>
              <a:gd name="connsiteX172" fmla="*/ 4154035 w 11269336"/>
              <a:gd name="connsiteY172" fmla="*/ 2171950 h 2323145"/>
              <a:gd name="connsiteX173" fmla="*/ 4129569 w 11269336"/>
              <a:gd name="connsiteY173" fmla="*/ 2163850 h 2323145"/>
              <a:gd name="connsiteX174" fmla="*/ 4061250 w 11269336"/>
              <a:gd name="connsiteY174" fmla="*/ 2159236 h 2323145"/>
              <a:gd name="connsiteX175" fmla="*/ 3945480 w 11269336"/>
              <a:gd name="connsiteY175" fmla="*/ 2158279 h 2323145"/>
              <a:gd name="connsiteX176" fmla="*/ 3921468 w 11269336"/>
              <a:gd name="connsiteY176" fmla="*/ 2156588 h 2323145"/>
              <a:gd name="connsiteX177" fmla="*/ 3903348 w 11269336"/>
              <a:gd name="connsiteY177" fmla="*/ 2149220 h 2323145"/>
              <a:gd name="connsiteX178" fmla="*/ 3901342 w 11269336"/>
              <a:gd name="connsiteY178" fmla="*/ 2142355 h 2323145"/>
              <a:gd name="connsiteX179" fmla="*/ 3888539 w 11269336"/>
              <a:gd name="connsiteY179" fmla="*/ 2140476 h 2323145"/>
              <a:gd name="connsiteX180" fmla="*/ 3885662 w 11269336"/>
              <a:gd name="connsiteY180" fmla="*/ 2138740 h 2323145"/>
              <a:gd name="connsiteX181" fmla="*/ 3868627 w 11269336"/>
              <a:gd name="connsiteY181" fmla="*/ 2130023 h 2323145"/>
              <a:gd name="connsiteX182" fmla="*/ 3819177 w 11269336"/>
              <a:gd name="connsiteY182" fmla="*/ 2142111 h 2323145"/>
              <a:gd name="connsiteX183" fmla="*/ 3769100 w 11269336"/>
              <a:gd name="connsiteY183" fmla="*/ 2131731 h 2323145"/>
              <a:gd name="connsiteX184" fmla="*/ 3562752 w 11269336"/>
              <a:gd name="connsiteY184" fmla="*/ 2131785 h 2323145"/>
              <a:gd name="connsiteX185" fmla="*/ 3541402 w 11269336"/>
              <a:gd name="connsiteY185" fmla="*/ 2106821 h 2323145"/>
              <a:gd name="connsiteX186" fmla="*/ 3460591 w 11269336"/>
              <a:gd name="connsiteY186" fmla="*/ 2097951 h 2323145"/>
              <a:gd name="connsiteX187" fmla="*/ 3320348 w 11269336"/>
              <a:gd name="connsiteY187" fmla="*/ 2130191 h 2323145"/>
              <a:gd name="connsiteX188" fmla="*/ 3170922 w 11269336"/>
              <a:gd name="connsiteY188" fmla="*/ 2115957 h 2323145"/>
              <a:gd name="connsiteX189" fmla="*/ 3156256 w 11269336"/>
              <a:gd name="connsiteY189" fmla="*/ 2124773 h 2323145"/>
              <a:gd name="connsiteX190" fmla="*/ 3140298 w 11269336"/>
              <a:gd name="connsiteY190" fmla="*/ 2129182 h 2323145"/>
              <a:gd name="connsiteX191" fmla="*/ 3138514 w 11269336"/>
              <a:gd name="connsiteY191" fmla="*/ 2128069 h 2323145"/>
              <a:gd name="connsiteX192" fmla="*/ 3120467 w 11269336"/>
              <a:gd name="connsiteY192" fmla="*/ 2128281 h 2323145"/>
              <a:gd name="connsiteX193" fmla="*/ 3116175 w 11269336"/>
              <a:gd name="connsiteY193" fmla="*/ 2131633 h 2323145"/>
              <a:gd name="connsiteX194" fmla="*/ 3103685 w 11269336"/>
              <a:gd name="connsiteY194" fmla="*/ 2132814 h 2323145"/>
              <a:gd name="connsiteX195" fmla="*/ 3078794 w 11269336"/>
              <a:gd name="connsiteY195" fmla="*/ 2137935 h 2323145"/>
              <a:gd name="connsiteX196" fmla="*/ 3074407 w 11269336"/>
              <a:gd name="connsiteY196" fmla="*/ 2136274 h 2323145"/>
              <a:gd name="connsiteX197" fmla="*/ 3037285 w 11269336"/>
              <a:gd name="connsiteY197" fmla="*/ 2139919 h 2323145"/>
              <a:gd name="connsiteX198" fmla="*/ 3036901 w 11269336"/>
              <a:gd name="connsiteY198" fmla="*/ 2138726 h 2323145"/>
              <a:gd name="connsiteX199" fmla="*/ 3026996 w 11269336"/>
              <a:gd name="connsiteY199" fmla="*/ 2134322 h 2323145"/>
              <a:gd name="connsiteX200" fmla="*/ 3007772 w 11269336"/>
              <a:gd name="connsiteY200" fmla="*/ 2128742 h 2323145"/>
              <a:gd name="connsiteX201" fmla="*/ 2965030 w 11269336"/>
              <a:gd name="connsiteY201" fmla="*/ 2100494 h 2323145"/>
              <a:gd name="connsiteX202" fmla="*/ 2926342 w 11269336"/>
              <a:gd name="connsiteY202" fmla="*/ 2104155 h 2323145"/>
              <a:gd name="connsiteX203" fmla="*/ 2918608 w 11269336"/>
              <a:gd name="connsiteY203" fmla="*/ 2104215 h 2323145"/>
              <a:gd name="connsiteX204" fmla="*/ 2918475 w 11269336"/>
              <a:gd name="connsiteY204" fmla="*/ 2103937 h 2323145"/>
              <a:gd name="connsiteX205" fmla="*/ 2910360 w 11269336"/>
              <a:gd name="connsiteY205" fmla="*/ 2103444 h 2323145"/>
              <a:gd name="connsiteX206" fmla="*/ 2904507 w 11269336"/>
              <a:gd name="connsiteY206" fmla="*/ 2104326 h 2323145"/>
              <a:gd name="connsiteX207" fmla="*/ 2889503 w 11269336"/>
              <a:gd name="connsiteY207" fmla="*/ 2104443 h 2323145"/>
              <a:gd name="connsiteX208" fmla="*/ 2884480 w 11269336"/>
              <a:gd name="connsiteY208" fmla="*/ 2102626 h 2323145"/>
              <a:gd name="connsiteX209" fmla="*/ 2882689 w 11269336"/>
              <a:gd name="connsiteY209" fmla="*/ 2099228 h 2323145"/>
              <a:gd name="connsiteX210" fmla="*/ 2881291 w 11269336"/>
              <a:gd name="connsiteY210" fmla="*/ 2099618 h 2323145"/>
              <a:gd name="connsiteX211" fmla="*/ 2853979 w 11269336"/>
              <a:gd name="connsiteY211" fmla="*/ 2090388 h 2323145"/>
              <a:gd name="connsiteX212" fmla="*/ 2791790 w 11269336"/>
              <a:gd name="connsiteY212" fmla="*/ 2080332 h 2323145"/>
              <a:gd name="connsiteX213" fmla="*/ 2755844 w 11269336"/>
              <a:gd name="connsiteY213" fmla="*/ 2078874 h 2323145"/>
              <a:gd name="connsiteX214" fmla="*/ 2657742 w 11269336"/>
              <a:gd name="connsiteY214" fmla="*/ 2070179 h 2323145"/>
              <a:gd name="connsiteX215" fmla="*/ 2559549 w 11269336"/>
              <a:gd name="connsiteY215" fmla="*/ 2057873 h 2323145"/>
              <a:gd name="connsiteX216" fmla="*/ 2512054 w 11269336"/>
              <a:gd name="connsiteY216" fmla="*/ 2031671 h 2323145"/>
              <a:gd name="connsiteX217" fmla="*/ 2506437 w 11269336"/>
              <a:gd name="connsiteY217" fmla="*/ 2030918 h 2323145"/>
              <a:gd name="connsiteX218" fmla="*/ 2491752 w 11269336"/>
              <a:gd name="connsiteY218" fmla="*/ 2033906 h 2323145"/>
              <a:gd name="connsiteX219" fmla="*/ 2486338 w 11269336"/>
              <a:gd name="connsiteY219" fmla="*/ 2035862 h 2323145"/>
              <a:gd name="connsiteX220" fmla="*/ 2478186 w 11269336"/>
              <a:gd name="connsiteY220" fmla="*/ 2036953 h 2323145"/>
              <a:gd name="connsiteX221" fmla="*/ 2477950 w 11269336"/>
              <a:gd name="connsiteY221" fmla="*/ 2036715 h 2323145"/>
              <a:gd name="connsiteX222" fmla="*/ 2470381 w 11269336"/>
              <a:gd name="connsiteY222" fmla="*/ 2038256 h 2323145"/>
              <a:gd name="connsiteX223" fmla="*/ 2433781 w 11269336"/>
              <a:gd name="connsiteY223" fmla="*/ 2049140 h 2323145"/>
              <a:gd name="connsiteX224" fmla="*/ 2381172 w 11269336"/>
              <a:gd name="connsiteY224" fmla="*/ 2030645 h 2323145"/>
              <a:gd name="connsiteX225" fmla="*/ 2360198 w 11269336"/>
              <a:gd name="connsiteY225" fmla="*/ 2029059 h 2323145"/>
              <a:gd name="connsiteX226" fmla="*/ 2348815 w 11269336"/>
              <a:gd name="connsiteY226" fmla="*/ 2026798 h 2323145"/>
              <a:gd name="connsiteX227" fmla="*/ 2347988 w 11269336"/>
              <a:gd name="connsiteY227" fmla="*/ 2025745 h 2323145"/>
              <a:gd name="connsiteX228" fmla="*/ 2312920 w 11269336"/>
              <a:gd name="connsiteY228" fmla="*/ 2036311 h 2323145"/>
              <a:gd name="connsiteX229" fmla="*/ 2307986 w 11269336"/>
              <a:gd name="connsiteY229" fmla="*/ 2035583 h 2323145"/>
              <a:gd name="connsiteX230" fmla="*/ 2285481 w 11269336"/>
              <a:gd name="connsiteY230" fmla="*/ 2045197 h 2323145"/>
              <a:gd name="connsiteX231" fmla="*/ 2273666 w 11269336"/>
              <a:gd name="connsiteY231" fmla="*/ 2048710 h 2323145"/>
              <a:gd name="connsiteX232" fmla="*/ 2270719 w 11269336"/>
              <a:gd name="connsiteY232" fmla="*/ 2052702 h 2323145"/>
              <a:gd name="connsiteX233" fmla="*/ 2253080 w 11269336"/>
              <a:gd name="connsiteY233" fmla="*/ 2056363 h 2323145"/>
              <a:gd name="connsiteX234" fmla="*/ 2250906 w 11269336"/>
              <a:gd name="connsiteY234" fmla="*/ 2055654 h 2323145"/>
              <a:gd name="connsiteX235" fmla="*/ 2236905 w 11269336"/>
              <a:gd name="connsiteY235" fmla="*/ 2062882 h 2323145"/>
              <a:gd name="connsiteX236" fmla="*/ 2225830 w 11269336"/>
              <a:gd name="connsiteY236" fmla="*/ 2074027 h 2323145"/>
              <a:gd name="connsiteX237" fmla="*/ 2073776 w 11269336"/>
              <a:gd name="connsiteY237" fmla="*/ 2089244 h 2323145"/>
              <a:gd name="connsiteX238" fmla="*/ 1948256 w 11269336"/>
              <a:gd name="connsiteY238" fmla="*/ 2146616 h 2323145"/>
              <a:gd name="connsiteX239" fmla="*/ 1865582 w 11269336"/>
              <a:gd name="connsiteY239" fmla="*/ 2153738 h 2323145"/>
              <a:gd name="connsiteX240" fmla="*/ 1835210 w 11269336"/>
              <a:gd name="connsiteY240" fmla="*/ 2134244 h 2323145"/>
              <a:gd name="connsiteX241" fmla="*/ 1632661 w 11269336"/>
              <a:gd name="connsiteY241" fmla="*/ 2173882 h 2323145"/>
              <a:gd name="connsiteX242" fmla="*/ 1579590 w 11269336"/>
              <a:gd name="connsiteY242" fmla="*/ 2173680 h 2323145"/>
              <a:gd name="connsiteX243" fmla="*/ 1535601 w 11269336"/>
              <a:gd name="connsiteY243" fmla="*/ 2194590 h 2323145"/>
              <a:gd name="connsiteX244" fmla="*/ 1515594 w 11269336"/>
              <a:gd name="connsiteY244" fmla="*/ 2189622 h 2323145"/>
              <a:gd name="connsiteX245" fmla="*/ 1512113 w 11269336"/>
              <a:gd name="connsiteY245" fmla="*/ 2188534 h 2323145"/>
              <a:gd name="connsiteX246" fmla="*/ 1498838 w 11269336"/>
              <a:gd name="connsiteY246" fmla="*/ 2189213 h 2323145"/>
              <a:gd name="connsiteX247" fmla="*/ 1494279 w 11269336"/>
              <a:gd name="connsiteY247" fmla="*/ 2183112 h 2323145"/>
              <a:gd name="connsiteX248" fmla="*/ 1473714 w 11269336"/>
              <a:gd name="connsiteY248" fmla="*/ 2179625 h 2323145"/>
              <a:gd name="connsiteX249" fmla="*/ 1449503 w 11269336"/>
              <a:gd name="connsiteY249" fmla="*/ 2182633 h 2323145"/>
              <a:gd name="connsiteX250" fmla="*/ 1335495 w 11269336"/>
              <a:gd name="connsiteY250" fmla="*/ 2203940 h 2323145"/>
              <a:gd name="connsiteX251" fmla="*/ 1266687 w 11269336"/>
              <a:gd name="connsiteY251" fmla="*/ 2212688 h 2323145"/>
              <a:gd name="connsiteX252" fmla="*/ 1239614 w 11269336"/>
              <a:gd name="connsiteY252" fmla="*/ 2209727 h 2323145"/>
              <a:gd name="connsiteX253" fmla="*/ 1202436 w 11269336"/>
              <a:gd name="connsiteY253" fmla="*/ 2209817 h 2323145"/>
              <a:gd name="connsiteX254" fmla="*/ 1136097 w 11269336"/>
              <a:gd name="connsiteY254" fmla="*/ 2205112 h 2323145"/>
              <a:gd name="connsiteX255" fmla="*/ 1048229 w 11269336"/>
              <a:gd name="connsiteY255" fmla="*/ 2207249 h 2323145"/>
              <a:gd name="connsiteX256" fmla="*/ 988232 w 11269336"/>
              <a:gd name="connsiteY256" fmla="*/ 2235635 h 2323145"/>
              <a:gd name="connsiteX257" fmla="*/ 981959 w 11269336"/>
              <a:gd name="connsiteY257" fmla="*/ 2231607 h 2323145"/>
              <a:gd name="connsiteX258" fmla="*/ 938600 w 11269336"/>
              <a:gd name="connsiteY258" fmla="*/ 2238113 h 2323145"/>
              <a:gd name="connsiteX259" fmla="*/ 791788 w 11269336"/>
              <a:gd name="connsiteY259" fmla="*/ 2293224 h 2323145"/>
              <a:gd name="connsiteX260" fmla="*/ 706914 w 11269336"/>
              <a:gd name="connsiteY260" fmla="*/ 2305046 h 2323145"/>
              <a:gd name="connsiteX261" fmla="*/ 675971 w 11269336"/>
              <a:gd name="connsiteY261" fmla="*/ 2304030 h 2323145"/>
              <a:gd name="connsiteX262" fmla="*/ 624180 w 11269336"/>
              <a:gd name="connsiteY262" fmla="*/ 2302650 h 2323145"/>
              <a:gd name="connsiteX263" fmla="*/ 583453 w 11269336"/>
              <a:gd name="connsiteY263" fmla="*/ 2288788 h 2323145"/>
              <a:gd name="connsiteX264" fmla="*/ 540946 w 11269336"/>
              <a:gd name="connsiteY264" fmla="*/ 2292721 h 2323145"/>
              <a:gd name="connsiteX265" fmla="*/ 533680 w 11269336"/>
              <a:gd name="connsiteY265" fmla="*/ 2310233 h 2323145"/>
              <a:gd name="connsiteX266" fmla="*/ 487366 w 11269336"/>
              <a:gd name="connsiteY266" fmla="*/ 2309053 h 2323145"/>
              <a:gd name="connsiteX267" fmla="*/ 416820 w 11269336"/>
              <a:gd name="connsiteY267" fmla="*/ 2305443 h 2323145"/>
              <a:gd name="connsiteX268" fmla="*/ 376805 w 11269336"/>
              <a:gd name="connsiteY268" fmla="*/ 2307647 h 2323145"/>
              <a:gd name="connsiteX269" fmla="*/ 266777 w 11269336"/>
              <a:gd name="connsiteY269" fmla="*/ 2309012 h 2323145"/>
              <a:gd name="connsiteX270" fmla="*/ 156013 w 11269336"/>
              <a:gd name="connsiteY270" fmla="*/ 2306832 h 2323145"/>
              <a:gd name="connsiteX271" fmla="*/ 87258 w 11269336"/>
              <a:gd name="connsiteY271" fmla="*/ 2285511 h 2323145"/>
              <a:gd name="connsiteX272" fmla="*/ 23798 w 11269336"/>
              <a:gd name="connsiteY272" fmla="*/ 2281822 h 2323145"/>
              <a:gd name="connsiteX273" fmla="*/ 0 w 11269336"/>
              <a:gd name="connsiteY273" fmla="*/ 2285369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092476 w 11269336"/>
              <a:gd name="connsiteY140" fmla="*/ 2100737 h 2323145"/>
              <a:gd name="connsiteX141" fmla="*/ 5060738 w 11269336"/>
              <a:gd name="connsiteY141" fmla="*/ 2083274 h 2323145"/>
              <a:gd name="connsiteX142" fmla="*/ 4860988 w 11269336"/>
              <a:gd name="connsiteY142" fmla="*/ 2135698 h 2323145"/>
              <a:gd name="connsiteX143" fmla="*/ 4807902 w 11269336"/>
              <a:gd name="connsiteY143" fmla="*/ 2138894 h 2323145"/>
              <a:gd name="connsiteX144" fmla="*/ 4765388 w 11269336"/>
              <a:gd name="connsiteY144" fmla="*/ 2162525 h 2323145"/>
              <a:gd name="connsiteX145" fmla="*/ 4745033 w 11269336"/>
              <a:gd name="connsiteY145" fmla="*/ 2158859 h 2323145"/>
              <a:gd name="connsiteX146" fmla="*/ 4741475 w 11269336"/>
              <a:gd name="connsiteY146" fmla="*/ 2157998 h 2323145"/>
              <a:gd name="connsiteX147" fmla="*/ 4728247 w 11269336"/>
              <a:gd name="connsiteY147" fmla="*/ 2159526 h 2323145"/>
              <a:gd name="connsiteX148" fmla="*/ 4723263 w 11269336"/>
              <a:gd name="connsiteY148" fmla="*/ 2153742 h 2323145"/>
              <a:gd name="connsiteX149" fmla="*/ 4702453 w 11269336"/>
              <a:gd name="connsiteY149" fmla="*/ 2151586 h 2323145"/>
              <a:gd name="connsiteX150" fmla="*/ 4678455 w 11269336"/>
              <a:gd name="connsiteY150" fmla="*/ 2156131 h 2323145"/>
              <a:gd name="connsiteX151" fmla="*/ 4593061 w 11269336"/>
              <a:gd name="connsiteY151" fmla="*/ 2171597 h 2323145"/>
              <a:gd name="connsiteX152" fmla="*/ 4579902 w 11269336"/>
              <a:gd name="connsiteY152" fmla="*/ 2177927 h 2323145"/>
              <a:gd name="connsiteX153" fmla="*/ 4533444 w 11269336"/>
              <a:gd name="connsiteY153" fmla="*/ 2181200 h 2323145"/>
              <a:gd name="connsiteX154" fmla="*/ 4492832 w 11269336"/>
              <a:gd name="connsiteY154" fmla="*/ 2188033 h 2323145"/>
              <a:gd name="connsiteX155" fmla="*/ 4467257 w 11269336"/>
              <a:gd name="connsiteY155" fmla="*/ 2196121 h 2323145"/>
              <a:gd name="connsiteX156" fmla="*/ 4459937 w 11269336"/>
              <a:gd name="connsiteY156" fmla="*/ 2195182 h 2323145"/>
              <a:gd name="connsiteX157" fmla="*/ 4433312 w 11269336"/>
              <a:gd name="connsiteY157" fmla="*/ 2199004 h 2323145"/>
              <a:gd name="connsiteX158" fmla="*/ 4420601 w 11269336"/>
              <a:gd name="connsiteY158" fmla="*/ 2205158 h 2323145"/>
              <a:gd name="connsiteX159" fmla="*/ 4405765 w 11269336"/>
              <a:gd name="connsiteY159" fmla="*/ 2199902 h 2323145"/>
              <a:gd name="connsiteX160" fmla="*/ 4401354 w 11269336"/>
              <a:gd name="connsiteY160" fmla="*/ 2194745 h 2323145"/>
              <a:gd name="connsiteX161" fmla="*/ 4383151 w 11269336"/>
              <a:gd name="connsiteY161" fmla="*/ 2201140 h 2323145"/>
              <a:gd name="connsiteX162" fmla="*/ 4366646 w 11269336"/>
              <a:gd name="connsiteY162" fmla="*/ 2198564 h 2323145"/>
              <a:gd name="connsiteX163" fmla="*/ 4354009 w 11269336"/>
              <a:gd name="connsiteY163" fmla="*/ 2204984 h 2323145"/>
              <a:gd name="connsiteX164" fmla="*/ 4348284 w 11269336"/>
              <a:gd name="connsiteY164" fmla="*/ 2205270 h 2323145"/>
              <a:gd name="connsiteX165" fmla="*/ 4333906 w 11269336"/>
              <a:gd name="connsiteY165" fmla="*/ 2205251 h 2323145"/>
              <a:gd name="connsiteX166" fmla="*/ 4308819 w 11269336"/>
              <a:gd name="connsiteY166" fmla="*/ 2203822 h 2323145"/>
              <a:gd name="connsiteX167" fmla="*/ 4301210 w 11269336"/>
              <a:gd name="connsiteY167" fmla="*/ 2204456 h 2323145"/>
              <a:gd name="connsiteX168" fmla="*/ 4283095 w 11269336"/>
              <a:gd name="connsiteY168" fmla="*/ 2198177 h 2323145"/>
              <a:gd name="connsiteX169" fmla="*/ 4250119 w 11269336"/>
              <a:gd name="connsiteY169" fmla="*/ 2196342 h 2323145"/>
              <a:gd name="connsiteX170" fmla="*/ 4189203 w 11269336"/>
              <a:gd name="connsiteY170" fmla="*/ 2178994 h 2323145"/>
              <a:gd name="connsiteX171" fmla="*/ 4154035 w 11269336"/>
              <a:gd name="connsiteY171" fmla="*/ 2171950 h 2323145"/>
              <a:gd name="connsiteX172" fmla="*/ 4129569 w 11269336"/>
              <a:gd name="connsiteY172" fmla="*/ 2163850 h 2323145"/>
              <a:gd name="connsiteX173" fmla="*/ 4061250 w 11269336"/>
              <a:gd name="connsiteY173" fmla="*/ 2159236 h 2323145"/>
              <a:gd name="connsiteX174" fmla="*/ 3945480 w 11269336"/>
              <a:gd name="connsiteY174" fmla="*/ 2158279 h 2323145"/>
              <a:gd name="connsiteX175" fmla="*/ 3921468 w 11269336"/>
              <a:gd name="connsiteY175" fmla="*/ 2156588 h 2323145"/>
              <a:gd name="connsiteX176" fmla="*/ 3903348 w 11269336"/>
              <a:gd name="connsiteY176" fmla="*/ 2149220 h 2323145"/>
              <a:gd name="connsiteX177" fmla="*/ 3901342 w 11269336"/>
              <a:gd name="connsiteY177" fmla="*/ 2142355 h 2323145"/>
              <a:gd name="connsiteX178" fmla="*/ 3888539 w 11269336"/>
              <a:gd name="connsiteY178" fmla="*/ 2140476 h 2323145"/>
              <a:gd name="connsiteX179" fmla="*/ 3885662 w 11269336"/>
              <a:gd name="connsiteY179" fmla="*/ 2138740 h 2323145"/>
              <a:gd name="connsiteX180" fmla="*/ 3868627 w 11269336"/>
              <a:gd name="connsiteY180" fmla="*/ 2130023 h 2323145"/>
              <a:gd name="connsiteX181" fmla="*/ 3819177 w 11269336"/>
              <a:gd name="connsiteY181" fmla="*/ 2142111 h 2323145"/>
              <a:gd name="connsiteX182" fmla="*/ 3769100 w 11269336"/>
              <a:gd name="connsiteY182" fmla="*/ 2131731 h 2323145"/>
              <a:gd name="connsiteX183" fmla="*/ 3562752 w 11269336"/>
              <a:gd name="connsiteY183" fmla="*/ 2131785 h 2323145"/>
              <a:gd name="connsiteX184" fmla="*/ 3541402 w 11269336"/>
              <a:gd name="connsiteY184" fmla="*/ 2106821 h 2323145"/>
              <a:gd name="connsiteX185" fmla="*/ 3460591 w 11269336"/>
              <a:gd name="connsiteY185" fmla="*/ 2097951 h 2323145"/>
              <a:gd name="connsiteX186" fmla="*/ 3320348 w 11269336"/>
              <a:gd name="connsiteY186" fmla="*/ 2130191 h 2323145"/>
              <a:gd name="connsiteX187" fmla="*/ 3170922 w 11269336"/>
              <a:gd name="connsiteY187" fmla="*/ 2115957 h 2323145"/>
              <a:gd name="connsiteX188" fmla="*/ 3156256 w 11269336"/>
              <a:gd name="connsiteY188" fmla="*/ 2124773 h 2323145"/>
              <a:gd name="connsiteX189" fmla="*/ 3140298 w 11269336"/>
              <a:gd name="connsiteY189" fmla="*/ 2129182 h 2323145"/>
              <a:gd name="connsiteX190" fmla="*/ 3138514 w 11269336"/>
              <a:gd name="connsiteY190" fmla="*/ 2128069 h 2323145"/>
              <a:gd name="connsiteX191" fmla="*/ 3120467 w 11269336"/>
              <a:gd name="connsiteY191" fmla="*/ 2128281 h 2323145"/>
              <a:gd name="connsiteX192" fmla="*/ 3116175 w 11269336"/>
              <a:gd name="connsiteY192" fmla="*/ 2131633 h 2323145"/>
              <a:gd name="connsiteX193" fmla="*/ 3103685 w 11269336"/>
              <a:gd name="connsiteY193" fmla="*/ 2132814 h 2323145"/>
              <a:gd name="connsiteX194" fmla="*/ 3078794 w 11269336"/>
              <a:gd name="connsiteY194" fmla="*/ 2137935 h 2323145"/>
              <a:gd name="connsiteX195" fmla="*/ 3074407 w 11269336"/>
              <a:gd name="connsiteY195" fmla="*/ 2136274 h 2323145"/>
              <a:gd name="connsiteX196" fmla="*/ 3037285 w 11269336"/>
              <a:gd name="connsiteY196" fmla="*/ 2139919 h 2323145"/>
              <a:gd name="connsiteX197" fmla="*/ 3036901 w 11269336"/>
              <a:gd name="connsiteY197" fmla="*/ 2138726 h 2323145"/>
              <a:gd name="connsiteX198" fmla="*/ 3026996 w 11269336"/>
              <a:gd name="connsiteY198" fmla="*/ 2134322 h 2323145"/>
              <a:gd name="connsiteX199" fmla="*/ 3007772 w 11269336"/>
              <a:gd name="connsiteY199" fmla="*/ 2128742 h 2323145"/>
              <a:gd name="connsiteX200" fmla="*/ 2965030 w 11269336"/>
              <a:gd name="connsiteY200" fmla="*/ 2100494 h 2323145"/>
              <a:gd name="connsiteX201" fmla="*/ 2926342 w 11269336"/>
              <a:gd name="connsiteY201" fmla="*/ 2104155 h 2323145"/>
              <a:gd name="connsiteX202" fmla="*/ 2918608 w 11269336"/>
              <a:gd name="connsiteY202" fmla="*/ 2104215 h 2323145"/>
              <a:gd name="connsiteX203" fmla="*/ 2918475 w 11269336"/>
              <a:gd name="connsiteY203" fmla="*/ 2103937 h 2323145"/>
              <a:gd name="connsiteX204" fmla="*/ 2910360 w 11269336"/>
              <a:gd name="connsiteY204" fmla="*/ 2103444 h 2323145"/>
              <a:gd name="connsiteX205" fmla="*/ 2904507 w 11269336"/>
              <a:gd name="connsiteY205" fmla="*/ 2104326 h 2323145"/>
              <a:gd name="connsiteX206" fmla="*/ 2889503 w 11269336"/>
              <a:gd name="connsiteY206" fmla="*/ 2104443 h 2323145"/>
              <a:gd name="connsiteX207" fmla="*/ 2884480 w 11269336"/>
              <a:gd name="connsiteY207" fmla="*/ 2102626 h 2323145"/>
              <a:gd name="connsiteX208" fmla="*/ 2882689 w 11269336"/>
              <a:gd name="connsiteY208" fmla="*/ 2099228 h 2323145"/>
              <a:gd name="connsiteX209" fmla="*/ 2881291 w 11269336"/>
              <a:gd name="connsiteY209" fmla="*/ 2099618 h 2323145"/>
              <a:gd name="connsiteX210" fmla="*/ 2853979 w 11269336"/>
              <a:gd name="connsiteY210" fmla="*/ 2090388 h 2323145"/>
              <a:gd name="connsiteX211" fmla="*/ 2791790 w 11269336"/>
              <a:gd name="connsiteY211" fmla="*/ 2080332 h 2323145"/>
              <a:gd name="connsiteX212" fmla="*/ 2755844 w 11269336"/>
              <a:gd name="connsiteY212" fmla="*/ 2078874 h 2323145"/>
              <a:gd name="connsiteX213" fmla="*/ 2657742 w 11269336"/>
              <a:gd name="connsiteY213" fmla="*/ 2070179 h 2323145"/>
              <a:gd name="connsiteX214" fmla="*/ 2559549 w 11269336"/>
              <a:gd name="connsiteY214" fmla="*/ 2057873 h 2323145"/>
              <a:gd name="connsiteX215" fmla="*/ 2512054 w 11269336"/>
              <a:gd name="connsiteY215" fmla="*/ 2031671 h 2323145"/>
              <a:gd name="connsiteX216" fmla="*/ 2506437 w 11269336"/>
              <a:gd name="connsiteY216" fmla="*/ 2030918 h 2323145"/>
              <a:gd name="connsiteX217" fmla="*/ 2491752 w 11269336"/>
              <a:gd name="connsiteY217" fmla="*/ 2033906 h 2323145"/>
              <a:gd name="connsiteX218" fmla="*/ 2486338 w 11269336"/>
              <a:gd name="connsiteY218" fmla="*/ 2035862 h 2323145"/>
              <a:gd name="connsiteX219" fmla="*/ 2478186 w 11269336"/>
              <a:gd name="connsiteY219" fmla="*/ 2036953 h 2323145"/>
              <a:gd name="connsiteX220" fmla="*/ 2477950 w 11269336"/>
              <a:gd name="connsiteY220" fmla="*/ 2036715 h 2323145"/>
              <a:gd name="connsiteX221" fmla="*/ 2470381 w 11269336"/>
              <a:gd name="connsiteY221" fmla="*/ 2038256 h 2323145"/>
              <a:gd name="connsiteX222" fmla="*/ 2433781 w 11269336"/>
              <a:gd name="connsiteY222" fmla="*/ 2049140 h 2323145"/>
              <a:gd name="connsiteX223" fmla="*/ 2381172 w 11269336"/>
              <a:gd name="connsiteY223" fmla="*/ 2030645 h 2323145"/>
              <a:gd name="connsiteX224" fmla="*/ 2360198 w 11269336"/>
              <a:gd name="connsiteY224" fmla="*/ 2029059 h 2323145"/>
              <a:gd name="connsiteX225" fmla="*/ 2348815 w 11269336"/>
              <a:gd name="connsiteY225" fmla="*/ 2026798 h 2323145"/>
              <a:gd name="connsiteX226" fmla="*/ 2347988 w 11269336"/>
              <a:gd name="connsiteY226" fmla="*/ 2025745 h 2323145"/>
              <a:gd name="connsiteX227" fmla="*/ 2312920 w 11269336"/>
              <a:gd name="connsiteY227" fmla="*/ 2036311 h 2323145"/>
              <a:gd name="connsiteX228" fmla="*/ 2307986 w 11269336"/>
              <a:gd name="connsiteY228" fmla="*/ 2035583 h 2323145"/>
              <a:gd name="connsiteX229" fmla="*/ 2285481 w 11269336"/>
              <a:gd name="connsiteY229" fmla="*/ 2045197 h 2323145"/>
              <a:gd name="connsiteX230" fmla="*/ 2273666 w 11269336"/>
              <a:gd name="connsiteY230" fmla="*/ 2048710 h 2323145"/>
              <a:gd name="connsiteX231" fmla="*/ 2270719 w 11269336"/>
              <a:gd name="connsiteY231" fmla="*/ 2052702 h 2323145"/>
              <a:gd name="connsiteX232" fmla="*/ 2253080 w 11269336"/>
              <a:gd name="connsiteY232" fmla="*/ 2056363 h 2323145"/>
              <a:gd name="connsiteX233" fmla="*/ 2250906 w 11269336"/>
              <a:gd name="connsiteY233" fmla="*/ 2055654 h 2323145"/>
              <a:gd name="connsiteX234" fmla="*/ 2236905 w 11269336"/>
              <a:gd name="connsiteY234" fmla="*/ 2062882 h 2323145"/>
              <a:gd name="connsiteX235" fmla="*/ 2225830 w 11269336"/>
              <a:gd name="connsiteY235" fmla="*/ 2074027 h 2323145"/>
              <a:gd name="connsiteX236" fmla="*/ 2073776 w 11269336"/>
              <a:gd name="connsiteY236" fmla="*/ 2089244 h 2323145"/>
              <a:gd name="connsiteX237" fmla="*/ 1948256 w 11269336"/>
              <a:gd name="connsiteY237" fmla="*/ 2146616 h 2323145"/>
              <a:gd name="connsiteX238" fmla="*/ 1865582 w 11269336"/>
              <a:gd name="connsiteY238" fmla="*/ 2153738 h 2323145"/>
              <a:gd name="connsiteX239" fmla="*/ 1835210 w 11269336"/>
              <a:gd name="connsiteY239" fmla="*/ 2134244 h 2323145"/>
              <a:gd name="connsiteX240" fmla="*/ 1632661 w 11269336"/>
              <a:gd name="connsiteY240" fmla="*/ 2173882 h 2323145"/>
              <a:gd name="connsiteX241" fmla="*/ 1579590 w 11269336"/>
              <a:gd name="connsiteY241" fmla="*/ 2173680 h 2323145"/>
              <a:gd name="connsiteX242" fmla="*/ 1535601 w 11269336"/>
              <a:gd name="connsiteY242" fmla="*/ 2194590 h 2323145"/>
              <a:gd name="connsiteX243" fmla="*/ 1515594 w 11269336"/>
              <a:gd name="connsiteY243" fmla="*/ 2189622 h 2323145"/>
              <a:gd name="connsiteX244" fmla="*/ 1512113 w 11269336"/>
              <a:gd name="connsiteY244" fmla="*/ 2188534 h 2323145"/>
              <a:gd name="connsiteX245" fmla="*/ 1498838 w 11269336"/>
              <a:gd name="connsiteY245" fmla="*/ 2189213 h 2323145"/>
              <a:gd name="connsiteX246" fmla="*/ 1494279 w 11269336"/>
              <a:gd name="connsiteY246" fmla="*/ 2183112 h 2323145"/>
              <a:gd name="connsiteX247" fmla="*/ 1473714 w 11269336"/>
              <a:gd name="connsiteY247" fmla="*/ 2179625 h 2323145"/>
              <a:gd name="connsiteX248" fmla="*/ 1449503 w 11269336"/>
              <a:gd name="connsiteY248" fmla="*/ 2182633 h 2323145"/>
              <a:gd name="connsiteX249" fmla="*/ 1335495 w 11269336"/>
              <a:gd name="connsiteY249" fmla="*/ 2203940 h 2323145"/>
              <a:gd name="connsiteX250" fmla="*/ 1266687 w 11269336"/>
              <a:gd name="connsiteY250" fmla="*/ 2212688 h 2323145"/>
              <a:gd name="connsiteX251" fmla="*/ 1239614 w 11269336"/>
              <a:gd name="connsiteY251" fmla="*/ 2209727 h 2323145"/>
              <a:gd name="connsiteX252" fmla="*/ 1202436 w 11269336"/>
              <a:gd name="connsiteY252" fmla="*/ 2209817 h 2323145"/>
              <a:gd name="connsiteX253" fmla="*/ 1136097 w 11269336"/>
              <a:gd name="connsiteY253" fmla="*/ 2205112 h 2323145"/>
              <a:gd name="connsiteX254" fmla="*/ 1048229 w 11269336"/>
              <a:gd name="connsiteY254" fmla="*/ 2207249 h 2323145"/>
              <a:gd name="connsiteX255" fmla="*/ 988232 w 11269336"/>
              <a:gd name="connsiteY255" fmla="*/ 2235635 h 2323145"/>
              <a:gd name="connsiteX256" fmla="*/ 981959 w 11269336"/>
              <a:gd name="connsiteY256" fmla="*/ 2231607 h 2323145"/>
              <a:gd name="connsiteX257" fmla="*/ 938600 w 11269336"/>
              <a:gd name="connsiteY257" fmla="*/ 2238113 h 2323145"/>
              <a:gd name="connsiteX258" fmla="*/ 791788 w 11269336"/>
              <a:gd name="connsiteY258" fmla="*/ 2293224 h 2323145"/>
              <a:gd name="connsiteX259" fmla="*/ 706914 w 11269336"/>
              <a:gd name="connsiteY259" fmla="*/ 2305046 h 2323145"/>
              <a:gd name="connsiteX260" fmla="*/ 675971 w 11269336"/>
              <a:gd name="connsiteY260" fmla="*/ 2304030 h 2323145"/>
              <a:gd name="connsiteX261" fmla="*/ 624180 w 11269336"/>
              <a:gd name="connsiteY261" fmla="*/ 2302650 h 2323145"/>
              <a:gd name="connsiteX262" fmla="*/ 583453 w 11269336"/>
              <a:gd name="connsiteY262" fmla="*/ 2288788 h 2323145"/>
              <a:gd name="connsiteX263" fmla="*/ 540946 w 11269336"/>
              <a:gd name="connsiteY263" fmla="*/ 2292721 h 2323145"/>
              <a:gd name="connsiteX264" fmla="*/ 533680 w 11269336"/>
              <a:gd name="connsiteY264" fmla="*/ 2310233 h 2323145"/>
              <a:gd name="connsiteX265" fmla="*/ 487366 w 11269336"/>
              <a:gd name="connsiteY265" fmla="*/ 2309053 h 2323145"/>
              <a:gd name="connsiteX266" fmla="*/ 416820 w 11269336"/>
              <a:gd name="connsiteY266" fmla="*/ 2305443 h 2323145"/>
              <a:gd name="connsiteX267" fmla="*/ 376805 w 11269336"/>
              <a:gd name="connsiteY267" fmla="*/ 2307647 h 2323145"/>
              <a:gd name="connsiteX268" fmla="*/ 266777 w 11269336"/>
              <a:gd name="connsiteY268" fmla="*/ 2309012 h 2323145"/>
              <a:gd name="connsiteX269" fmla="*/ 156013 w 11269336"/>
              <a:gd name="connsiteY269" fmla="*/ 2306832 h 2323145"/>
              <a:gd name="connsiteX270" fmla="*/ 87258 w 11269336"/>
              <a:gd name="connsiteY270" fmla="*/ 2285511 h 2323145"/>
              <a:gd name="connsiteX271" fmla="*/ 23798 w 11269336"/>
              <a:gd name="connsiteY271" fmla="*/ 2281822 h 2323145"/>
              <a:gd name="connsiteX272" fmla="*/ 0 w 11269336"/>
              <a:gd name="connsiteY272" fmla="*/ 2285369 h 2323145"/>
              <a:gd name="connsiteX273" fmla="*/ 0 w 11269336"/>
              <a:gd name="connsiteY27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092476 w 11269336"/>
              <a:gd name="connsiteY139" fmla="*/ 2100737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988232 w 11269336"/>
              <a:gd name="connsiteY252" fmla="*/ 2235635 h 2323145"/>
              <a:gd name="connsiteX253" fmla="*/ 981959 w 11269336"/>
              <a:gd name="connsiteY253" fmla="*/ 2231607 h 2323145"/>
              <a:gd name="connsiteX254" fmla="*/ 938600 w 11269336"/>
              <a:gd name="connsiteY254" fmla="*/ 2238113 h 2323145"/>
              <a:gd name="connsiteX255" fmla="*/ 791788 w 11269336"/>
              <a:gd name="connsiteY255" fmla="*/ 2293224 h 2323145"/>
              <a:gd name="connsiteX256" fmla="*/ 706914 w 11269336"/>
              <a:gd name="connsiteY256" fmla="*/ 2305046 h 2323145"/>
              <a:gd name="connsiteX257" fmla="*/ 675971 w 11269336"/>
              <a:gd name="connsiteY257" fmla="*/ 2304030 h 2323145"/>
              <a:gd name="connsiteX258" fmla="*/ 624180 w 11269336"/>
              <a:gd name="connsiteY258" fmla="*/ 2302650 h 2323145"/>
              <a:gd name="connsiteX259" fmla="*/ 583453 w 11269336"/>
              <a:gd name="connsiteY259" fmla="*/ 2288788 h 2323145"/>
              <a:gd name="connsiteX260" fmla="*/ 540946 w 11269336"/>
              <a:gd name="connsiteY260" fmla="*/ 2292721 h 2323145"/>
              <a:gd name="connsiteX261" fmla="*/ 533680 w 11269336"/>
              <a:gd name="connsiteY261" fmla="*/ 2310233 h 2323145"/>
              <a:gd name="connsiteX262" fmla="*/ 487366 w 11269336"/>
              <a:gd name="connsiteY262" fmla="*/ 2309053 h 2323145"/>
              <a:gd name="connsiteX263" fmla="*/ 416820 w 11269336"/>
              <a:gd name="connsiteY263" fmla="*/ 2305443 h 2323145"/>
              <a:gd name="connsiteX264" fmla="*/ 376805 w 11269336"/>
              <a:gd name="connsiteY264" fmla="*/ 2307647 h 2323145"/>
              <a:gd name="connsiteX265" fmla="*/ 266777 w 11269336"/>
              <a:gd name="connsiteY265" fmla="*/ 2309012 h 2323145"/>
              <a:gd name="connsiteX266" fmla="*/ 156013 w 11269336"/>
              <a:gd name="connsiteY266" fmla="*/ 2306832 h 2323145"/>
              <a:gd name="connsiteX267" fmla="*/ 87258 w 11269336"/>
              <a:gd name="connsiteY267" fmla="*/ 2285511 h 2323145"/>
              <a:gd name="connsiteX268" fmla="*/ 23798 w 11269336"/>
              <a:gd name="connsiteY268" fmla="*/ 2281822 h 2323145"/>
              <a:gd name="connsiteX269" fmla="*/ 0 w 11269336"/>
              <a:gd name="connsiteY269" fmla="*/ 2285369 h 2323145"/>
              <a:gd name="connsiteX270" fmla="*/ 0 w 11269336"/>
              <a:gd name="connsiteY27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266687 w 11269336"/>
              <a:gd name="connsiteY247" fmla="*/ 2212688 h 2323145"/>
              <a:gd name="connsiteX248" fmla="*/ 1239614 w 11269336"/>
              <a:gd name="connsiteY248" fmla="*/ 2209727 h 2323145"/>
              <a:gd name="connsiteX249" fmla="*/ 1202436 w 11269336"/>
              <a:gd name="connsiteY249" fmla="*/ 2209817 h 2323145"/>
              <a:gd name="connsiteX250" fmla="*/ 1136097 w 11269336"/>
              <a:gd name="connsiteY250" fmla="*/ 2205112 h 2323145"/>
              <a:gd name="connsiteX251" fmla="*/ 988232 w 11269336"/>
              <a:gd name="connsiteY251" fmla="*/ 2235635 h 2323145"/>
              <a:gd name="connsiteX252" fmla="*/ 981959 w 11269336"/>
              <a:gd name="connsiteY252" fmla="*/ 2231607 h 2323145"/>
              <a:gd name="connsiteX253" fmla="*/ 938600 w 11269336"/>
              <a:gd name="connsiteY253" fmla="*/ 2238113 h 2323145"/>
              <a:gd name="connsiteX254" fmla="*/ 791788 w 11269336"/>
              <a:gd name="connsiteY254" fmla="*/ 2293224 h 2323145"/>
              <a:gd name="connsiteX255" fmla="*/ 706914 w 11269336"/>
              <a:gd name="connsiteY255" fmla="*/ 2305046 h 2323145"/>
              <a:gd name="connsiteX256" fmla="*/ 675971 w 11269336"/>
              <a:gd name="connsiteY256" fmla="*/ 2304030 h 2323145"/>
              <a:gd name="connsiteX257" fmla="*/ 624180 w 11269336"/>
              <a:gd name="connsiteY257" fmla="*/ 2302650 h 2323145"/>
              <a:gd name="connsiteX258" fmla="*/ 583453 w 11269336"/>
              <a:gd name="connsiteY258" fmla="*/ 2288788 h 2323145"/>
              <a:gd name="connsiteX259" fmla="*/ 540946 w 11269336"/>
              <a:gd name="connsiteY259" fmla="*/ 2292721 h 2323145"/>
              <a:gd name="connsiteX260" fmla="*/ 533680 w 11269336"/>
              <a:gd name="connsiteY260" fmla="*/ 2310233 h 2323145"/>
              <a:gd name="connsiteX261" fmla="*/ 487366 w 11269336"/>
              <a:gd name="connsiteY261" fmla="*/ 2309053 h 2323145"/>
              <a:gd name="connsiteX262" fmla="*/ 416820 w 11269336"/>
              <a:gd name="connsiteY262" fmla="*/ 2305443 h 2323145"/>
              <a:gd name="connsiteX263" fmla="*/ 376805 w 11269336"/>
              <a:gd name="connsiteY263" fmla="*/ 2307647 h 2323145"/>
              <a:gd name="connsiteX264" fmla="*/ 266777 w 11269336"/>
              <a:gd name="connsiteY264" fmla="*/ 2309012 h 2323145"/>
              <a:gd name="connsiteX265" fmla="*/ 156013 w 11269336"/>
              <a:gd name="connsiteY265" fmla="*/ 2306832 h 2323145"/>
              <a:gd name="connsiteX266" fmla="*/ 87258 w 11269336"/>
              <a:gd name="connsiteY266" fmla="*/ 2285511 h 2323145"/>
              <a:gd name="connsiteX267" fmla="*/ 23798 w 11269336"/>
              <a:gd name="connsiteY267" fmla="*/ 2281822 h 2323145"/>
              <a:gd name="connsiteX268" fmla="*/ 0 w 11269336"/>
              <a:gd name="connsiteY268" fmla="*/ 2285369 h 2323145"/>
              <a:gd name="connsiteX269" fmla="*/ 0 w 11269336"/>
              <a:gd name="connsiteY26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197391 w 11269336"/>
              <a:gd name="connsiteY54" fmla="*/ 1107746 h 2323145"/>
              <a:gd name="connsiteX55" fmla="*/ 8081474 w 11269336"/>
              <a:gd name="connsiteY55" fmla="*/ 1130125 h 2323145"/>
              <a:gd name="connsiteX56" fmla="*/ 8053585 w 11269336"/>
              <a:gd name="connsiteY56" fmla="*/ 1129169 h 2323145"/>
              <a:gd name="connsiteX57" fmla="*/ 8038422 w 11269336"/>
              <a:gd name="connsiteY57" fmla="*/ 1119092 h 2323145"/>
              <a:gd name="connsiteX58" fmla="*/ 8029450 w 11269336"/>
              <a:gd name="connsiteY58" fmla="*/ 1125592 h 2323145"/>
              <a:gd name="connsiteX59" fmla="*/ 7959552 w 11269336"/>
              <a:gd name="connsiteY59" fmla="*/ 1140188 h 2323145"/>
              <a:gd name="connsiteX60" fmla="*/ 7914188 w 11269336"/>
              <a:gd name="connsiteY60" fmla="*/ 1150862 h 2323145"/>
              <a:gd name="connsiteX61" fmla="*/ 7914918 w 11269336"/>
              <a:gd name="connsiteY61" fmla="*/ 1168758 h 2323145"/>
              <a:gd name="connsiteX62" fmla="*/ 7875510 w 11269336"/>
              <a:gd name="connsiteY62" fmla="*/ 1183153 h 2323145"/>
              <a:gd name="connsiteX63" fmla="*/ 7829932 w 11269336"/>
              <a:gd name="connsiteY63" fmla="*/ 1180782 h 2323145"/>
              <a:gd name="connsiteX64" fmla="*/ 7779182 w 11269336"/>
              <a:gd name="connsiteY64" fmla="*/ 1192665 h 2323145"/>
              <a:gd name="connsiteX65" fmla="*/ 7748774 w 11269336"/>
              <a:gd name="connsiteY65" fmla="*/ 1199586 h 2323145"/>
              <a:gd name="connsiteX66" fmla="*/ 7671846 w 11269336"/>
              <a:gd name="connsiteY66" fmla="*/ 1231966 h 2323145"/>
              <a:gd name="connsiteX67" fmla="*/ 7554146 w 11269336"/>
              <a:gd name="connsiteY67" fmla="*/ 1319748 h 2323145"/>
              <a:gd name="connsiteX68" fmla="*/ 7515052 w 11269336"/>
              <a:gd name="connsiteY68" fmla="*/ 1336718 h 2323145"/>
              <a:gd name="connsiteX69" fmla="*/ 7507193 w 11269336"/>
              <a:gd name="connsiteY69" fmla="*/ 1334617 h 2323145"/>
              <a:gd name="connsiteX70" fmla="*/ 7461694 w 11269336"/>
              <a:gd name="connsiteY70" fmla="*/ 1375866 h 2323145"/>
              <a:gd name="connsiteX71" fmla="*/ 7377571 w 11269336"/>
              <a:gd name="connsiteY71" fmla="*/ 1400128 h 2323145"/>
              <a:gd name="connsiteX72" fmla="*/ 7311261 w 11269336"/>
              <a:gd name="connsiteY72" fmla="*/ 1412652 h 2323145"/>
              <a:gd name="connsiteX73" fmla="*/ 7275307 w 11269336"/>
              <a:gd name="connsiteY73" fmla="*/ 1422171 h 2323145"/>
              <a:gd name="connsiteX74" fmla="*/ 7247783 w 11269336"/>
              <a:gd name="connsiteY74" fmla="*/ 1426330 h 2323145"/>
              <a:gd name="connsiteX75" fmla="*/ 7185047 w 11269336"/>
              <a:gd name="connsiteY75" fmla="*/ 1451812 h 2323145"/>
              <a:gd name="connsiteX76" fmla="*/ 7084117 w 11269336"/>
              <a:gd name="connsiteY76" fmla="*/ 1500281 h 2323145"/>
              <a:gd name="connsiteX77" fmla="*/ 7062011 w 11269336"/>
              <a:gd name="connsiteY77" fmla="*/ 1509183 h 2323145"/>
              <a:gd name="connsiteX78" fmla="*/ 7040555 w 11269336"/>
              <a:gd name="connsiteY78" fmla="*/ 1511207 h 2323145"/>
              <a:gd name="connsiteX79" fmla="*/ 7033438 w 11269336"/>
              <a:gd name="connsiteY79" fmla="*/ 1506772 h 2323145"/>
              <a:gd name="connsiteX80" fmla="*/ 7020886 w 11269336"/>
              <a:gd name="connsiteY80" fmla="*/ 1510764 h 2323145"/>
              <a:gd name="connsiteX81" fmla="*/ 7017033 w 11269336"/>
              <a:gd name="connsiteY81" fmla="*/ 1510650 h 2323145"/>
              <a:gd name="connsiteX82" fmla="*/ 6995460 w 11269336"/>
              <a:gd name="connsiteY82" fmla="*/ 1511173 h 2323145"/>
              <a:gd name="connsiteX83" fmla="*/ 6962144 w 11269336"/>
              <a:gd name="connsiteY83" fmla="*/ 1541508 h 2323145"/>
              <a:gd name="connsiteX84" fmla="*/ 6910674 w 11269336"/>
              <a:gd name="connsiteY84" fmla="*/ 1554793 h 2323145"/>
              <a:gd name="connsiteX85" fmla="*/ 6732152 w 11269336"/>
              <a:gd name="connsiteY85" fmla="*/ 1642538 h 2323145"/>
              <a:gd name="connsiteX86" fmla="*/ 6694106 w 11269336"/>
              <a:gd name="connsiteY86" fmla="*/ 1632377 h 2323145"/>
              <a:gd name="connsiteX87" fmla="*/ 6617223 w 11269336"/>
              <a:gd name="connsiteY87" fmla="*/ 1659889 h 2323145"/>
              <a:gd name="connsiteX88" fmla="*/ 6521138 w 11269336"/>
              <a:gd name="connsiteY88" fmla="*/ 1744340 h 2323145"/>
              <a:gd name="connsiteX89" fmla="*/ 6380677 w 11269336"/>
              <a:gd name="connsiteY89" fmla="*/ 1796883 h 2323145"/>
              <a:gd name="connsiteX90" fmla="*/ 6374897 w 11269336"/>
              <a:gd name="connsiteY90" fmla="*/ 1809910 h 2323145"/>
              <a:gd name="connsiteX91" fmla="*/ 6364545 w 11269336"/>
              <a:gd name="connsiteY91" fmla="*/ 1820090 h 2323145"/>
              <a:gd name="connsiteX92" fmla="*/ 6362126 w 11269336"/>
              <a:gd name="connsiteY92" fmla="*/ 1819991 h 2323145"/>
              <a:gd name="connsiteX93" fmla="*/ 6346673 w 11269336"/>
              <a:gd name="connsiteY93" fmla="*/ 1827824 h 2323145"/>
              <a:gd name="connsiteX94" fmla="*/ 6345588 w 11269336"/>
              <a:gd name="connsiteY94" fmla="*/ 1832232 h 2323145"/>
              <a:gd name="connsiteX95" fmla="*/ 6335708 w 11269336"/>
              <a:gd name="connsiteY95" fmla="*/ 1838451 h 2323145"/>
              <a:gd name="connsiteX96" fmla="*/ 6318182 w 11269336"/>
              <a:gd name="connsiteY96" fmla="*/ 1852975 h 2323145"/>
              <a:gd name="connsiteX97" fmla="*/ 6313084 w 11269336"/>
              <a:gd name="connsiteY97" fmla="*/ 1853561 h 2323145"/>
              <a:gd name="connsiteX98" fmla="*/ 6283816 w 11269336"/>
              <a:gd name="connsiteY98" fmla="*/ 1872148 h 2323145"/>
              <a:gd name="connsiteX99" fmla="*/ 6282550 w 11269336"/>
              <a:gd name="connsiteY99" fmla="*/ 1871392 h 2323145"/>
              <a:gd name="connsiteX100" fmla="*/ 6270527 w 11269336"/>
              <a:gd name="connsiteY100" fmla="*/ 1872208 h 2323145"/>
              <a:gd name="connsiteX101" fmla="*/ 6249518 w 11269336"/>
              <a:gd name="connsiteY101" fmla="*/ 1876079 h 2323145"/>
              <a:gd name="connsiteX102" fmla="*/ 6190386 w 11269336"/>
              <a:gd name="connsiteY102" fmla="*/ 1872478 h 2323145"/>
              <a:gd name="connsiteX103" fmla="*/ 6159777 w 11269336"/>
              <a:gd name="connsiteY103" fmla="*/ 1891745 h 2323145"/>
              <a:gd name="connsiteX104" fmla="*/ 6153131 w 11269336"/>
              <a:gd name="connsiteY104" fmla="*/ 1895079 h 2323145"/>
              <a:gd name="connsiteX105" fmla="*/ 6152798 w 11269336"/>
              <a:gd name="connsiteY105" fmla="*/ 1894920 h 2323145"/>
              <a:gd name="connsiteX106" fmla="*/ 6145388 w 11269336"/>
              <a:gd name="connsiteY106" fmla="*/ 1897990 h 2323145"/>
              <a:gd name="connsiteX107" fmla="*/ 6141014 w 11269336"/>
              <a:gd name="connsiteY107" fmla="*/ 1901155 h 2323145"/>
              <a:gd name="connsiteX108" fmla="*/ 6128122 w 11269336"/>
              <a:gd name="connsiteY108" fmla="*/ 1907623 h 2323145"/>
              <a:gd name="connsiteX109" fmla="*/ 6122351 w 11269336"/>
              <a:gd name="connsiteY109" fmla="*/ 1908359 h 2323145"/>
              <a:gd name="connsiteX110" fmla="*/ 6064750 w 11269336"/>
              <a:gd name="connsiteY110" fmla="*/ 1896394 h 2323145"/>
              <a:gd name="connsiteX111" fmla="*/ 5964230 w 11269336"/>
              <a:gd name="connsiteY111" fmla="*/ 1910038 h 2323145"/>
              <a:gd name="connsiteX112" fmla="*/ 5865399 w 11269336"/>
              <a:gd name="connsiteY112" fmla="*/ 1926966 h 2323145"/>
              <a:gd name="connsiteX113" fmla="*/ 5829951 w 11269336"/>
              <a:gd name="connsiteY113" fmla="*/ 1934755 h 2323145"/>
              <a:gd name="connsiteX114" fmla="*/ 5765285 w 11269336"/>
              <a:gd name="connsiteY114" fmla="*/ 1941322 h 2323145"/>
              <a:gd name="connsiteX115" fmla="*/ 5734750 w 11269336"/>
              <a:gd name="connsiteY115" fmla="*/ 1939793 h 2323145"/>
              <a:gd name="connsiteX116" fmla="*/ 5733569 w 11269336"/>
              <a:gd name="connsiteY116" fmla="*/ 1940505 h 2323145"/>
              <a:gd name="connsiteX117" fmla="*/ 5730329 w 11269336"/>
              <a:gd name="connsiteY117" fmla="*/ 1937845 h 2323145"/>
              <a:gd name="connsiteX118" fmla="*/ 5724661 w 11269336"/>
              <a:gd name="connsiteY118" fmla="*/ 1937455 h 2323145"/>
              <a:gd name="connsiteX119" fmla="*/ 5710186 w 11269336"/>
              <a:gd name="connsiteY119" fmla="*/ 1941370 h 2323145"/>
              <a:gd name="connsiteX120" fmla="*/ 5704910 w 11269336"/>
              <a:gd name="connsiteY120" fmla="*/ 1943663 h 2323145"/>
              <a:gd name="connsiteX121" fmla="*/ 5696836 w 11269336"/>
              <a:gd name="connsiteY121" fmla="*/ 1945271 h 2323145"/>
              <a:gd name="connsiteX122" fmla="*/ 5696583 w 11269336"/>
              <a:gd name="connsiteY122" fmla="*/ 1945050 h 2323145"/>
              <a:gd name="connsiteX123" fmla="*/ 5689123 w 11269336"/>
              <a:gd name="connsiteY123" fmla="*/ 1947067 h 2323145"/>
              <a:gd name="connsiteX124" fmla="*/ 5653291 w 11269336"/>
              <a:gd name="connsiteY124" fmla="*/ 1960245 h 2323145"/>
              <a:gd name="connsiteX125" fmla="*/ 5599385 w 11269336"/>
              <a:gd name="connsiteY125" fmla="*/ 1945198 h 2323145"/>
              <a:gd name="connsiteX126" fmla="*/ 5578300 w 11269336"/>
              <a:gd name="connsiteY126" fmla="*/ 1944963 h 2323145"/>
              <a:gd name="connsiteX127" fmla="*/ 5566758 w 11269336"/>
              <a:gd name="connsiteY127" fmla="*/ 1943441 h 2323145"/>
              <a:gd name="connsiteX128" fmla="*/ 5565857 w 11269336"/>
              <a:gd name="connsiteY128" fmla="*/ 1942445 h 2323145"/>
              <a:gd name="connsiteX129" fmla="*/ 5531534 w 11269336"/>
              <a:gd name="connsiteY129" fmla="*/ 1955208 h 2323145"/>
              <a:gd name="connsiteX130" fmla="*/ 5526552 w 11269336"/>
              <a:gd name="connsiteY130" fmla="*/ 1954799 h 2323145"/>
              <a:gd name="connsiteX131" fmla="*/ 5504723 w 11269336"/>
              <a:gd name="connsiteY131" fmla="*/ 1965811 h 2323145"/>
              <a:gd name="connsiteX132" fmla="*/ 5493156 w 11269336"/>
              <a:gd name="connsiteY132" fmla="*/ 1970063 h 2323145"/>
              <a:gd name="connsiteX133" fmla="*/ 5490486 w 11269336"/>
              <a:gd name="connsiteY133" fmla="*/ 1974227 h 2323145"/>
              <a:gd name="connsiteX134" fmla="*/ 5473107 w 11269336"/>
              <a:gd name="connsiteY134" fmla="*/ 1979001 h 2323145"/>
              <a:gd name="connsiteX135" fmla="*/ 5470885 w 11269336"/>
              <a:gd name="connsiteY135" fmla="*/ 1978432 h 2323145"/>
              <a:gd name="connsiteX136" fmla="*/ 5457393 w 11269336"/>
              <a:gd name="connsiteY136" fmla="*/ 1986525 h 2323145"/>
              <a:gd name="connsiteX137" fmla="*/ 5447102 w 11269336"/>
              <a:gd name="connsiteY137" fmla="*/ 1998329 h 2323145"/>
              <a:gd name="connsiteX138" fmla="*/ 5159151 w 11269336"/>
              <a:gd name="connsiteY138" fmla="*/ 2029640 h 2323145"/>
              <a:gd name="connsiteX139" fmla="*/ 5041688 w 11269336"/>
              <a:gd name="connsiteY139" fmla="*/ 2022334 h 2323145"/>
              <a:gd name="connsiteX140" fmla="*/ 4860988 w 11269336"/>
              <a:gd name="connsiteY140" fmla="*/ 2135698 h 2323145"/>
              <a:gd name="connsiteX141" fmla="*/ 4807902 w 11269336"/>
              <a:gd name="connsiteY141" fmla="*/ 2138894 h 2323145"/>
              <a:gd name="connsiteX142" fmla="*/ 4765388 w 11269336"/>
              <a:gd name="connsiteY142" fmla="*/ 2162525 h 2323145"/>
              <a:gd name="connsiteX143" fmla="*/ 4745033 w 11269336"/>
              <a:gd name="connsiteY143" fmla="*/ 2158859 h 2323145"/>
              <a:gd name="connsiteX144" fmla="*/ 4741475 w 11269336"/>
              <a:gd name="connsiteY144" fmla="*/ 2157998 h 2323145"/>
              <a:gd name="connsiteX145" fmla="*/ 4728247 w 11269336"/>
              <a:gd name="connsiteY145" fmla="*/ 2159526 h 2323145"/>
              <a:gd name="connsiteX146" fmla="*/ 4723263 w 11269336"/>
              <a:gd name="connsiteY146" fmla="*/ 2153742 h 2323145"/>
              <a:gd name="connsiteX147" fmla="*/ 4702453 w 11269336"/>
              <a:gd name="connsiteY147" fmla="*/ 2151586 h 2323145"/>
              <a:gd name="connsiteX148" fmla="*/ 4678455 w 11269336"/>
              <a:gd name="connsiteY148" fmla="*/ 2156131 h 2323145"/>
              <a:gd name="connsiteX149" fmla="*/ 4593061 w 11269336"/>
              <a:gd name="connsiteY149" fmla="*/ 2171597 h 2323145"/>
              <a:gd name="connsiteX150" fmla="*/ 4579902 w 11269336"/>
              <a:gd name="connsiteY150" fmla="*/ 2177927 h 2323145"/>
              <a:gd name="connsiteX151" fmla="*/ 4533444 w 11269336"/>
              <a:gd name="connsiteY151" fmla="*/ 2181200 h 2323145"/>
              <a:gd name="connsiteX152" fmla="*/ 4492832 w 11269336"/>
              <a:gd name="connsiteY152" fmla="*/ 2188033 h 2323145"/>
              <a:gd name="connsiteX153" fmla="*/ 4467257 w 11269336"/>
              <a:gd name="connsiteY153" fmla="*/ 2196121 h 2323145"/>
              <a:gd name="connsiteX154" fmla="*/ 4459937 w 11269336"/>
              <a:gd name="connsiteY154" fmla="*/ 2195182 h 2323145"/>
              <a:gd name="connsiteX155" fmla="*/ 4433312 w 11269336"/>
              <a:gd name="connsiteY155" fmla="*/ 2199004 h 2323145"/>
              <a:gd name="connsiteX156" fmla="*/ 4420601 w 11269336"/>
              <a:gd name="connsiteY156" fmla="*/ 2205158 h 2323145"/>
              <a:gd name="connsiteX157" fmla="*/ 4405765 w 11269336"/>
              <a:gd name="connsiteY157" fmla="*/ 2199902 h 2323145"/>
              <a:gd name="connsiteX158" fmla="*/ 4401354 w 11269336"/>
              <a:gd name="connsiteY158" fmla="*/ 2194745 h 2323145"/>
              <a:gd name="connsiteX159" fmla="*/ 4383151 w 11269336"/>
              <a:gd name="connsiteY159" fmla="*/ 2201140 h 2323145"/>
              <a:gd name="connsiteX160" fmla="*/ 4366646 w 11269336"/>
              <a:gd name="connsiteY160" fmla="*/ 2198564 h 2323145"/>
              <a:gd name="connsiteX161" fmla="*/ 4354009 w 11269336"/>
              <a:gd name="connsiteY161" fmla="*/ 2204984 h 2323145"/>
              <a:gd name="connsiteX162" fmla="*/ 4348284 w 11269336"/>
              <a:gd name="connsiteY162" fmla="*/ 2205270 h 2323145"/>
              <a:gd name="connsiteX163" fmla="*/ 4333906 w 11269336"/>
              <a:gd name="connsiteY163" fmla="*/ 2205251 h 2323145"/>
              <a:gd name="connsiteX164" fmla="*/ 4308819 w 11269336"/>
              <a:gd name="connsiteY164" fmla="*/ 2203822 h 2323145"/>
              <a:gd name="connsiteX165" fmla="*/ 4301210 w 11269336"/>
              <a:gd name="connsiteY165" fmla="*/ 2204456 h 2323145"/>
              <a:gd name="connsiteX166" fmla="*/ 4283095 w 11269336"/>
              <a:gd name="connsiteY166" fmla="*/ 2198177 h 2323145"/>
              <a:gd name="connsiteX167" fmla="*/ 4250119 w 11269336"/>
              <a:gd name="connsiteY167" fmla="*/ 2196342 h 2323145"/>
              <a:gd name="connsiteX168" fmla="*/ 4189203 w 11269336"/>
              <a:gd name="connsiteY168" fmla="*/ 2178994 h 2323145"/>
              <a:gd name="connsiteX169" fmla="*/ 4154035 w 11269336"/>
              <a:gd name="connsiteY169" fmla="*/ 2171950 h 2323145"/>
              <a:gd name="connsiteX170" fmla="*/ 4129569 w 11269336"/>
              <a:gd name="connsiteY170" fmla="*/ 2163850 h 2323145"/>
              <a:gd name="connsiteX171" fmla="*/ 4061250 w 11269336"/>
              <a:gd name="connsiteY171" fmla="*/ 2159236 h 2323145"/>
              <a:gd name="connsiteX172" fmla="*/ 3945480 w 11269336"/>
              <a:gd name="connsiteY172" fmla="*/ 2158279 h 2323145"/>
              <a:gd name="connsiteX173" fmla="*/ 3921468 w 11269336"/>
              <a:gd name="connsiteY173" fmla="*/ 2156588 h 2323145"/>
              <a:gd name="connsiteX174" fmla="*/ 3903348 w 11269336"/>
              <a:gd name="connsiteY174" fmla="*/ 2149220 h 2323145"/>
              <a:gd name="connsiteX175" fmla="*/ 3901342 w 11269336"/>
              <a:gd name="connsiteY175" fmla="*/ 2142355 h 2323145"/>
              <a:gd name="connsiteX176" fmla="*/ 3888539 w 11269336"/>
              <a:gd name="connsiteY176" fmla="*/ 2140476 h 2323145"/>
              <a:gd name="connsiteX177" fmla="*/ 3885662 w 11269336"/>
              <a:gd name="connsiteY177" fmla="*/ 2138740 h 2323145"/>
              <a:gd name="connsiteX178" fmla="*/ 3868627 w 11269336"/>
              <a:gd name="connsiteY178" fmla="*/ 2130023 h 2323145"/>
              <a:gd name="connsiteX179" fmla="*/ 3819177 w 11269336"/>
              <a:gd name="connsiteY179" fmla="*/ 2142111 h 2323145"/>
              <a:gd name="connsiteX180" fmla="*/ 3769100 w 11269336"/>
              <a:gd name="connsiteY180" fmla="*/ 2131731 h 2323145"/>
              <a:gd name="connsiteX181" fmla="*/ 3562752 w 11269336"/>
              <a:gd name="connsiteY181" fmla="*/ 2131785 h 2323145"/>
              <a:gd name="connsiteX182" fmla="*/ 3541402 w 11269336"/>
              <a:gd name="connsiteY182" fmla="*/ 2106821 h 2323145"/>
              <a:gd name="connsiteX183" fmla="*/ 3365341 w 11269336"/>
              <a:gd name="connsiteY183" fmla="*/ 2077638 h 2323145"/>
              <a:gd name="connsiteX184" fmla="*/ 3170922 w 11269336"/>
              <a:gd name="connsiteY184" fmla="*/ 2115957 h 2323145"/>
              <a:gd name="connsiteX185" fmla="*/ 3156256 w 11269336"/>
              <a:gd name="connsiteY185" fmla="*/ 2124773 h 2323145"/>
              <a:gd name="connsiteX186" fmla="*/ 3140298 w 11269336"/>
              <a:gd name="connsiteY186" fmla="*/ 2129182 h 2323145"/>
              <a:gd name="connsiteX187" fmla="*/ 3138514 w 11269336"/>
              <a:gd name="connsiteY187" fmla="*/ 2128069 h 2323145"/>
              <a:gd name="connsiteX188" fmla="*/ 3120467 w 11269336"/>
              <a:gd name="connsiteY188" fmla="*/ 2128281 h 2323145"/>
              <a:gd name="connsiteX189" fmla="*/ 3116175 w 11269336"/>
              <a:gd name="connsiteY189" fmla="*/ 2131633 h 2323145"/>
              <a:gd name="connsiteX190" fmla="*/ 3103685 w 11269336"/>
              <a:gd name="connsiteY190" fmla="*/ 2132814 h 2323145"/>
              <a:gd name="connsiteX191" fmla="*/ 3078794 w 11269336"/>
              <a:gd name="connsiteY191" fmla="*/ 2137935 h 2323145"/>
              <a:gd name="connsiteX192" fmla="*/ 3074407 w 11269336"/>
              <a:gd name="connsiteY192" fmla="*/ 2136274 h 2323145"/>
              <a:gd name="connsiteX193" fmla="*/ 3037285 w 11269336"/>
              <a:gd name="connsiteY193" fmla="*/ 2139919 h 2323145"/>
              <a:gd name="connsiteX194" fmla="*/ 3036901 w 11269336"/>
              <a:gd name="connsiteY194" fmla="*/ 2138726 h 2323145"/>
              <a:gd name="connsiteX195" fmla="*/ 3026996 w 11269336"/>
              <a:gd name="connsiteY195" fmla="*/ 2134322 h 2323145"/>
              <a:gd name="connsiteX196" fmla="*/ 3007772 w 11269336"/>
              <a:gd name="connsiteY196" fmla="*/ 2128742 h 2323145"/>
              <a:gd name="connsiteX197" fmla="*/ 2965030 w 11269336"/>
              <a:gd name="connsiteY197" fmla="*/ 2100494 h 2323145"/>
              <a:gd name="connsiteX198" fmla="*/ 2926342 w 11269336"/>
              <a:gd name="connsiteY198" fmla="*/ 2104155 h 2323145"/>
              <a:gd name="connsiteX199" fmla="*/ 2918608 w 11269336"/>
              <a:gd name="connsiteY199" fmla="*/ 2104215 h 2323145"/>
              <a:gd name="connsiteX200" fmla="*/ 2918475 w 11269336"/>
              <a:gd name="connsiteY200" fmla="*/ 2103937 h 2323145"/>
              <a:gd name="connsiteX201" fmla="*/ 2910360 w 11269336"/>
              <a:gd name="connsiteY201" fmla="*/ 2103444 h 2323145"/>
              <a:gd name="connsiteX202" fmla="*/ 2904507 w 11269336"/>
              <a:gd name="connsiteY202" fmla="*/ 2104326 h 2323145"/>
              <a:gd name="connsiteX203" fmla="*/ 2889503 w 11269336"/>
              <a:gd name="connsiteY203" fmla="*/ 2104443 h 2323145"/>
              <a:gd name="connsiteX204" fmla="*/ 2884480 w 11269336"/>
              <a:gd name="connsiteY204" fmla="*/ 2102626 h 2323145"/>
              <a:gd name="connsiteX205" fmla="*/ 2882689 w 11269336"/>
              <a:gd name="connsiteY205" fmla="*/ 2099228 h 2323145"/>
              <a:gd name="connsiteX206" fmla="*/ 2881291 w 11269336"/>
              <a:gd name="connsiteY206" fmla="*/ 2099618 h 2323145"/>
              <a:gd name="connsiteX207" fmla="*/ 2853979 w 11269336"/>
              <a:gd name="connsiteY207" fmla="*/ 2090388 h 2323145"/>
              <a:gd name="connsiteX208" fmla="*/ 2791790 w 11269336"/>
              <a:gd name="connsiteY208" fmla="*/ 2080332 h 2323145"/>
              <a:gd name="connsiteX209" fmla="*/ 2755844 w 11269336"/>
              <a:gd name="connsiteY209" fmla="*/ 2078874 h 2323145"/>
              <a:gd name="connsiteX210" fmla="*/ 2657742 w 11269336"/>
              <a:gd name="connsiteY210" fmla="*/ 2070179 h 2323145"/>
              <a:gd name="connsiteX211" fmla="*/ 2559549 w 11269336"/>
              <a:gd name="connsiteY211" fmla="*/ 2057873 h 2323145"/>
              <a:gd name="connsiteX212" fmla="*/ 2512054 w 11269336"/>
              <a:gd name="connsiteY212" fmla="*/ 2031671 h 2323145"/>
              <a:gd name="connsiteX213" fmla="*/ 2506437 w 11269336"/>
              <a:gd name="connsiteY213" fmla="*/ 2030918 h 2323145"/>
              <a:gd name="connsiteX214" fmla="*/ 2491752 w 11269336"/>
              <a:gd name="connsiteY214" fmla="*/ 2033906 h 2323145"/>
              <a:gd name="connsiteX215" fmla="*/ 2486338 w 11269336"/>
              <a:gd name="connsiteY215" fmla="*/ 2035862 h 2323145"/>
              <a:gd name="connsiteX216" fmla="*/ 2478186 w 11269336"/>
              <a:gd name="connsiteY216" fmla="*/ 2036953 h 2323145"/>
              <a:gd name="connsiteX217" fmla="*/ 2477950 w 11269336"/>
              <a:gd name="connsiteY217" fmla="*/ 2036715 h 2323145"/>
              <a:gd name="connsiteX218" fmla="*/ 2470381 w 11269336"/>
              <a:gd name="connsiteY218" fmla="*/ 2038256 h 2323145"/>
              <a:gd name="connsiteX219" fmla="*/ 2433781 w 11269336"/>
              <a:gd name="connsiteY219" fmla="*/ 2049140 h 2323145"/>
              <a:gd name="connsiteX220" fmla="*/ 2381172 w 11269336"/>
              <a:gd name="connsiteY220" fmla="*/ 2030645 h 2323145"/>
              <a:gd name="connsiteX221" fmla="*/ 2360198 w 11269336"/>
              <a:gd name="connsiteY221" fmla="*/ 2029059 h 2323145"/>
              <a:gd name="connsiteX222" fmla="*/ 2348815 w 11269336"/>
              <a:gd name="connsiteY222" fmla="*/ 2026798 h 2323145"/>
              <a:gd name="connsiteX223" fmla="*/ 2347988 w 11269336"/>
              <a:gd name="connsiteY223" fmla="*/ 2025745 h 2323145"/>
              <a:gd name="connsiteX224" fmla="*/ 2312920 w 11269336"/>
              <a:gd name="connsiteY224" fmla="*/ 2036311 h 2323145"/>
              <a:gd name="connsiteX225" fmla="*/ 2307986 w 11269336"/>
              <a:gd name="connsiteY225" fmla="*/ 2035583 h 2323145"/>
              <a:gd name="connsiteX226" fmla="*/ 2285481 w 11269336"/>
              <a:gd name="connsiteY226" fmla="*/ 2045197 h 2323145"/>
              <a:gd name="connsiteX227" fmla="*/ 2273666 w 11269336"/>
              <a:gd name="connsiteY227" fmla="*/ 2048710 h 2323145"/>
              <a:gd name="connsiteX228" fmla="*/ 2270719 w 11269336"/>
              <a:gd name="connsiteY228" fmla="*/ 2052702 h 2323145"/>
              <a:gd name="connsiteX229" fmla="*/ 2253080 w 11269336"/>
              <a:gd name="connsiteY229" fmla="*/ 2056363 h 2323145"/>
              <a:gd name="connsiteX230" fmla="*/ 2250906 w 11269336"/>
              <a:gd name="connsiteY230" fmla="*/ 2055654 h 2323145"/>
              <a:gd name="connsiteX231" fmla="*/ 2236905 w 11269336"/>
              <a:gd name="connsiteY231" fmla="*/ 2062882 h 2323145"/>
              <a:gd name="connsiteX232" fmla="*/ 2225830 w 11269336"/>
              <a:gd name="connsiteY232" fmla="*/ 2074027 h 2323145"/>
              <a:gd name="connsiteX233" fmla="*/ 2073776 w 11269336"/>
              <a:gd name="connsiteY233" fmla="*/ 2089244 h 2323145"/>
              <a:gd name="connsiteX234" fmla="*/ 1948256 w 11269336"/>
              <a:gd name="connsiteY234" fmla="*/ 2146616 h 2323145"/>
              <a:gd name="connsiteX235" fmla="*/ 1865582 w 11269336"/>
              <a:gd name="connsiteY235" fmla="*/ 2153738 h 2323145"/>
              <a:gd name="connsiteX236" fmla="*/ 1835210 w 11269336"/>
              <a:gd name="connsiteY236" fmla="*/ 2134244 h 2323145"/>
              <a:gd name="connsiteX237" fmla="*/ 1632661 w 11269336"/>
              <a:gd name="connsiteY237" fmla="*/ 2173882 h 2323145"/>
              <a:gd name="connsiteX238" fmla="*/ 1579590 w 11269336"/>
              <a:gd name="connsiteY238" fmla="*/ 2173680 h 2323145"/>
              <a:gd name="connsiteX239" fmla="*/ 1535601 w 11269336"/>
              <a:gd name="connsiteY239" fmla="*/ 2194590 h 2323145"/>
              <a:gd name="connsiteX240" fmla="*/ 1515594 w 11269336"/>
              <a:gd name="connsiteY240" fmla="*/ 2189622 h 2323145"/>
              <a:gd name="connsiteX241" fmla="*/ 1512113 w 11269336"/>
              <a:gd name="connsiteY241" fmla="*/ 2188534 h 2323145"/>
              <a:gd name="connsiteX242" fmla="*/ 1498838 w 11269336"/>
              <a:gd name="connsiteY242" fmla="*/ 2189213 h 2323145"/>
              <a:gd name="connsiteX243" fmla="*/ 1494279 w 11269336"/>
              <a:gd name="connsiteY243" fmla="*/ 2183112 h 2323145"/>
              <a:gd name="connsiteX244" fmla="*/ 1473714 w 11269336"/>
              <a:gd name="connsiteY244" fmla="*/ 2179625 h 2323145"/>
              <a:gd name="connsiteX245" fmla="*/ 1449503 w 11269336"/>
              <a:gd name="connsiteY245" fmla="*/ 2182633 h 2323145"/>
              <a:gd name="connsiteX246" fmla="*/ 1266687 w 11269336"/>
              <a:gd name="connsiteY246" fmla="*/ 2212688 h 2323145"/>
              <a:gd name="connsiteX247" fmla="*/ 1239614 w 11269336"/>
              <a:gd name="connsiteY247" fmla="*/ 2209727 h 2323145"/>
              <a:gd name="connsiteX248" fmla="*/ 1202436 w 11269336"/>
              <a:gd name="connsiteY248" fmla="*/ 2209817 h 2323145"/>
              <a:gd name="connsiteX249" fmla="*/ 1136097 w 11269336"/>
              <a:gd name="connsiteY249" fmla="*/ 2205112 h 2323145"/>
              <a:gd name="connsiteX250" fmla="*/ 988232 w 11269336"/>
              <a:gd name="connsiteY250" fmla="*/ 2235635 h 2323145"/>
              <a:gd name="connsiteX251" fmla="*/ 981959 w 11269336"/>
              <a:gd name="connsiteY251" fmla="*/ 2231607 h 2323145"/>
              <a:gd name="connsiteX252" fmla="*/ 938600 w 11269336"/>
              <a:gd name="connsiteY252" fmla="*/ 2238113 h 2323145"/>
              <a:gd name="connsiteX253" fmla="*/ 791788 w 11269336"/>
              <a:gd name="connsiteY253" fmla="*/ 2293224 h 2323145"/>
              <a:gd name="connsiteX254" fmla="*/ 706914 w 11269336"/>
              <a:gd name="connsiteY254" fmla="*/ 2305046 h 2323145"/>
              <a:gd name="connsiteX255" fmla="*/ 675971 w 11269336"/>
              <a:gd name="connsiteY255" fmla="*/ 2304030 h 2323145"/>
              <a:gd name="connsiteX256" fmla="*/ 624180 w 11269336"/>
              <a:gd name="connsiteY256" fmla="*/ 2302650 h 2323145"/>
              <a:gd name="connsiteX257" fmla="*/ 583453 w 11269336"/>
              <a:gd name="connsiteY257" fmla="*/ 2288788 h 2323145"/>
              <a:gd name="connsiteX258" fmla="*/ 540946 w 11269336"/>
              <a:gd name="connsiteY258" fmla="*/ 2292721 h 2323145"/>
              <a:gd name="connsiteX259" fmla="*/ 533680 w 11269336"/>
              <a:gd name="connsiteY259" fmla="*/ 2310233 h 2323145"/>
              <a:gd name="connsiteX260" fmla="*/ 487366 w 11269336"/>
              <a:gd name="connsiteY260" fmla="*/ 2309053 h 2323145"/>
              <a:gd name="connsiteX261" fmla="*/ 416820 w 11269336"/>
              <a:gd name="connsiteY261" fmla="*/ 2305443 h 2323145"/>
              <a:gd name="connsiteX262" fmla="*/ 376805 w 11269336"/>
              <a:gd name="connsiteY262" fmla="*/ 2307647 h 2323145"/>
              <a:gd name="connsiteX263" fmla="*/ 266777 w 11269336"/>
              <a:gd name="connsiteY263" fmla="*/ 2309012 h 2323145"/>
              <a:gd name="connsiteX264" fmla="*/ 156013 w 11269336"/>
              <a:gd name="connsiteY264" fmla="*/ 2306832 h 2323145"/>
              <a:gd name="connsiteX265" fmla="*/ 87258 w 11269336"/>
              <a:gd name="connsiteY265" fmla="*/ 2285511 h 2323145"/>
              <a:gd name="connsiteX266" fmla="*/ 23798 w 11269336"/>
              <a:gd name="connsiteY266" fmla="*/ 2281822 h 2323145"/>
              <a:gd name="connsiteX267" fmla="*/ 0 w 11269336"/>
              <a:gd name="connsiteY267" fmla="*/ 2285369 h 2323145"/>
              <a:gd name="connsiteX268" fmla="*/ 0 w 11269336"/>
              <a:gd name="connsiteY26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795998 w 11269336"/>
              <a:gd name="connsiteY32" fmla="*/ 863337 h 2323145"/>
              <a:gd name="connsiteX33" fmla="*/ 8776970 w 11269336"/>
              <a:gd name="connsiteY33" fmla="*/ 885177 h 2323145"/>
              <a:gd name="connsiteX34" fmla="*/ 8755719 w 11269336"/>
              <a:gd name="connsiteY34" fmla="*/ 889754 h 2323145"/>
              <a:gd name="connsiteX35" fmla="*/ 8743257 w 11269336"/>
              <a:gd name="connsiteY35" fmla="*/ 904723 h 2323145"/>
              <a:gd name="connsiteX36" fmla="*/ 8721366 w 11269336"/>
              <a:gd name="connsiteY36" fmla="*/ 904711 h 2323145"/>
              <a:gd name="connsiteX37" fmla="*/ 8678353 w 11269336"/>
              <a:gd name="connsiteY37" fmla="*/ 926318 h 2323145"/>
              <a:gd name="connsiteX38" fmla="*/ 8636849 w 11269336"/>
              <a:gd name="connsiteY38" fmla="*/ 937900 h 2323145"/>
              <a:gd name="connsiteX39" fmla="*/ 8620213 w 11269336"/>
              <a:gd name="connsiteY39" fmla="*/ 943068 h 2323145"/>
              <a:gd name="connsiteX40" fmla="*/ 8612581 w 11269336"/>
              <a:gd name="connsiteY40" fmla="*/ 952695 h 2323145"/>
              <a:gd name="connsiteX41" fmla="*/ 8589038 w 11269336"/>
              <a:gd name="connsiteY41" fmla="*/ 963892 h 2323145"/>
              <a:gd name="connsiteX42" fmla="*/ 8579950 w 11269336"/>
              <a:gd name="connsiteY42" fmla="*/ 960899 h 2323145"/>
              <a:gd name="connsiteX43" fmla="*/ 8579319 w 11269336"/>
              <a:gd name="connsiteY43" fmla="*/ 965630 h 2323145"/>
              <a:gd name="connsiteX44" fmla="*/ 8547429 w 11269336"/>
              <a:gd name="connsiteY44" fmla="*/ 984506 h 2323145"/>
              <a:gd name="connsiteX45" fmla="*/ 8478704 w 11269336"/>
              <a:gd name="connsiteY45" fmla="*/ 1025490 h 2323145"/>
              <a:gd name="connsiteX46" fmla="*/ 8461421 w 11269336"/>
              <a:gd name="connsiteY46" fmla="*/ 1035512 h 2323145"/>
              <a:gd name="connsiteX47" fmla="*/ 8445003 w 11269336"/>
              <a:gd name="connsiteY47" fmla="*/ 1036851 h 2323145"/>
              <a:gd name="connsiteX48" fmla="*/ 8357350 w 11269336"/>
              <a:gd name="connsiteY48" fmla="*/ 1060213 h 2323145"/>
              <a:gd name="connsiteX49" fmla="*/ 8335565 w 11269336"/>
              <a:gd name="connsiteY49" fmla="*/ 1061151 h 2323145"/>
              <a:gd name="connsiteX50" fmla="*/ 8325267 w 11269336"/>
              <a:gd name="connsiteY50" fmla="*/ 1055919 h 2323145"/>
              <a:gd name="connsiteX51" fmla="*/ 8293586 w 11269336"/>
              <a:gd name="connsiteY51" fmla="*/ 1076144 h 2323145"/>
              <a:gd name="connsiteX52" fmla="*/ 8242405 w 11269336"/>
              <a:gd name="connsiteY52" fmla="*/ 1095960 h 2323145"/>
              <a:gd name="connsiteX53" fmla="*/ 8197391 w 11269336"/>
              <a:gd name="connsiteY53" fmla="*/ 1107746 h 2323145"/>
              <a:gd name="connsiteX54" fmla="*/ 8081474 w 11269336"/>
              <a:gd name="connsiteY54" fmla="*/ 1130125 h 2323145"/>
              <a:gd name="connsiteX55" fmla="*/ 8053585 w 11269336"/>
              <a:gd name="connsiteY55" fmla="*/ 1129169 h 2323145"/>
              <a:gd name="connsiteX56" fmla="*/ 8038422 w 11269336"/>
              <a:gd name="connsiteY56" fmla="*/ 1119092 h 2323145"/>
              <a:gd name="connsiteX57" fmla="*/ 8029450 w 11269336"/>
              <a:gd name="connsiteY57" fmla="*/ 1125592 h 2323145"/>
              <a:gd name="connsiteX58" fmla="*/ 7959552 w 11269336"/>
              <a:gd name="connsiteY58" fmla="*/ 1140188 h 2323145"/>
              <a:gd name="connsiteX59" fmla="*/ 7914188 w 11269336"/>
              <a:gd name="connsiteY59" fmla="*/ 1150862 h 2323145"/>
              <a:gd name="connsiteX60" fmla="*/ 7914918 w 11269336"/>
              <a:gd name="connsiteY60" fmla="*/ 1168758 h 2323145"/>
              <a:gd name="connsiteX61" fmla="*/ 7875510 w 11269336"/>
              <a:gd name="connsiteY61" fmla="*/ 1183153 h 2323145"/>
              <a:gd name="connsiteX62" fmla="*/ 7829932 w 11269336"/>
              <a:gd name="connsiteY62" fmla="*/ 1180782 h 2323145"/>
              <a:gd name="connsiteX63" fmla="*/ 7779182 w 11269336"/>
              <a:gd name="connsiteY63" fmla="*/ 1192665 h 2323145"/>
              <a:gd name="connsiteX64" fmla="*/ 7748774 w 11269336"/>
              <a:gd name="connsiteY64" fmla="*/ 1199586 h 2323145"/>
              <a:gd name="connsiteX65" fmla="*/ 7671846 w 11269336"/>
              <a:gd name="connsiteY65" fmla="*/ 1231966 h 2323145"/>
              <a:gd name="connsiteX66" fmla="*/ 7554146 w 11269336"/>
              <a:gd name="connsiteY66" fmla="*/ 1319748 h 2323145"/>
              <a:gd name="connsiteX67" fmla="*/ 7515052 w 11269336"/>
              <a:gd name="connsiteY67" fmla="*/ 1336718 h 2323145"/>
              <a:gd name="connsiteX68" fmla="*/ 7507193 w 11269336"/>
              <a:gd name="connsiteY68" fmla="*/ 1334617 h 2323145"/>
              <a:gd name="connsiteX69" fmla="*/ 7461694 w 11269336"/>
              <a:gd name="connsiteY69" fmla="*/ 1375866 h 2323145"/>
              <a:gd name="connsiteX70" fmla="*/ 7377571 w 11269336"/>
              <a:gd name="connsiteY70" fmla="*/ 1400128 h 2323145"/>
              <a:gd name="connsiteX71" fmla="*/ 7311261 w 11269336"/>
              <a:gd name="connsiteY71" fmla="*/ 1412652 h 2323145"/>
              <a:gd name="connsiteX72" fmla="*/ 7275307 w 11269336"/>
              <a:gd name="connsiteY72" fmla="*/ 1422171 h 2323145"/>
              <a:gd name="connsiteX73" fmla="*/ 7247783 w 11269336"/>
              <a:gd name="connsiteY73" fmla="*/ 1426330 h 2323145"/>
              <a:gd name="connsiteX74" fmla="*/ 7185047 w 11269336"/>
              <a:gd name="connsiteY74" fmla="*/ 1451812 h 2323145"/>
              <a:gd name="connsiteX75" fmla="*/ 7084117 w 11269336"/>
              <a:gd name="connsiteY75" fmla="*/ 1500281 h 2323145"/>
              <a:gd name="connsiteX76" fmla="*/ 7062011 w 11269336"/>
              <a:gd name="connsiteY76" fmla="*/ 1509183 h 2323145"/>
              <a:gd name="connsiteX77" fmla="*/ 7040555 w 11269336"/>
              <a:gd name="connsiteY77" fmla="*/ 1511207 h 2323145"/>
              <a:gd name="connsiteX78" fmla="*/ 7033438 w 11269336"/>
              <a:gd name="connsiteY78" fmla="*/ 1506772 h 2323145"/>
              <a:gd name="connsiteX79" fmla="*/ 7020886 w 11269336"/>
              <a:gd name="connsiteY79" fmla="*/ 1510764 h 2323145"/>
              <a:gd name="connsiteX80" fmla="*/ 7017033 w 11269336"/>
              <a:gd name="connsiteY80" fmla="*/ 1510650 h 2323145"/>
              <a:gd name="connsiteX81" fmla="*/ 6995460 w 11269336"/>
              <a:gd name="connsiteY81" fmla="*/ 1511173 h 2323145"/>
              <a:gd name="connsiteX82" fmla="*/ 6962144 w 11269336"/>
              <a:gd name="connsiteY82" fmla="*/ 1541508 h 2323145"/>
              <a:gd name="connsiteX83" fmla="*/ 6910674 w 11269336"/>
              <a:gd name="connsiteY83" fmla="*/ 1554793 h 2323145"/>
              <a:gd name="connsiteX84" fmla="*/ 6732152 w 11269336"/>
              <a:gd name="connsiteY84" fmla="*/ 1642538 h 2323145"/>
              <a:gd name="connsiteX85" fmla="*/ 6694106 w 11269336"/>
              <a:gd name="connsiteY85" fmla="*/ 1632377 h 2323145"/>
              <a:gd name="connsiteX86" fmla="*/ 6617223 w 11269336"/>
              <a:gd name="connsiteY86" fmla="*/ 1659889 h 2323145"/>
              <a:gd name="connsiteX87" fmla="*/ 6521138 w 11269336"/>
              <a:gd name="connsiteY87" fmla="*/ 1744340 h 2323145"/>
              <a:gd name="connsiteX88" fmla="*/ 6380677 w 11269336"/>
              <a:gd name="connsiteY88" fmla="*/ 1796883 h 2323145"/>
              <a:gd name="connsiteX89" fmla="*/ 6374897 w 11269336"/>
              <a:gd name="connsiteY89" fmla="*/ 1809910 h 2323145"/>
              <a:gd name="connsiteX90" fmla="*/ 6364545 w 11269336"/>
              <a:gd name="connsiteY90" fmla="*/ 1820090 h 2323145"/>
              <a:gd name="connsiteX91" fmla="*/ 6362126 w 11269336"/>
              <a:gd name="connsiteY91" fmla="*/ 1819991 h 2323145"/>
              <a:gd name="connsiteX92" fmla="*/ 6346673 w 11269336"/>
              <a:gd name="connsiteY92" fmla="*/ 1827824 h 2323145"/>
              <a:gd name="connsiteX93" fmla="*/ 6345588 w 11269336"/>
              <a:gd name="connsiteY93" fmla="*/ 1832232 h 2323145"/>
              <a:gd name="connsiteX94" fmla="*/ 6335708 w 11269336"/>
              <a:gd name="connsiteY94" fmla="*/ 1838451 h 2323145"/>
              <a:gd name="connsiteX95" fmla="*/ 6318182 w 11269336"/>
              <a:gd name="connsiteY95" fmla="*/ 1852975 h 2323145"/>
              <a:gd name="connsiteX96" fmla="*/ 6313084 w 11269336"/>
              <a:gd name="connsiteY96" fmla="*/ 1853561 h 2323145"/>
              <a:gd name="connsiteX97" fmla="*/ 6283816 w 11269336"/>
              <a:gd name="connsiteY97" fmla="*/ 1872148 h 2323145"/>
              <a:gd name="connsiteX98" fmla="*/ 6282550 w 11269336"/>
              <a:gd name="connsiteY98" fmla="*/ 1871392 h 2323145"/>
              <a:gd name="connsiteX99" fmla="*/ 6270527 w 11269336"/>
              <a:gd name="connsiteY99" fmla="*/ 1872208 h 2323145"/>
              <a:gd name="connsiteX100" fmla="*/ 6249518 w 11269336"/>
              <a:gd name="connsiteY100" fmla="*/ 1876079 h 2323145"/>
              <a:gd name="connsiteX101" fmla="*/ 6190386 w 11269336"/>
              <a:gd name="connsiteY101" fmla="*/ 1872478 h 2323145"/>
              <a:gd name="connsiteX102" fmla="*/ 6159777 w 11269336"/>
              <a:gd name="connsiteY102" fmla="*/ 1891745 h 2323145"/>
              <a:gd name="connsiteX103" fmla="*/ 6153131 w 11269336"/>
              <a:gd name="connsiteY103" fmla="*/ 1895079 h 2323145"/>
              <a:gd name="connsiteX104" fmla="*/ 6152798 w 11269336"/>
              <a:gd name="connsiteY104" fmla="*/ 1894920 h 2323145"/>
              <a:gd name="connsiteX105" fmla="*/ 6145388 w 11269336"/>
              <a:gd name="connsiteY105" fmla="*/ 1897990 h 2323145"/>
              <a:gd name="connsiteX106" fmla="*/ 6141014 w 11269336"/>
              <a:gd name="connsiteY106" fmla="*/ 1901155 h 2323145"/>
              <a:gd name="connsiteX107" fmla="*/ 6128122 w 11269336"/>
              <a:gd name="connsiteY107" fmla="*/ 1907623 h 2323145"/>
              <a:gd name="connsiteX108" fmla="*/ 6122351 w 11269336"/>
              <a:gd name="connsiteY108" fmla="*/ 1908359 h 2323145"/>
              <a:gd name="connsiteX109" fmla="*/ 6064750 w 11269336"/>
              <a:gd name="connsiteY109" fmla="*/ 1896394 h 2323145"/>
              <a:gd name="connsiteX110" fmla="*/ 5964230 w 11269336"/>
              <a:gd name="connsiteY110" fmla="*/ 1910038 h 2323145"/>
              <a:gd name="connsiteX111" fmla="*/ 5865399 w 11269336"/>
              <a:gd name="connsiteY111" fmla="*/ 1926966 h 2323145"/>
              <a:gd name="connsiteX112" fmla="*/ 5829951 w 11269336"/>
              <a:gd name="connsiteY112" fmla="*/ 1934755 h 2323145"/>
              <a:gd name="connsiteX113" fmla="*/ 5765285 w 11269336"/>
              <a:gd name="connsiteY113" fmla="*/ 1941322 h 2323145"/>
              <a:gd name="connsiteX114" fmla="*/ 5734750 w 11269336"/>
              <a:gd name="connsiteY114" fmla="*/ 1939793 h 2323145"/>
              <a:gd name="connsiteX115" fmla="*/ 5733569 w 11269336"/>
              <a:gd name="connsiteY115" fmla="*/ 1940505 h 2323145"/>
              <a:gd name="connsiteX116" fmla="*/ 5730329 w 11269336"/>
              <a:gd name="connsiteY116" fmla="*/ 1937845 h 2323145"/>
              <a:gd name="connsiteX117" fmla="*/ 5724661 w 11269336"/>
              <a:gd name="connsiteY117" fmla="*/ 1937455 h 2323145"/>
              <a:gd name="connsiteX118" fmla="*/ 5710186 w 11269336"/>
              <a:gd name="connsiteY118" fmla="*/ 1941370 h 2323145"/>
              <a:gd name="connsiteX119" fmla="*/ 5704910 w 11269336"/>
              <a:gd name="connsiteY119" fmla="*/ 1943663 h 2323145"/>
              <a:gd name="connsiteX120" fmla="*/ 5696836 w 11269336"/>
              <a:gd name="connsiteY120" fmla="*/ 1945271 h 2323145"/>
              <a:gd name="connsiteX121" fmla="*/ 5696583 w 11269336"/>
              <a:gd name="connsiteY121" fmla="*/ 1945050 h 2323145"/>
              <a:gd name="connsiteX122" fmla="*/ 5689123 w 11269336"/>
              <a:gd name="connsiteY122" fmla="*/ 1947067 h 2323145"/>
              <a:gd name="connsiteX123" fmla="*/ 5653291 w 11269336"/>
              <a:gd name="connsiteY123" fmla="*/ 1960245 h 2323145"/>
              <a:gd name="connsiteX124" fmla="*/ 5599385 w 11269336"/>
              <a:gd name="connsiteY124" fmla="*/ 1945198 h 2323145"/>
              <a:gd name="connsiteX125" fmla="*/ 5578300 w 11269336"/>
              <a:gd name="connsiteY125" fmla="*/ 1944963 h 2323145"/>
              <a:gd name="connsiteX126" fmla="*/ 5566758 w 11269336"/>
              <a:gd name="connsiteY126" fmla="*/ 1943441 h 2323145"/>
              <a:gd name="connsiteX127" fmla="*/ 5565857 w 11269336"/>
              <a:gd name="connsiteY127" fmla="*/ 1942445 h 2323145"/>
              <a:gd name="connsiteX128" fmla="*/ 5531534 w 11269336"/>
              <a:gd name="connsiteY128" fmla="*/ 1955208 h 2323145"/>
              <a:gd name="connsiteX129" fmla="*/ 5526552 w 11269336"/>
              <a:gd name="connsiteY129" fmla="*/ 1954799 h 2323145"/>
              <a:gd name="connsiteX130" fmla="*/ 5504723 w 11269336"/>
              <a:gd name="connsiteY130" fmla="*/ 1965811 h 2323145"/>
              <a:gd name="connsiteX131" fmla="*/ 5493156 w 11269336"/>
              <a:gd name="connsiteY131" fmla="*/ 1970063 h 2323145"/>
              <a:gd name="connsiteX132" fmla="*/ 5490486 w 11269336"/>
              <a:gd name="connsiteY132" fmla="*/ 1974227 h 2323145"/>
              <a:gd name="connsiteX133" fmla="*/ 5473107 w 11269336"/>
              <a:gd name="connsiteY133" fmla="*/ 1979001 h 2323145"/>
              <a:gd name="connsiteX134" fmla="*/ 5470885 w 11269336"/>
              <a:gd name="connsiteY134" fmla="*/ 1978432 h 2323145"/>
              <a:gd name="connsiteX135" fmla="*/ 5457393 w 11269336"/>
              <a:gd name="connsiteY135" fmla="*/ 1986525 h 2323145"/>
              <a:gd name="connsiteX136" fmla="*/ 5447102 w 11269336"/>
              <a:gd name="connsiteY136" fmla="*/ 1998329 h 2323145"/>
              <a:gd name="connsiteX137" fmla="*/ 5159151 w 11269336"/>
              <a:gd name="connsiteY137" fmla="*/ 2029640 h 2323145"/>
              <a:gd name="connsiteX138" fmla="*/ 5041688 w 11269336"/>
              <a:gd name="connsiteY138" fmla="*/ 2022334 h 2323145"/>
              <a:gd name="connsiteX139" fmla="*/ 4860988 w 11269336"/>
              <a:gd name="connsiteY139" fmla="*/ 2135698 h 2323145"/>
              <a:gd name="connsiteX140" fmla="*/ 4807902 w 11269336"/>
              <a:gd name="connsiteY140" fmla="*/ 2138894 h 2323145"/>
              <a:gd name="connsiteX141" fmla="*/ 4765388 w 11269336"/>
              <a:gd name="connsiteY141" fmla="*/ 2162525 h 2323145"/>
              <a:gd name="connsiteX142" fmla="*/ 4745033 w 11269336"/>
              <a:gd name="connsiteY142" fmla="*/ 2158859 h 2323145"/>
              <a:gd name="connsiteX143" fmla="*/ 4741475 w 11269336"/>
              <a:gd name="connsiteY143" fmla="*/ 2157998 h 2323145"/>
              <a:gd name="connsiteX144" fmla="*/ 4728247 w 11269336"/>
              <a:gd name="connsiteY144" fmla="*/ 2159526 h 2323145"/>
              <a:gd name="connsiteX145" fmla="*/ 4723263 w 11269336"/>
              <a:gd name="connsiteY145" fmla="*/ 2153742 h 2323145"/>
              <a:gd name="connsiteX146" fmla="*/ 4702453 w 11269336"/>
              <a:gd name="connsiteY146" fmla="*/ 2151586 h 2323145"/>
              <a:gd name="connsiteX147" fmla="*/ 4678455 w 11269336"/>
              <a:gd name="connsiteY147" fmla="*/ 2156131 h 2323145"/>
              <a:gd name="connsiteX148" fmla="*/ 4593061 w 11269336"/>
              <a:gd name="connsiteY148" fmla="*/ 2171597 h 2323145"/>
              <a:gd name="connsiteX149" fmla="*/ 4579902 w 11269336"/>
              <a:gd name="connsiteY149" fmla="*/ 2177927 h 2323145"/>
              <a:gd name="connsiteX150" fmla="*/ 4533444 w 11269336"/>
              <a:gd name="connsiteY150" fmla="*/ 2181200 h 2323145"/>
              <a:gd name="connsiteX151" fmla="*/ 4492832 w 11269336"/>
              <a:gd name="connsiteY151" fmla="*/ 2188033 h 2323145"/>
              <a:gd name="connsiteX152" fmla="*/ 4467257 w 11269336"/>
              <a:gd name="connsiteY152" fmla="*/ 2196121 h 2323145"/>
              <a:gd name="connsiteX153" fmla="*/ 4459937 w 11269336"/>
              <a:gd name="connsiteY153" fmla="*/ 2195182 h 2323145"/>
              <a:gd name="connsiteX154" fmla="*/ 4433312 w 11269336"/>
              <a:gd name="connsiteY154" fmla="*/ 2199004 h 2323145"/>
              <a:gd name="connsiteX155" fmla="*/ 4420601 w 11269336"/>
              <a:gd name="connsiteY155" fmla="*/ 2205158 h 2323145"/>
              <a:gd name="connsiteX156" fmla="*/ 4405765 w 11269336"/>
              <a:gd name="connsiteY156" fmla="*/ 2199902 h 2323145"/>
              <a:gd name="connsiteX157" fmla="*/ 4401354 w 11269336"/>
              <a:gd name="connsiteY157" fmla="*/ 2194745 h 2323145"/>
              <a:gd name="connsiteX158" fmla="*/ 4383151 w 11269336"/>
              <a:gd name="connsiteY158" fmla="*/ 2201140 h 2323145"/>
              <a:gd name="connsiteX159" fmla="*/ 4366646 w 11269336"/>
              <a:gd name="connsiteY159" fmla="*/ 2198564 h 2323145"/>
              <a:gd name="connsiteX160" fmla="*/ 4354009 w 11269336"/>
              <a:gd name="connsiteY160" fmla="*/ 2204984 h 2323145"/>
              <a:gd name="connsiteX161" fmla="*/ 4348284 w 11269336"/>
              <a:gd name="connsiteY161" fmla="*/ 2205270 h 2323145"/>
              <a:gd name="connsiteX162" fmla="*/ 4333906 w 11269336"/>
              <a:gd name="connsiteY162" fmla="*/ 2205251 h 2323145"/>
              <a:gd name="connsiteX163" fmla="*/ 4308819 w 11269336"/>
              <a:gd name="connsiteY163" fmla="*/ 2203822 h 2323145"/>
              <a:gd name="connsiteX164" fmla="*/ 4301210 w 11269336"/>
              <a:gd name="connsiteY164" fmla="*/ 2204456 h 2323145"/>
              <a:gd name="connsiteX165" fmla="*/ 4283095 w 11269336"/>
              <a:gd name="connsiteY165" fmla="*/ 2198177 h 2323145"/>
              <a:gd name="connsiteX166" fmla="*/ 4250119 w 11269336"/>
              <a:gd name="connsiteY166" fmla="*/ 2196342 h 2323145"/>
              <a:gd name="connsiteX167" fmla="*/ 4189203 w 11269336"/>
              <a:gd name="connsiteY167" fmla="*/ 2178994 h 2323145"/>
              <a:gd name="connsiteX168" fmla="*/ 4154035 w 11269336"/>
              <a:gd name="connsiteY168" fmla="*/ 2171950 h 2323145"/>
              <a:gd name="connsiteX169" fmla="*/ 4129569 w 11269336"/>
              <a:gd name="connsiteY169" fmla="*/ 2163850 h 2323145"/>
              <a:gd name="connsiteX170" fmla="*/ 4061250 w 11269336"/>
              <a:gd name="connsiteY170" fmla="*/ 2159236 h 2323145"/>
              <a:gd name="connsiteX171" fmla="*/ 3945480 w 11269336"/>
              <a:gd name="connsiteY171" fmla="*/ 2158279 h 2323145"/>
              <a:gd name="connsiteX172" fmla="*/ 3921468 w 11269336"/>
              <a:gd name="connsiteY172" fmla="*/ 2156588 h 2323145"/>
              <a:gd name="connsiteX173" fmla="*/ 3903348 w 11269336"/>
              <a:gd name="connsiteY173" fmla="*/ 2149220 h 2323145"/>
              <a:gd name="connsiteX174" fmla="*/ 3901342 w 11269336"/>
              <a:gd name="connsiteY174" fmla="*/ 2142355 h 2323145"/>
              <a:gd name="connsiteX175" fmla="*/ 3888539 w 11269336"/>
              <a:gd name="connsiteY175" fmla="*/ 2140476 h 2323145"/>
              <a:gd name="connsiteX176" fmla="*/ 3885662 w 11269336"/>
              <a:gd name="connsiteY176" fmla="*/ 2138740 h 2323145"/>
              <a:gd name="connsiteX177" fmla="*/ 3868627 w 11269336"/>
              <a:gd name="connsiteY177" fmla="*/ 2130023 h 2323145"/>
              <a:gd name="connsiteX178" fmla="*/ 3819177 w 11269336"/>
              <a:gd name="connsiteY178" fmla="*/ 2142111 h 2323145"/>
              <a:gd name="connsiteX179" fmla="*/ 3769100 w 11269336"/>
              <a:gd name="connsiteY179" fmla="*/ 2131731 h 2323145"/>
              <a:gd name="connsiteX180" fmla="*/ 3562752 w 11269336"/>
              <a:gd name="connsiteY180" fmla="*/ 2131785 h 2323145"/>
              <a:gd name="connsiteX181" fmla="*/ 3541402 w 11269336"/>
              <a:gd name="connsiteY181" fmla="*/ 2106821 h 2323145"/>
              <a:gd name="connsiteX182" fmla="*/ 3365341 w 11269336"/>
              <a:gd name="connsiteY182" fmla="*/ 2077638 h 2323145"/>
              <a:gd name="connsiteX183" fmla="*/ 3170922 w 11269336"/>
              <a:gd name="connsiteY183" fmla="*/ 2115957 h 2323145"/>
              <a:gd name="connsiteX184" fmla="*/ 3156256 w 11269336"/>
              <a:gd name="connsiteY184" fmla="*/ 2124773 h 2323145"/>
              <a:gd name="connsiteX185" fmla="*/ 3140298 w 11269336"/>
              <a:gd name="connsiteY185" fmla="*/ 2129182 h 2323145"/>
              <a:gd name="connsiteX186" fmla="*/ 3138514 w 11269336"/>
              <a:gd name="connsiteY186" fmla="*/ 2128069 h 2323145"/>
              <a:gd name="connsiteX187" fmla="*/ 3120467 w 11269336"/>
              <a:gd name="connsiteY187" fmla="*/ 2128281 h 2323145"/>
              <a:gd name="connsiteX188" fmla="*/ 3116175 w 11269336"/>
              <a:gd name="connsiteY188" fmla="*/ 2131633 h 2323145"/>
              <a:gd name="connsiteX189" fmla="*/ 3103685 w 11269336"/>
              <a:gd name="connsiteY189" fmla="*/ 2132814 h 2323145"/>
              <a:gd name="connsiteX190" fmla="*/ 3078794 w 11269336"/>
              <a:gd name="connsiteY190" fmla="*/ 2137935 h 2323145"/>
              <a:gd name="connsiteX191" fmla="*/ 3074407 w 11269336"/>
              <a:gd name="connsiteY191" fmla="*/ 2136274 h 2323145"/>
              <a:gd name="connsiteX192" fmla="*/ 3037285 w 11269336"/>
              <a:gd name="connsiteY192" fmla="*/ 2139919 h 2323145"/>
              <a:gd name="connsiteX193" fmla="*/ 3036901 w 11269336"/>
              <a:gd name="connsiteY193" fmla="*/ 2138726 h 2323145"/>
              <a:gd name="connsiteX194" fmla="*/ 3026996 w 11269336"/>
              <a:gd name="connsiteY194" fmla="*/ 2134322 h 2323145"/>
              <a:gd name="connsiteX195" fmla="*/ 3007772 w 11269336"/>
              <a:gd name="connsiteY195" fmla="*/ 2128742 h 2323145"/>
              <a:gd name="connsiteX196" fmla="*/ 2965030 w 11269336"/>
              <a:gd name="connsiteY196" fmla="*/ 2100494 h 2323145"/>
              <a:gd name="connsiteX197" fmla="*/ 2926342 w 11269336"/>
              <a:gd name="connsiteY197" fmla="*/ 2104155 h 2323145"/>
              <a:gd name="connsiteX198" fmla="*/ 2918608 w 11269336"/>
              <a:gd name="connsiteY198" fmla="*/ 2104215 h 2323145"/>
              <a:gd name="connsiteX199" fmla="*/ 2918475 w 11269336"/>
              <a:gd name="connsiteY199" fmla="*/ 2103937 h 2323145"/>
              <a:gd name="connsiteX200" fmla="*/ 2910360 w 11269336"/>
              <a:gd name="connsiteY200" fmla="*/ 2103444 h 2323145"/>
              <a:gd name="connsiteX201" fmla="*/ 2904507 w 11269336"/>
              <a:gd name="connsiteY201" fmla="*/ 2104326 h 2323145"/>
              <a:gd name="connsiteX202" fmla="*/ 2889503 w 11269336"/>
              <a:gd name="connsiteY202" fmla="*/ 2104443 h 2323145"/>
              <a:gd name="connsiteX203" fmla="*/ 2884480 w 11269336"/>
              <a:gd name="connsiteY203" fmla="*/ 2102626 h 2323145"/>
              <a:gd name="connsiteX204" fmla="*/ 2882689 w 11269336"/>
              <a:gd name="connsiteY204" fmla="*/ 2099228 h 2323145"/>
              <a:gd name="connsiteX205" fmla="*/ 2881291 w 11269336"/>
              <a:gd name="connsiteY205" fmla="*/ 2099618 h 2323145"/>
              <a:gd name="connsiteX206" fmla="*/ 2853979 w 11269336"/>
              <a:gd name="connsiteY206" fmla="*/ 2090388 h 2323145"/>
              <a:gd name="connsiteX207" fmla="*/ 2791790 w 11269336"/>
              <a:gd name="connsiteY207" fmla="*/ 2080332 h 2323145"/>
              <a:gd name="connsiteX208" fmla="*/ 2755844 w 11269336"/>
              <a:gd name="connsiteY208" fmla="*/ 2078874 h 2323145"/>
              <a:gd name="connsiteX209" fmla="*/ 2657742 w 11269336"/>
              <a:gd name="connsiteY209" fmla="*/ 2070179 h 2323145"/>
              <a:gd name="connsiteX210" fmla="*/ 2559549 w 11269336"/>
              <a:gd name="connsiteY210" fmla="*/ 2057873 h 2323145"/>
              <a:gd name="connsiteX211" fmla="*/ 2512054 w 11269336"/>
              <a:gd name="connsiteY211" fmla="*/ 2031671 h 2323145"/>
              <a:gd name="connsiteX212" fmla="*/ 2506437 w 11269336"/>
              <a:gd name="connsiteY212" fmla="*/ 2030918 h 2323145"/>
              <a:gd name="connsiteX213" fmla="*/ 2491752 w 11269336"/>
              <a:gd name="connsiteY213" fmla="*/ 2033906 h 2323145"/>
              <a:gd name="connsiteX214" fmla="*/ 2486338 w 11269336"/>
              <a:gd name="connsiteY214" fmla="*/ 2035862 h 2323145"/>
              <a:gd name="connsiteX215" fmla="*/ 2478186 w 11269336"/>
              <a:gd name="connsiteY215" fmla="*/ 2036953 h 2323145"/>
              <a:gd name="connsiteX216" fmla="*/ 2477950 w 11269336"/>
              <a:gd name="connsiteY216" fmla="*/ 2036715 h 2323145"/>
              <a:gd name="connsiteX217" fmla="*/ 2470381 w 11269336"/>
              <a:gd name="connsiteY217" fmla="*/ 2038256 h 2323145"/>
              <a:gd name="connsiteX218" fmla="*/ 2433781 w 11269336"/>
              <a:gd name="connsiteY218" fmla="*/ 2049140 h 2323145"/>
              <a:gd name="connsiteX219" fmla="*/ 2381172 w 11269336"/>
              <a:gd name="connsiteY219" fmla="*/ 2030645 h 2323145"/>
              <a:gd name="connsiteX220" fmla="*/ 2360198 w 11269336"/>
              <a:gd name="connsiteY220" fmla="*/ 2029059 h 2323145"/>
              <a:gd name="connsiteX221" fmla="*/ 2348815 w 11269336"/>
              <a:gd name="connsiteY221" fmla="*/ 2026798 h 2323145"/>
              <a:gd name="connsiteX222" fmla="*/ 2347988 w 11269336"/>
              <a:gd name="connsiteY222" fmla="*/ 2025745 h 2323145"/>
              <a:gd name="connsiteX223" fmla="*/ 2312920 w 11269336"/>
              <a:gd name="connsiteY223" fmla="*/ 2036311 h 2323145"/>
              <a:gd name="connsiteX224" fmla="*/ 2307986 w 11269336"/>
              <a:gd name="connsiteY224" fmla="*/ 2035583 h 2323145"/>
              <a:gd name="connsiteX225" fmla="*/ 2285481 w 11269336"/>
              <a:gd name="connsiteY225" fmla="*/ 2045197 h 2323145"/>
              <a:gd name="connsiteX226" fmla="*/ 2273666 w 11269336"/>
              <a:gd name="connsiteY226" fmla="*/ 2048710 h 2323145"/>
              <a:gd name="connsiteX227" fmla="*/ 2270719 w 11269336"/>
              <a:gd name="connsiteY227" fmla="*/ 2052702 h 2323145"/>
              <a:gd name="connsiteX228" fmla="*/ 2253080 w 11269336"/>
              <a:gd name="connsiteY228" fmla="*/ 2056363 h 2323145"/>
              <a:gd name="connsiteX229" fmla="*/ 2250906 w 11269336"/>
              <a:gd name="connsiteY229" fmla="*/ 2055654 h 2323145"/>
              <a:gd name="connsiteX230" fmla="*/ 2236905 w 11269336"/>
              <a:gd name="connsiteY230" fmla="*/ 2062882 h 2323145"/>
              <a:gd name="connsiteX231" fmla="*/ 2225830 w 11269336"/>
              <a:gd name="connsiteY231" fmla="*/ 2074027 h 2323145"/>
              <a:gd name="connsiteX232" fmla="*/ 2073776 w 11269336"/>
              <a:gd name="connsiteY232" fmla="*/ 2089244 h 2323145"/>
              <a:gd name="connsiteX233" fmla="*/ 1948256 w 11269336"/>
              <a:gd name="connsiteY233" fmla="*/ 2146616 h 2323145"/>
              <a:gd name="connsiteX234" fmla="*/ 1865582 w 11269336"/>
              <a:gd name="connsiteY234" fmla="*/ 2153738 h 2323145"/>
              <a:gd name="connsiteX235" fmla="*/ 1835210 w 11269336"/>
              <a:gd name="connsiteY235" fmla="*/ 2134244 h 2323145"/>
              <a:gd name="connsiteX236" fmla="*/ 1632661 w 11269336"/>
              <a:gd name="connsiteY236" fmla="*/ 2173882 h 2323145"/>
              <a:gd name="connsiteX237" fmla="*/ 1579590 w 11269336"/>
              <a:gd name="connsiteY237" fmla="*/ 2173680 h 2323145"/>
              <a:gd name="connsiteX238" fmla="*/ 1535601 w 11269336"/>
              <a:gd name="connsiteY238" fmla="*/ 2194590 h 2323145"/>
              <a:gd name="connsiteX239" fmla="*/ 1515594 w 11269336"/>
              <a:gd name="connsiteY239" fmla="*/ 2189622 h 2323145"/>
              <a:gd name="connsiteX240" fmla="*/ 1512113 w 11269336"/>
              <a:gd name="connsiteY240" fmla="*/ 2188534 h 2323145"/>
              <a:gd name="connsiteX241" fmla="*/ 1498838 w 11269336"/>
              <a:gd name="connsiteY241" fmla="*/ 2189213 h 2323145"/>
              <a:gd name="connsiteX242" fmla="*/ 1494279 w 11269336"/>
              <a:gd name="connsiteY242" fmla="*/ 2183112 h 2323145"/>
              <a:gd name="connsiteX243" fmla="*/ 1473714 w 11269336"/>
              <a:gd name="connsiteY243" fmla="*/ 2179625 h 2323145"/>
              <a:gd name="connsiteX244" fmla="*/ 1449503 w 11269336"/>
              <a:gd name="connsiteY244" fmla="*/ 2182633 h 2323145"/>
              <a:gd name="connsiteX245" fmla="*/ 1266687 w 11269336"/>
              <a:gd name="connsiteY245" fmla="*/ 2212688 h 2323145"/>
              <a:gd name="connsiteX246" fmla="*/ 1239614 w 11269336"/>
              <a:gd name="connsiteY246" fmla="*/ 2209727 h 2323145"/>
              <a:gd name="connsiteX247" fmla="*/ 1202436 w 11269336"/>
              <a:gd name="connsiteY247" fmla="*/ 2209817 h 2323145"/>
              <a:gd name="connsiteX248" fmla="*/ 1136097 w 11269336"/>
              <a:gd name="connsiteY248" fmla="*/ 2205112 h 2323145"/>
              <a:gd name="connsiteX249" fmla="*/ 988232 w 11269336"/>
              <a:gd name="connsiteY249" fmla="*/ 2235635 h 2323145"/>
              <a:gd name="connsiteX250" fmla="*/ 981959 w 11269336"/>
              <a:gd name="connsiteY250" fmla="*/ 2231607 h 2323145"/>
              <a:gd name="connsiteX251" fmla="*/ 938600 w 11269336"/>
              <a:gd name="connsiteY251" fmla="*/ 2238113 h 2323145"/>
              <a:gd name="connsiteX252" fmla="*/ 791788 w 11269336"/>
              <a:gd name="connsiteY252" fmla="*/ 2293224 h 2323145"/>
              <a:gd name="connsiteX253" fmla="*/ 706914 w 11269336"/>
              <a:gd name="connsiteY253" fmla="*/ 2305046 h 2323145"/>
              <a:gd name="connsiteX254" fmla="*/ 675971 w 11269336"/>
              <a:gd name="connsiteY254" fmla="*/ 2304030 h 2323145"/>
              <a:gd name="connsiteX255" fmla="*/ 624180 w 11269336"/>
              <a:gd name="connsiteY255" fmla="*/ 2302650 h 2323145"/>
              <a:gd name="connsiteX256" fmla="*/ 583453 w 11269336"/>
              <a:gd name="connsiteY256" fmla="*/ 2288788 h 2323145"/>
              <a:gd name="connsiteX257" fmla="*/ 540946 w 11269336"/>
              <a:gd name="connsiteY257" fmla="*/ 2292721 h 2323145"/>
              <a:gd name="connsiteX258" fmla="*/ 533680 w 11269336"/>
              <a:gd name="connsiteY258" fmla="*/ 2310233 h 2323145"/>
              <a:gd name="connsiteX259" fmla="*/ 487366 w 11269336"/>
              <a:gd name="connsiteY259" fmla="*/ 2309053 h 2323145"/>
              <a:gd name="connsiteX260" fmla="*/ 416820 w 11269336"/>
              <a:gd name="connsiteY260" fmla="*/ 2305443 h 2323145"/>
              <a:gd name="connsiteX261" fmla="*/ 376805 w 11269336"/>
              <a:gd name="connsiteY261" fmla="*/ 2307647 h 2323145"/>
              <a:gd name="connsiteX262" fmla="*/ 266777 w 11269336"/>
              <a:gd name="connsiteY262" fmla="*/ 2309012 h 2323145"/>
              <a:gd name="connsiteX263" fmla="*/ 156013 w 11269336"/>
              <a:gd name="connsiteY263" fmla="*/ 2306832 h 2323145"/>
              <a:gd name="connsiteX264" fmla="*/ 87258 w 11269336"/>
              <a:gd name="connsiteY264" fmla="*/ 2285511 h 2323145"/>
              <a:gd name="connsiteX265" fmla="*/ 23798 w 11269336"/>
              <a:gd name="connsiteY265" fmla="*/ 2281822 h 2323145"/>
              <a:gd name="connsiteX266" fmla="*/ 0 w 11269336"/>
              <a:gd name="connsiteY266" fmla="*/ 2285369 h 2323145"/>
              <a:gd name="connsiteX267" fmla="*/ 0 w 11269336"/>
              <a:gd name="connsiteY26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795998 w 11269336"/>
              <a:gd name="connsiteY29" fmla="*/ 863337 h 2323145"/>
              <a:gd name="connsiteX30" fmla="*/ 8776970 w 11269336"/>
              <a:gd name="connsiteY30" fmla="*/ 885177 h 2323145"/>
              <a:gd name="connsiteX31" fmla="*/ 8755719 w 11269336"/>
              <a:gd name="connsiteY31" fmla="*/ 889754 h 2323145"/>
              <a:gd name="connsiteX32" fmla="*/ 8743257 w 11269336"/>
              <a:gd name="connsiteY32" fmla="*/ 904723 h 2323145"/>
              <a:gd name="connsiteX33" fmla="*/ 8721366 w 11269336"/>
              <a:gd name="connsiteY33" fmla="*/ 904711 h 2323145"/>
              <a:gd name="connsiteX34" fmla="*/ 8678353 w 11269336"/>
              <a:gd name="connsiteY34" fmla="*/ 926318 h 2323145"/>
              <a:gd name="connsiteX35" fmla="*/ 8636849 w 11269336"/>
              <a:gd name="connsiteY35" fmla="*/ 937900 h 2323145"/>
              <a:gd name="connsiteX36" fmla="*/ 8620213 w 11269336"/>
              <a:gd name="connsiteY36" fmla="*/ 943068 h 2323145"/>
              <a:gd name="connsiteX37" fmla="*/ 8612581 w 11269336"/>
              <a:gd name="connsiteY37" fmla="*/ 952695 h 2323145"/>
              <a:gd name="connsiteX38" fmla="*/ 8589038 w 11269336"/>
              <a:gd name="connsiteY38" fmla="*/ 963892 h 2323145"/>
              <a:gd name="connsiteX39" fmla="*/ 8579950 w 11269336"/>
              <a:gd name="connsiteY39" fmla="*/ 960899 h 2323145"/>
              <a:gd name="connsiteX40" fmla="*/ 8579319 w 11269336"/>
              <a:gd name="connsiteY40" fmla="*/ 965630 h 2323145"/>
              <a:gd name="connsiteX41" fmla="*/ 8547429 w 11269336"/>
              <a:gd name="connsiteY41" fmla="*/ 984506 h 2323145"/>
              <a:gd name="connsiteX42" fmla="*/ 8478704 w 11269336"/>
              <a:gd name="connsiteY42" fmla="*/ 1025490 h 2323145"/>
              <a:gd name="connsiteX43" fmla="*/ 8461421 w 11269336"/>
              <a:gd name="connsiteY43" fmla="*/ 1035512 h 2323145"/>
              <a:gd name="connsiteX44" fmla="*/ 8445003 w 11269336"/>
              <a:gd name="connsiteY44" fmla="*/ 1036851 h 2323145"/>
              <a:gd name="connsiteX45" fmla="*/ 8357350 w 11269336"/>
              <a:gd name="connsiteY45" fmla="*/ 1060213 h 2323145"/>
              <a:gd name="connsiteX46" fmla="*/ 8335565 w 11269336"/>
              <a:gd name="connsiteY46" fmla="*/ 1061151 h 2323145"/>
              <a:gd name="connsiteX47" fmla="*/ 8325267 w 11269336"/>
              <a:gd name="connsiteY47" fmla="*/ 1055919 h 2323145"/>
              <a:gd name="connsiteX48" fmla="*/ 8293586 w 11269336"/>
              <a:gd name="connsiteY48" fmla="*/ 1076144 h 2323145"/>
              <a:gd name="connsiteX49" fmla="*/ 8242405 w 11269336"/>
              <a:gd name="connsiteY49" fmla="*/ 1095960 h 2323145"/>
              <a:gd name="connsiteX50" fmla="*/ 8197391 w 11269336"/>
              <a:gd name="connsiteY50" fmla="*/ 1107746 h 2323145"/>
              <a:gd name="connsiteX51" fmla="*/ 8081474 w 11269336"/>
              <a:gd name="connsiteY51" fmla="*/ 1130125 h 2323145"/>
              <a:gd name="connsiteX52" fmla="*/ 8053585 w 11269336"/>
              <a:gd name="connsiteY52" fmla="*/ 1129169 h 2323145"/>
              <a:gd name="connsiteX53" fmla="*/ 8038422 w 11269336"/>
              <a:gd name="connsiteY53" fmla="*/ 1119092 h 2323145"/>
              <a:gd name="connsiteX54" fmla="*/ 8029450 w 11269336"/>
              <a:gd name="connsiteY54" fmla="*/ 1125592 h 2323145"/>
              <a:gd name="connsiteX55" fmla="*/ 7959552 w 11269336"/>
              <a:gd name="connsiteY55" fmla="*/ 1140188 h 2323145"/>
              <a:gd name="connsiteX56" fmla="*/ 7914188 w 11269336"/>
              <a:gd name="connsiteY56" fmla="*/ 1150862 h 2323145"/>
              <a:gd name="connsiteX57" fmla="*/ 7914918 w 11269336"/>
              <a:gd name="connsiteY57" fmla="*/ 1168758 h 2323145"/>
              <a:gd name="connsiteX58" fmla="*/ 7875510 w 11269336"/>
              <a:gd name="connsiteY58" fmla="*/ 1183153 h 2323145"/>
              <a:gd name="connsiteX59" fmla="*/ 7829932 w 11269336"/>
              <a:gd name="connsiteY59" fmla="*/ 1180782 h 2323145"/>
              <a:gd name="connsiteX60" fmla="*/ 7779182 w 11269336"/>
              <a:gd name="connsiteY60" fmla="*/ 1192665 h 2323145"/>
              <a:gd name="connsiteX61" fmla="*/ 7748774 w 11269336"/>
              <a:gd name="connsiteY61" fmla="*/ 1199586 h 2323145"/>
              <a:gd name="connsiteX62" fmla="*/ 7671846 w 11269336"/>
              <a:gd name="connsiteY62" fmla="*/ 1231966 h 2323145"/>
              <a:gd name="connsiteX63" fmla="*/ 7554146 w 11269336"/>
              <a:gd name="connsiteY63" fmla="*/ 1319748 h 2323145"/>
              <a:gd name="connsiteX64" fmla="*/ 7515052 w 11269336"/>
              <a:gd name="connsiteY64" fmla="*/ 1336718 h 2323145"/>
              <a:gd name="connsiteX65" fmla="*/ 7507193 w 11269336"/>
              <a:gd name="connsiteY65" fmla="*/ 1334617 h 2323145"/>
              <a:gd name="connsiteX66" fmla="*/ 7461694 w 11269336"/>
              <a:gd name="connsiteY66" fmla="*/ 1375866 h 2323145"/>
              <a:gd name="connsiteX67" fmla="*/ 7377571 w 11269336"/>
              <a:gd name="connsiteY67" fmla="*/ 1400128 h 2323145"/>
              <a:gd name="connsiteX68" fmla="*/ 7311261 w 11269336"/>
              <a:gd name="connsiteY68" fmla="*/ 1412652 h 2323145"/>
              <a:gd name="connsiteX69" fmla="*/ 7275307 w 11269336"/>
              <a:gd name="connsiteY69" fmla="*/ 1422171 h 2323145"/>
              <a:gd name="connsiteX70" fmla="*/ 7247783 w 11269336"/>
              <a:gd name="connsiteY70" fmla="*/ 1426330 h 2323145"/>
              <a:gd name="connsiteX71" fmla="*/ 7185047 w 11269336"/>
              <a:gd name="connsiteY71" fmla="*/ 1451812 h 2323145"/>
              <a:gd name="connsiteX72" fmla="*/ 7084117 w 11269336"/>
              <a:gd name="connsiteY72" fmla="*/ 1500281 h 2323145"/>
              <a:gd name="connsiteX73" fmla="*/ 7062011 w 11269336"/>
              <a:gd name="connsiteY73" fmla="*/ 1509183 h 2323145"/>
              <a:gd name="connsiteX74" fmla="*/ 7040555 w 11269336"/>
              <a:gd name="connsiteY74" fmla="*/ 1511207 h 2323145"/>
              <a:gd name="connsiteX75" fmla="*/ 7033438 w 11269336"/>
              <a:gd name="connsiteY75" fmla="*/ 1506772 h 2323145"/>
              <a:gd name="connsiteX76" fmla="*/ 7020886 w 11269336"/>
              <a:gd name="connsiteY76" fmla="*/ 1510764 h 2323145"/>
              <a:gd name="connsiteX77" fmla="*/ 7017033 w 11269336"/>
              <a:gd name="connsiteY77" fmla="*/ 1510650 h 2323145"/>
              <a:gd name="connsiteX78" fmla="*/ 6995460 w 11269336"/>
              <a:gd name="connsiteY78" fmla="*/ 1511173 h 2323145"/>
              <a:gd name="connsiteX79" fmla="*/ 6962144 w 11269336"/>
              <a:gd name="connsiteY79" fmla="*/ 1541508 h 2323145"/>
              <a:gd name="connsiteX80" fmla="*/ 6910674 w 11269336"/>
              <a:gd name="connsiteY80" fmla="*/ 1554793 h 2323145"/>
              <a:gd name="connsiteX81" fmla="*/ 6732152 w 11269336"/>
              <a:gd name="connsiteY81" fmla="*/ 1642538 h 2323145"/>
              <a:gd name="connsiteX82" fmla="*/ 6694106 w 11269336"/>
              <a:gd name="connsiteY82" fmla="*/ 1632377 h 2323145"/>
              <a:gd name="connsiteX83" fmla="*/ 6617223 w 11269336"/>
              <a:gd name="connsiteY83" fmla="*/ 1659889 h 2323145"/>
              <a:gd name="connsiteX84" fmla="*/ 6521138 w 11269336"/>
              <a:gd name="connsiteY84" fmla="*/ 1744340 h 2323145"/>
              <a:gd name="connsiteX85" fmla="*/ 6380677 w 11269336"/>
              <a:gd name="connsiteY85" fmla="*/ 1796883 h 2323145"/>
              <a:gd name="connsiteX86" fmla="*/ 6374897 w 11269336"/>
              <a:gd name="connsiteY86" fmla="*/ 1809910 h 2323145"/>
              <a:gd name="connsiteX87" fmla="*/ 6364545 w 11269336"/>
              <a:gd name="connsiteY87" fmla="*/ 1820090 h 2323145"/>
              <a:gd name="connsiteX88" fmla="*/ 6362126 w 11269336"/>
              <a:gd name="connsiteY88" fmla="*/ 1819991 h 2323145"/>
              <a:gd name="connsiteX89" fmla="*/ 6346673 w 11269336"/>
              <a:gd name="connsiteY89" fmla="*/ 1827824 h 2323145"/>
              <a:gd name="connsiteX90" fmla="*/ 6345588 w 11269336"/>
              <a:gd name="connsiteY90" fmla="*/ 1832232 h 2323145"/>
              <a:gd name="connsiteX91" fmla="*/ 6335708 w 11269336"/>
              <a:gd name="connsiteY91" fmla="*/ 1838451 h 2323145"/>
              <a:gd name="connsiteX92" fmla="*/ 6318182 w 11269336"/>
              <a:gd name="connsiteY92" fmla="*/ 1852975 h 2323145"/>
              <a:gd name="connsiteX93" fmla="*/ 6313084 w 11269336"/>
              <a:gd name="connsiteY93" fmla="*/ 1853561 h 2323145"/>
              <a:gd name="connsiteX94" fmla="*/ 6283816 w 11269336"/>
              <a:gd name="connsiteY94" fmla="*/ 1872148 h 2323145"/>
              <a:gd name="connsiteX95" fmla="*/ 6282550 w 11269336"/>
              <a:gd name="connsiteY95" fmla="*/ 1871392 h 2323145"/>
              <a:gd name="connsiteX96" fmla="*/ 6270527 w 11269336"/>
              <a:gd name="connsiteY96" fmla="*/ 1872208 h 2323145"/>
              <a:gd name="connsiteX97" fmla="*/ 6249518 w 11269336"/>
              <a:gd name="connsiteY97" fmla="*/ 1876079 h 2323145"/>
              <a:gd name="connsiteX98" fmla="*/ 6190386 w 11269336"/>
              <a:gd name="connsiteY98" fmla="*/ 1872478 h 2323145"/>
              <a:gd name="connsiteX99" fmla="*/ 6159777 w 11269336"/>
              <a:gd name="connsiteY99" fmla="*/ 1891745 h 2323145"/>
              <a:gd name="connsiteX100" fmla="*/ 6153131 w 11269336"/>
              <a:gd name="connsiteY100" fmla="*/ 1895079 h 2323145"/>
              <a:gd name="connsiteX101" fmla="*/ 6152798 w 11269336"/>
              <a:gd name="connsiteY101" fmla="*/ 1894920 h 2323145"/>
              <a:gd name="connsiteX102" fmla="*/ 6145388 w 11269336"/>
              <a:gd name="connsiteY102" fmla="*/ 1897990 h 2323145"/>
              <a:gd name="connsiteX103" fmla="*/ 6141014 w 11269336"/>
              <a:gd name="connsiteY103" fmla="*/ 1901155 h 2323145"/>
              <a:gd name="connsiteX104" fmla="*/ 6128122 w 11269336"/>
              <a:gd name="connsiteY104" fmla="*/ 1907623 h 2323145"/>
              <a:gd name="connsiteX105" fmla="*/ 6122351 w 11269336"/>
              <a:gd name="connsiteY105" fmla="*/ 1908359 h 2323145"/>
              <a:gd name="connsiteX106" fmla="*/ 6064750 w 11269336"/>
              <a:gd name="connsiteY106" fmla="*/ 1896394 h 2323145"/>
              <a:gd name="connsiteX107" fmla="*/ 5964230 w 11269336"/>
              <a:gd name="connsiteY107" fmla="*/ 1910038 h 2323145"/>
              <a:gd name="connsiteX108" fmla="*/ 5865399 w 11269336"/>
              <a:gd name="connsiteY108" fmla="*/ 1926966 h 2323145"/>
              <a:gd name="connsiteX109" fmla="*/ 5829951 w 11269336"/>
              <a:gd name="connsiteY109" fmla="*/ 1934755 h 2323145"/>
              <a:gd name="connsiteX110" fmla="*/ 5765285 w 11269336"/>
              <a:gd name="connsiteY110" fmla="*/ 1941322 h 2323145"/>
              <a:gd name="connsiteX111" fmla="*/ 5734750 w 11269336"/>
              <a:gd name="connsiteY111" fmla="*/ 1939793 h 2323145"/>
              <a:gd name="connsiteX112" fmla="*/ 5733569 w 11269336"/>
              <a:gd name="connsiteY112" fmla="*/ 1940505 h 2323145"/>
              <a:gd name="connsiteX113" fmla="*/ 5730329 w 11269336"/>
              <a:gd name="connsiteY113" fmla="*/ 1937845 h 2323145"/>
              <a:gd name="connsiteX114" fmla="*/ 5724661 w 11269336"/>
              <a:gd name="connsiteY114" fmla="*/ 1937455 h 2323145"/>
              <a:gd name="connsiteX115" fmla="*/ 5710186 w 11269336"/>
              <a:gd name="connsiteY115" fmla="*/ 1941370 h 2323145"/>
              <a:gd name="connsiteX116" fmla="*/ 5704910 w 11269336"/>
              <a:gd name="connsiteY116" fmla="*/ 1943663 h 2323145"/>
              <a:gd name="connsiteX117" fmla="*/ 5696836 w 11269336"/>
              <a:gd name="connsiteY117" fmla="*/ 1945271 h 2323145"/>
              <a:gd name="connsiteX118" fmla="*/ 5696583 w 11269336"/>
              <a:gd name="connsiteY118" fmla="*/ 1945050 h 2323145"/>
              <a:gd name="connsiteX119" fmla="*/ 5689123 w 11269336"/>
              <a:gd name="connsiteY119" fmla="*/ 1947067 h 2323145"/>
              <a:gd name="connsiteX120" fmla="*/ 5653291 w 11269336"/>
              <a:gd name="connsiteY120" fmla="*/ 1960245 h 2323145"/>
              <a:gd name="connsiteX121" fmla="*/ 5599385 w 11269336"/>
              <a:gd name="connsiteY121" fmla="*/ 1945198 h 2323145"/>
              <a:gd name="connsiteX122" fmla="*/ 5578300 w 11269336"/>
              <a:gd name="connsiteY122" fmla="*/ 1944963 h 2323145"/>
              <a:gd name="connsiteX123" fmla="*/ 5566758 w 11269336"/>
              <a:gd name="connsiteY123" fmla="*/ 1943441 h 2323145"/>
              <a:gd name="connsiteX124" fmla="*/ 5565857 w 11269336"/>
              <a:gd name="connsiteY124" fmla="*/ 1942445 h 2323145"/>
              <a:gd name="connsiteX125" fmla="*/ 5531534 w 11269336"/>
              <a:gd name="connsiteY125" fmla="*/ 1955208 h 2323145"/>
              <a:gd name="connsiteX126" fmla="*/ 5526552 w 11269336"/>
              <a:gd name="connsiteY126" fmla="*/ 1954799 h 2323145"/>
              <a:gd name="connsiteX127" fmla="*/ 5504723 w 11269336"/>
              <a:gd name="connsiteY127" fmla="*/ 1965811 h 2323145"/>
              <a:gd name="connsiteX128" fmla="*/ 5493156 w 11269336"/>
              <a:gd name="connsiteY128" fmla="*/ 1970063 h 2323145"/>
              <a:gd name="connsiteX129" fmla="*/ 5490486 w 11269336"/>
              <a:gd name="connsiteY129" fmla="*/ 1974227 h 2323145"/>
              <a:gd name="connsiteX130" fmla="*/ 5473107 w 11269336"/>
              <a:gd name="connsiteY130" fmla="*/ 1979001 h 2323145"/>
              <a:gd name="connsiteX131" fmla="*/ 5470885 w 11269336"/>
              <a:gd name="connsiteY131" fmla="*/ 1978432 h 2323145"/>
              <a:gd name="connsiteX132" fmla="*/ 5457393 w 11269336"/>
              <a:gd name="connsiteY132" fmla="*/ 1986525 h 2323145"/>
              <a:gd name="connsiteX133" fmla="*/ 5447102 w 11269336"/>
              <a:gd name="connsiteY133" fmla="*/ 1998329 h 2323145"/>
              <a:gd name="connsiteX134" fmla="*/ 5159151 w 11269336"/>
              <a:gd name="connsiteY134" fmla="*/ 2029640 h 2323145"/>
              <a:gd name="connsiteX135" fmla="*/ 5041688 w 11269336"/>
              <a:gd name="connsiteY135" fmla="*/ 2022334 h 2323145"/>
              <a:gd name="connsiteX136" fmla="*/ 4860988 w 11269336"/>
              <a:gd name="connsiteY136" fmla="*/ 2135698 h 2323145"/>
              <a:gd name="connsiteX137" fmla="*/ 4807902 w 11269336"/>
              <a:gd name="connsiteY137" fmla="*/ 2138894 h 2323145"/>
              <a:gd name="connsiteX138" fmla="*/ 4765388 w 11269336"/>
              <a:gd name="connsiteY138" fmla="*/ 2162525 h 2323145"/>
              <a:gd name="connsiteX139" fmla="*/ 4745033 w 11269336"/>
              <a:gd name="connsiteY139" fmla="*/ 2158859 h 2323145"/>
              <a:gd name="connsiteX140" fmla="*/ 4741475 w 11269336"/>
              <a:gd name="connsiteY140" fmla="*/ 2157998 h 2323145"/>
              <a:gd name="connsiteX141" fmla="*/ 4728247 w 11269336"/>
              <a:gd name="connsiteY141" fmla="*/ 2159526 h 2323145"/>
              <a:gd name="connsiteX142" fmla="*/ 4723263 w 11269336"/>
              <a:gd name="connsiteY142" fmla="*/ 2153742 h 2323145"/>
              <a:gd name="connsiteX143" fmla="*/ 4702453 w 11269336"/>
              <a:gd name="connsiteY143" fmla="*/ 2151586 h 2323145"/>
              <a:gd name="connsiteX144" fmla="*/ 4678455 w 11269336"/>
              <a:gd name="connsiteY144" fmla="*/ 2156131 h 2323145"/>
              <a:gd name="connsiteX145" fmla="*/ 4593061 w 11269336"/>
              <a:gd name="connsiteY145" fmla="*/ 2171597 h 2323145"/>
              <a:gd name="connsiteX146" fmla="*/ 4579902 w 11269336"/>
              <a:gd name="connsiteY146" fmla="*/ 2177927 h 2323145"/>
              <a:gd name="connsiteX147" fmla="*/ 4533444 w 11269336"/>
              <a:gd name="connsiteY147" fmla="*/ 2181200 h 2323145"/>
              <a:gd name="connsiteX148" fmla="*/ 4492832 w 11269336"/>
              <a:gd name="connsiteY148" fmla="*/ 2188033 h 2323145"/>
              <a:gd name="connsiteX149" fmla="*/ 4467257 w 11269336"/>
              <a:gd name="connsiteY149" fmla="*/ 2196121 h 2323145"/>
              <a:gd name="connsiteX150" fmla="*/ 4459937 w 11269336"/>
              <a:gd name="connsiteY150" fmla="*/ 2195182 h 2323145"/>
              <a:gd name="connsiteX151" fmla="*/ 4433312 w 11269336"/>
              <a:gd name="connsiteY151" fmla="*/ 2199004 h 2323145"/>
              <a:gd name="connsiteX152" fmla="*/ 4420601 w 11269336"/>
              <a:gd name="connsiteY152" fmla="*/ 2205158 h 2323145"/>
              <a:gd name="connsiteX153" fmla="*/ 4405765 w 11269336"/>
              <a:gd name="connsiteY153" fmla="*/ 2199902 h 2323145"/>
              <a:gd name="connsiteX154" fmla="*/ 4401354 w 11269336"/>
              <a:gd name="connsiteY154" fmla="*/ 2194745 h 2323145"/>
              <a:gd name="connsiteX155" fmla="*/ 4383151 w 11269336"/>
              <a:gd name="connsiteY155" fmla="*/ 2201140 h 2323145"/>
              <a:gd name="connsiteX156" fmla="*/ 4366646 w 11269336"/>
              <a:gd name="connsiteY156" fmla="*/ 2198564 h 2323145"/>
              <a:gd name="connsiteX157" fmla="*/ 4354009 w 11269336"/>
              <a:gd name="connsiteY157" fmla="*/ 2204984 h 2323145"/>
              <a:gd name="connsiteX158" fmla="*/ 4348284 w 11269336"/>
              <a:gd name="connsiteY158" fmla="*/ 2205270 h 2323145"/>
              <a:gd name="connsiteX159" fmla="*/ 4333906 w 11269336"/>
              <a:gd name="connsiteY159" fmla="*/ 2205251 h 2323145"/>
              <a:gd name="connsiteX160" fmla="*/ 4308819 w 11269336"/>
              <a:gd name="connsiteY160" fmla="*/ 2203822 h 2323145"/>
              <a:gd name="connsiteX161" fmla="*/ 4301210 w 11269336"/>
              <a:gd name="connsiteY161" fmla="*/ 2204456 h 2323145"/>
              <a:gd name="connsiteX162" fmla="*/ 4283095 w 11269336"/>
              <a:gd name="connsiteY162" fmla="*/ 2198177 h 2323145"/>
              <a:gd name="connsiteX163" fmla="*/ 4250119 w 11269336"/>
              <a:gd name="connsiteY163" fmla="*/ 2196342 h 2323145"/>
              <a:gd name="connsiteX164" fmla="*/ 4189203 w 11269336"/>
              <a:gd name="connsiteY164" fmla="*/ 2178994 h 2323145"/>
              <a:gd name="connsiteX165" fmla="*/ 4154035 w 11269336"/>
              <a:gd name="connsiteY165" fmla="*/ 2171950 h 2323145"/>
              <a:gd name="connsiteX166" fmla="*/ 4129569 w 11269336"/>
              <a:gd name="connsiteY166" fmla="*/ 2163850 h 2323145"/>
              <a:gd name="connsiteX167" fmla="*/ 4061250 w 11269336"/>
              <a:gd name="connsiteY167" fmla="*/ 2159236 h 2323145"/>
              <a:gd name="connsiteX168" fmla="*/ 3945480 w 11269336"/>
              <a:gd name="connsiteY168" fmla="*/ 2158279 h 2323145"/>
              <a:gd name="connsiteX169" fmla="*/ 3921468 w 11269336"/>
              <a:gd name="connsiteY169" fmla="*/ 2156588 h 2323145"/>
              <a:gd name="connsiteX170" fmla="*/ 3903348 w 11269336"/>
              <a:gd name="connsiteY170" fmla="*/ 2149220 h 2323145"/>
              <a:gd name="connsiteX171" fmla="*/ 3901342 w 11269336"/>
              <a:gd name="connsiteY171" fmla="*/ 2142355 h 2323145"/>
              <a:gd name="connsiteX172" fmla="*/ 3888539 w 11269336"/>
              <a:gd name="connsiteY172" fmla="*/ 2140476 h 2323145"/>
              <a:gd name="connsiteX173" fmla="*/ 3885662 w 11269336"/>
              <a:gd name="connsiteY173" fmla="*/ 2138740 h 2323145"/>
              <a:gd name="connsiteX174" fmla="*/ 3868627 w 11269336"/>
              <a:gd name="connsiteY174" fmla="*/ 2130023 h 2323145"/>
              <a:gd name="connsiteX175" fmla="*/ 3819177 w 11269336"/>
              <a:gd name="connsiteY175" fmla="*/ 2142111 h 2323145"/>
              <a:gd name="connsiteX176" fmla="*/ 3769100 w 11269336"/>
              <a:gd name="connsiteY176" fmla="*/ 2131731 h 2323145"/>
              <a:gd name="connsiteX177" fmla="*/ 3562752 w 11269336"/>
              <a:gd name="connsiteY177" fmla="*/ 2131785 h 2323145"/>
              <a:gd name="connsiteX178" fmla="*/ 3541402 w 11269336"/>
              <a:gd name="connsiteY178" fmla="*/ 2106821 h 2323145"/>
              <a:gd name="connsiteX179" fmla="*/ 3365341 w 11269336"/>
              <a:gd name="connsiteY179" fmla="*/ 2077638 h 2323145"/>
              <a:gd name="connsiteX180" fmla="*/ 3170922 w 11269336"/>
              <a:gd name="connsiteY180" fmla="*/ 2115957 h 2323145"/>
              <a:gd name="connsiteX181" fmla="*/ 3156256 w 11269336"/>
              <a:gd name="connsiteY181" fmla="*/ 2124773 h 2323145"/>
              <a:gd name="connsiteX182" fmla="*/ 3140298 w 11269336"/>
              <a:gd name="connsiteY182" fmla="*/ 2129182 h 2323145"/>
              <a:gd name="connsiteX183" fmla="*/ 3138514 w 11269336"/>
              <a:gd name="connsiteY183" fmla="*/ 2128069 h 2323145"/>
              <a:gd name="connsiteX184" fmla="*/ 3120467 w 11269336"/>
              <a:gd name="connsiteY184" fmla="*/ 2128281 h 2323145"/>
              <a:gd name="connsiteX185" fmla="*/ 3116175 w 11269336"/>
              <a:gd name="connsiteY185" fmla="*/ 2131633 h 2323145"/>
              <a:gd name="connsiteX186" fmla="*/ 3103685 w 11269336"/>
              <a:gd name="connsiteY186" fmla="*/ 2132814 h 2323145"/>
              <a:gd name="connsiteX187" fmla="*/ 3078794 w 11269336"/>
              <a:gd name="connsiteY187" fmla="*/ 2137935 h 2323145"/>
              <a:gd name="connsiteX188" fmla="*/ 3074407 w 11269336"/>
              <a:gd name="connsiteY188" fmla="*/ 2136274 h 2323145"/>
              <a:gd name="connsiteX189" fmla="*/ 3037285 w 11269336"/>
              <a:gd name="connsiteY189" fmla="*/ 2139919 h 2323145"/>
              <a:gd name="connsiteX190" fmla="*/ 3036901 w 11269336"/>
              <a:gd name="connsiteY190" fmla="*/ 2138726 h 2323145"/>
              <a:gd name="connsiteX191" fmla="*/ 3026996 w 11269336"/>
              <a:gd name="connsiteY191" fmla="*/ 2134322 h 2323145"/>
              <a:gd name="connsiteX192" fmla="*/ 3007772 w 11269336"/>
              <a:gd name="connsiteY192" fmla="*/ 2128742 h 2323145"/>
              <a:gd name="connsiteX193" fmla="*/ 2965030 w 11269336"/>
              <a:gd name="connsiteY193" fmla="*/ 2100494 h 2323145"/>
              <a:gd name="connsiteX194" fmla="*/ 2926342 w 11269336"/>
              <a:gd name="connsiteY194" fmla="*/ 2104155 h 2323145"/>
              <a:gd name="connsiteX195" fmla="*/ 2918608 w 11269336"/>
              <a:gd name="connsiteY195" fmla="*/ 2104215 h 2323145"/>
              <a:gd name="connsiteX196" fmla="*/ 2918475 w 11269336"/>
              <a:gd name="connsiteY196" fmla="*/ 2103937 h 2323145"/>
              <a:gd name="connsiteX197" fmla="*/ 2910360 w 11269336"/>
              <a:gd name="connsiteY197" fmla="*/ 2103444 h 2323145"/>
              <a:gd name="connsiteX198" fmla="*/ 2904507 w 11269336"/>
              <a:gd name="connsiteY198" fmla="*/ 2104326 h 2323145"/>
              <a:gd name="connsiteX199" fmla="*/ 2889503 w 11269336"/>
              <a:gd name="connsiteY199" fmla="*/ 2104443 h 2323145"/>
              <a:gd name="connsiteX200" fmla="*/ 2884480 w 11269336"/>
              <a:gd name="connsiteY200" fmla="*/ 2102626 h 2323145"/>
              <a:gd name="connsiteX201" fmla="*/ 2882689 w 11269336"/>
              <a:gd name="connsiteY201" fmla="*/ 2099228 h 2323145"/>
              <a:gd name="connsiteX202" fmla="*/ 2881291 w 11269336"/>
              <a:gd name="connsiteY202" fmla="*/ 2099618 h 2323145"/>
              <a:gd name="connsiteX203" fmla="*/ 2853979 w 11269336"/>
              <a:gd name="connsiteY203" fmla="*/ 2090388 h 2323145"/>
              <a:gd name="connsiteX204" fmla="*/ 2791790 w 11269336"/>
              <a:gd name="connsiteY204" fmla="*/ 2080332 h 2323145"/>
              <a:gd name="connsiteX205" fmla="*/ 2755844 w 11269336"/>
              <a:gd name="connsiteY205" fmla="*/ 2078874 h 2323145"/>
              <a:gd name="connsiteX206" fmla="*/ 2657742 w 11269336"/>
              <a:gd name="connsiteY206" fmla="*/ 2070179 h 2323145"/>
              <a:gd name="connsiteX207" fmla="*/ 2559549 w 11269336"/>
              <a:gd name="connsiteY207" fmla="*/ 2057873 h 2323145"/>
              <a:gd name="connsiteX208" fmla="*/ 2512054 w 11269336"/>
              <a:gd name="connsiteY208" fmla="*/ 2031671 h 2323145"/>
              <a:gd name="connsiteX209" fmla="*/ 2506437 w 11269336"/>
              <a:gd name="connsiteY209" fmla="*/ 2030918 h 2323145"/>
              <a:gd name="connsiteX210" fmla="*/ 2491752 w 11269336"/>
              <a:gd name="connsiteY210" fmla="*/ 2033906 h 2323145"/>
              <a:gd name="connsiteX211" fmla="*/ 2486338 w 11269336"/>
              <a:gd name="connsiteY211" fmla="*/ 2035862 h 2323145"/>
              <a:gd name="connsiteX212" fmla="*/ 2478186 w 11269336"/>
              <a:gd name="connsiteY212" fmla="*/ 2036953 h 2323145"/>
              <a:gd name="connsiteX213" fmla="*/ 2477950 w 11269336"/>
              <a:gd name="connsiteY213" fmla="*/ 2036715 h 2323145"/>
              <a:gd name="connsiteX214" fmla="*/ 2470381 w 11269336"/>
              <a:gd name="connsiteY214" fmla="*/ 2038256 h 2323145"/>
              <a:gd name="connsiteX215" fmla="*/ 2433781 w 11269336"/>
              <a:gd name="connsiteY215" fmla="*/ 2049140 h 2323145"/>
              <a:gd name="connsiteX216" fmla="*/ 2381172 w 11269336"/>
              <a:gd name="connsiteY216" fmla="*/ 2030645 h 2323145"/>
              <a:gd name="connsiteX217" fmla="*/ 2360198 w 11269336"/>
              <a:gd name="connsiteY217" fmla="*/ 2029059 h 2323145"/>
              <a:gd name="connsiteX218" fmla="*/ 2348815 w 11269336"/>
              <a:gd name="connsiteY218" fmla="*/ 2026798 h 2323145"/>
              <a:gd name="connsiteX219" fmla="*/ 2347988 w 11269336"/>
              <a:gd name="connsiteY219" fmla="*/ 2025745 h 2323145"/>
              <a:gd name="connsiteX220" fmla="*/ 2312920 w 11269336"/>
              <a:gd name="connsiteY220" fmla="*/ 2036311 h 2323145"/>
              <a:gd name="connsiteX221" fmla="*/ 2307986 w 11269336"/>
              <a:gd name="connsiteY221" fmla="*/ 2035583 h 2323145"/>
              <a:gd name="connsiteX222" fmla="*/ 2285481 w 11269336"/>
              <a:gd name="connsiteY222" fmla="*/ 2045197 h 2323145"/>
              <a:gd name="connsiteX223" fmla="*/ 2273666 w 11269336"/>
              <a:gd name="connsiteY223" fmla="*/ 2048710 h 2323145"/>
              <a:gd name="connsiteX224" fmla="*/ 2270719 w 11269336"/>
              <a:gd name="connsiteY224" fmla="*/ 2052702 h 2323145"/>
              <a:gd name="connsiteX225" fmla="*/ 2253080 w 11269336"/>
              <a:gd name="connsiteY225" fmla="*/ 2056363 h 2323145"/>
              <a:gd name="connsiteX226" fmla="*/ 2250906 w 11269336"/>
              <a:gd name="connsiteY226" fmla="*/ 2055654 h 2323145"/>
              <a:gd name="connsiteX227" fmla="*/ 2236905 w 11269336"/>
              <a:gd name="connsiteY227" fmla="*/ 2062882 h 2323145"/>
              <a:gd name="connsiteX228" fmla="*/ 2225830 w 11269336"/>
              <a:gd name="connsiteY228" fmla="*/ 2074027 h 2323145"/>
              <a:gd name="connsiteX229" fmla="*/ 2073776 w 11269336"/>
              <a:gd name="connsiteY229" fmla="*/ 2089244 h 2323145"/>
              <a:gd name="connsiteX230" fmla="*/ 1948256 w 11269336"/>
              <a:gd name="connsiteY230" fmla="*/ 2146616 h 2323145"/>
              <a:gd name="connsiteX231" fmla="*/ 1865582 w 11269336"/>
              <a:gd name="connsiteY231" fmla="*/ 2153738 h 2323145"/>
              <a:gd name="connsiteX232" fmla="*/ 1835210 w 11269336"/>
              <a:gd name="connsiteY232" fmla="*/ 2134244 h 2323145"/>
              <a:gd name="connsiteX233" fmla="*/ 1632661 w 11269336"/>
              <a:gd name="connsiteY233" fmla="*/ 2173882 h 2323145"/>
              <a:gd name="connsiteX234" fmla="*/ 1579590 w 11269336"/>
              <a:gd name="connsiteY234" fmla="*/ 2173680 h 2323145"/>
              <a:gd name="connsiteX235" fmla="*/ 1535601 w 11269336"/>
              <a:gd name="connsiteY235" fmla="*/ 2194590 h 2323145"/>
              <a:gd name="connsiteX236" fmla="*/ 1515594 w 11269336"/>
              <a:gd name="connsiteY236" fmla="*/ 2189622 h 2323145"/>
              <a:gd name="connsiteX237" fmla="*/ 1512113 w 11269336"/>
              <a:gd name="connsiteY237" fmla="*/ 2188534 h 2323145"/>
              <a:gd name="connsiteX238" fmla="*/ 1498838 w 11269336"/>
              <a:gd name="connsiteY238" fmla="*/ 2189213 h 2323145"/>
              <a:gd name="connsiteX239" fmla="*/ 1494279 w 11269336"/>
              <a:gd name="connsiteY239" fmla="*/ 2183112 h 2323145"/>
              <a:gd name="connsiteX240" fmla="*/ 1473714 w 11269336"/>
              <a:gd name="connsiteY240" fmla="*/ 2179625 h 2323145"/>
              <a:gd name="connsiteX241" fmla="*/ 1449503 w 11269336"/>
              <a:gd name="connsiteY241" fmla="*/ 2182633 h 2323145"/>
              <a:gd name="connsiteX242" fmla="*/ 1266687 w 11269336"/>
              <a:gd name="connsiteY242" fmla="*/ 2212688 h 2323145"/>
              <a:gd name="connsiteX243" fmla="*/ 1239614 w 11269336"/>
              <a:gd name="connsiteY243" fmla="*/ 2209727 h 2323145"/>
              <a:gd name="connsiteX244" fmla="*/ 1202436 w 11269336"/>
              <a:gd name="connsiteY244" fmla="*/ 2209817 h 2323145"/>
              <a:gd name="connsiteX245" fmla="*/ 1136097 w 11269336"/>
              <a:gd name="connsiteY245" fmla="*/ 2205112 h 2323145"/>
              <a:gd name="connsiteX246" fmla="*/ 988232 w 11269336"/>
              <a:gd name="connsiteY246" fmla="*/ 2235635 h 2323145"/>
              <a:gd name="connsiteX247" fmla="*/ 981959 w 11269336"/>
              <a:gd name="connsiteY247" fmla="*/ 2231607 h 2323145"/>
              <a:gd name="connsiteX248" fmla="*/ 938600 w 11269336"/>
              <a:gd name="connsiteY248" fmla="*/ 2238113 h 2323145"/>
              <a:gd name="connsiteX249" fmla="*/ 791788 w 11269336"/>
              <a:gd name="connsiteY249" fmla="*/ 2293224 h 2323145"/>
              <a:gd name="connsiteX250" fmla="*/ 706914 w 11269336"/>
              <a:gd name="connsiteY250" fmla="*/ 2305046 h 2323145"/>
              <a:gd name="connsiteX251" fmla="*/ 675971 w 11269336"/>
              <a:gd name="connsiteY251" fmla="*/ 2304030 h 2323145"/>
              <a:gd name="connsiteX252" fmla="*/ 624180 w 11269336"/>
              <a:gd name="connsiteY252" fmla="*/ 2302650 h 2323145"/>
              <a:gd name="connsiteX253" fmla="*/ 583453 w 11269336"/>
              <a:gd name="connsiteY253" fmla="*/ 2288788 h 2323145"/>
              <a:gd name="connsiteX254" fmla="*/ 540946 w 11269336"/>
              <a:gd name="connsiteY254" fmla="*/ 2292721 h 2323145"/>
              <a:gd name="connsiteX255" fmla="*/ 533680 w 11269336"/>
              <a:gd name="connsiteY255" fmla="*/ 2310233 h 2323145"/>
              <a:gd name="connsiteX256" fmla="*/ 487366 w 11269336"/>
              <a:gd name="connsiteY256" fmla="*/ 2309053 h 2323145"/>
              <a:gd name="connsiteX257" fmla="*/ 416820 w 11269336"/>
              <a:gd name="connsiteY257" fmla="*/ 2305443 h 2323145"/>
              <a:gd name="connsiteX258" fmla="*/ 376805 w 11269336"/>
              <a:gd name="connsiteY258" fmla="*/ 2307647 h 2323145"/>
              <a:gd name="connsiteX259" fmla="*/ 266777 w 11269336"/>
              <a:gd name="connsiteY259" fmla="*/ 2309012 h 2323145"/>
              <a:gd name="connsiteX260" fmla="*/ 156013 w 11269336"/>
              <a:gd name="connsiteY260" fmla="*/ 2306832 h 2323145"/>
              <a:gd name="connsiteX261" fmla="*/ 87258 w 11269336"/>
              <a:gd name="connsiteY261" fmla="*/ 2285511 h 2323145"/>
              <a:gd name="connsiteX262" fmla="*/ 23798 w 11269336"/>
              <a:gd name="connsiteY262" fmla="*/ 2281822 h 2323145"/>
              <a:gd name="connsiteX263" fmla="*/ 0 w 11269336"/>
              <a:gd name="connsiteY263" fmla="*/ 2285369 h 2323145"/>
              <a:gd name="connsiteX264" fmla="*/ 0 w 11269336"/>
              <a:gd name="connsiteY26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9062863 w 11269336"/>
              <a:gd name="connsiteY22" fmla="*/ 754656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33444 w 11269336"/>
              <a:gd name="connsiteY144" fmla="*/ 2181200 h 2323145"/>
              <a:gd name="connsiteX145" fmla="*/ 4492832 w 11269336"/>
              <a:gd name="connsiteY145" fmla="*/ 2188033 h 2323145"/>
              <a:gd name="connsiteX146" fmla="*/ 4467257 w 11269336"/>
              <a:gd name="connsiteY146" fmla="*/ 2196121 h 2323145"/>
              <a:gd name="connsiteX147" fmla="*/ 4459937 w 11269336"/>
              <a:gd name="connsiteY147" fmla="*/ 2195182 h 2323145"/>
              <a:gd name="connsiteX148" fmla="*/ 4433312 w 11269336"/>
              <a:gd name="connsiteY148" fmla="*/ 2199004 h 2323145"/>
              <a:gd name="connsiteX149" fmla="*/ 4420601 w 11269336"/>
              <a:gd name="connsiteY149" fmla="*/ 2205158 h 2323145"/>
              <a:gd name="connsiteX150" fmla="*/ 4405765 w 11269336"/>
              <a:gd name="connsiteY150" fmla="*/ 2199902 h 2323145"/>
              <a:gd name="connsiteX151" fmla="*/ 4401354 w 11269336"/>
              <a:gd name="connsiteY151" fmla="*/ 2194745 h 2323145"/>
              <a:gd name="connsiteX152" fmla="*/ 4383151 w 11269336"/>
              <a:gd name="connsiteY152" fmla="*/ 2201140 h 2323145"/>
              <a:gd name="connsiteX153" fmla="*/ 4366646 w 11269336"/>
              <a:gd name="connsiteY153" fmla="*/ 2198564 h 2323145"/>
              <a:gd name="connsiteX154" fmla="*/ 4354009 w 11269336"/>
              <a:gd name="connsiteY154" fmla="*/ 2204984 h 2323145"/>
              <a:gd name="connsiteX155" fmla="*/ 4348284 w 11269336"/>
              <a:gd name="connsiteY155" fmla="*/ 2205270 h 2323145"/>
              <a:gd name="connsiteX156" fmla="*/ 4333906 w 11269336"/>
              <a:gd name="connsiteY156" fmla="*/ 2205251 h 2323145"/>
              <a:gd name="connsiteX157" fmla="*/ 4308819 w 11269336"/>
              <a:gd name="connsiteY157" fmla="*/ 2203822 h 2323145"/>
              <a:gd name="connsiteX158" fmla="*/ 4301210 w 11269336"/>
              <a:gd name="connsiteY158" fmla="*/ 2204456 h 2323145"/>
              <a:gd name="connsiteX159" fmla="*/ 4283095 w 11269336"/>
              <a:gd name="connsiteY159" fmla="*/ 2198177 h 2323145"/>
              <a:gd name="connsiteX160" fmla="*/ 4250119 w 11269336"/>
              <a:gd name="connsiteY160" fmla="*/ 2196342 h 2323145"/>
              <a:gd name="connsiteX161" fmla="*/ 4189203 w 11269336"/>
              <a:gd name="connsiteY161" fmla="*/ 2178994 h 2323145"/>
              <a:gd name="connsiteX162" fmla="*/ 4154035 w 11269336"/>
              <a:gd name="connsiteY162" fmla="*/ 2171950 h 2323145"/>
              <a:gd name="connsiteX163" fmla="*/ 4129569 w 11269336"/>
              <a:gd name="connsiteY163" fmla="*/ 2163850 h 2323145"/>
              <a:gd name="connsiteX164" fmla="*/ 4061250 w 11269336"/>
              <a:gd name="connsiteY164" fmla="*/ 2159236 h 2323145"/>
              <a:gd name="connsiteX165" fmla="*/ 3945480 w 11269336"/>
              <a:gd name="connsiteY165" fmla="*/ 2158279 h 2323145"/>
              <a:gd name="connsiteX166" fmla="*/ 3921468 w 11269336"/>
              <a:gd name="connsiteY166" fmla="*/ 2156588 h 2323145"/>
              <a:gd name="connsiteX167" fmla="*/ 3903348 w 11269336"/>
              <a:gd name="connsiteY167" fmla="*/ 2149220 h 2323145"/>
              <a:gd name="connsiteX168" fmla="*/ 3901342 w 11269336"/>
              <a:gd name="connsiteY168" fmla="*/ 2142355 h 2323145"/>
              <a:gd name="connsiteX169" fmla="*/ 3888539 w 11269336"/>
              <a:gd name="connsiteY169" fmla="*/ 2140476 h 2323145"/>
              <a:gd name="connsiteX170" fmla="*/ 3885662 w 11269336"/>
              <a:gd name="connsiteY170" fmla="*/ 2138740 h 2323145"/>
              <a:gd name="connsiteX171" fmla="*/ 3868627 w 11269336"/>
              <a:gd name="connsiteY171" fmla="*/ 2130023 h 2323145"/>
              <a:gd name="connsiteX172" fmla="*/ 3819177 w 11269336"/>
              <a:gd name="connsiteY172" fmla="*/ 2142111 h 2323145"/>
              <a:gd name="connsiteX173" fmla="*/ 3769100 w 11269336"/>
              <a:gd name="connsiteY173" fmla="*/ 2131731 h 2323145"/>
              <a:gd name="connsiteX174" fmla="*/ 3562752 w 11269336"/>
              <a:gd name="connsiteY174" fmla="*/ 2131785 h 2323145"/>
              <a:gd name="connsiteX175" fmla="*/ 3541402 w 11269336"/>
              <a:gd name="connsiteY175" fmla="*/ 2106821 h 2323145"/>
              <a:gd name="connsiteX176" fmla="*/ 3365341 w 11269336"/>
              <a:gd name="connsiteY176" fmla="*/ 2077638 h 2323145"/>
              <a:gd name="connsiteX177" fmla="*/ 3170922 w 11269336"/>
              <a:gd name="connsiteY177" fmla="*/ 2115957 h 2323145"/>
              <a:gd name="connsiteX178" fmla="*/ 3156256 w 11269336"/>
              <a:gd name="connsiteY178" fmla="*/ 2124773 h 2323145"/>
              <a:gd name="connsiteX179" fmla="*/ 3140298 w 11269336"/>
              <a:gd name="connsiteY179" fmla="*/ 2129182 h 2323145"/>
              <a:gd name="connsiteX180" fmla="*/ 3138514 w 11269336"/>
              <a:gd name="connsiteY180" fmla="*/ 2128069 h 2323145"/>
              <a:gd name="connsiteX181" fmla="*/ 3120467 w 11269336"/>
              <a:gd name="connsiteY181" fmla="*/ 2128281 h 2323145"/>
              <a:gd name="connsiteX182" fmla="*/ 3116175 w 11269336"/>
              <a:gd name="connsiteY182" fmla="*/ 2131633 h 2323145"/>
              <a:gd name="connsiteX183" fmla="*/ 3103685 w 11269336"/>
              <a:gd name="connsiteY183" fmla="*/ 2132814 h 2323145"/>
              <a:gd name="connsiteX184" fmla="*/ 3078794 w 11269336"/>
              <a:gd name="connsiteY184" fmla="*/ 2137935 h 2323145"/>
              <a:gd name="connsiteX185" fmla="*/ 3074407 w 11269336"/>
              <a:gd name="connsiteY185" fmla="*/ 2136274 h 2323145"/>
              <a:gd name="connsiteX186" fmla="*/ 3037285 w 11269336"/>
              <a:gd name="connsiteY186" fmla="*/ 2139919 h 2323145"/>
              <a:gd name="connsiteX187" fmla="*/ 3036901 w 11269336"/>
              <a:gd name="connsiteY187" fmla="*/ 2138726 h 2323145"/>
              <a:gd name="connsiteX188" fmla="*/ 3026996 w 11269336"/>
              <a:gd name="connsiteY188" fmla="*/ 2134322 h 2323145"/>
              <a:gd name="connsiteX189" fmla="*/ 3007772 w 11269336"/>
              <a:gd name="connsiteY189" fmla="*/ 2128742 h 2323145"/>
              <a:gd name="connsiteX190" fmla="*/ 2965030 w 11269336"/>
              <a:gd name="connsiteY190" fmla="*/ 2100494 h 2323145"/>
              <a:gd name="connsiteX191" fmla="*/ 2926342 w 11269336"/>
              <a:gd name="connsiteY191" fmla="*/ 2104155 h 2323145"/>
              <a:gd name="connsiteX192" fmla="*/ 2918608 w 11269336"/>
              <a:gd name="connsiteY192" fmla="*/ 2104215 h 2323145"/>
              <a:gd name="connsiteX193" fmla="*/ 2918475 w 11269336"/>
              <a:gd name="connsiteY193" fmla="*/ 2103937 h 2323145"/>
              <a:gd name="connsiteX194" fmla="*/ 2910360 w 11269336"/>
              <a:gd name="connsiteY194" fmla="*/ 2103444 h 2323145"/>
              <a:gd name="connsiteX195" fmla="*/ 2904507 w 11269336"/>
              <a:gd name="connsiteY195" fmla="*/ 2104326 h 2323145"/>
              <a:gd name="connsiteX196" fmla="*/ 2889503 w 11269336"/>
              <a:gd name="connsiteY196" fmla="*/ 2104443 h 2323145"/>
              <a:gd name="connsiteX197" fmla="*/ 2884480 w 11269336"/>
              <a:gd name="connsiteY197" fmla="*/ 2102626 h 2323145"/>
              <a:gd name="connsiteX198" fmla="*/ 2882689 w 11269336"/>
              <a:gd name="connsiteY198" fmla="*/ 2099228 h 2323145"/>
              <a:gd name="connsiteX199" fmla="*/ 2881291 w 11269336"/>
              <a:gd name="connsiteY199" fmla="*/ 2099618 h 2323145"/>
              <a:gd name="connsiteX200" fmla="*/ 2853979 w 11269336"/>
              <a:gd name="connsiteY200" fmla="*/ 2090388 h 2323145"/>
              <a:gd name="connsiteX201" fmla="*/ 2791790 w 11269336"/>
              <a:gd name="connsiteY201" fmla="*/ 2080332 h 2323145"/>
              <a:gd name="connsiteX202" fmla="*/ 2755844 w 11269336"/>
              <a:gd name="connsiteY202" fmla="*/ 2078874 h 2323145"/>
              <a:gd name="connsiteX203" fmla="*/ 2657742 w 11269336"/>
              <a:gd name="connsiteY203" fmla="*/ 2070179 h 2323145"/>
              <a:gd name="connsiteX204" fmla="*/ 2559549 w 11269336"/>
              <a:gd name="connsiteY204" fmla="*/ 2057873 h 2323145"/>
              <a:gd name="connsiteX205" fmla="*/ 2512054 w 11269336"/>
              <a:gd name="connsiteY205" fmla="*/ 2031671 h 2323145"/>
              <a:gd name="connsiteX206" fmla="*/ 2506437 w 11269336"/>
              <a:gd name="connsiteY206" fmla="*/ 2030918 h 2323145"/>
              <a:gd name="connsiteX207" fmla="*/ 2491752 w 11269336"/>
              <a:gd name="connsiteY207" fmla="*/ 2033906 h 2323145"/>
              <a:gd name="connsiteX208" fmla="*/ 2486338 w 11269336"/>
              <a:gd name="connsiteY208" fmla="*/ 2035862 h 2323145"/>
              <a:gd name="connsiteX209" fmla="*/ 2478186 w 11269336"/>
              <a:gd name="connsiteY209" fmla="*/ 2036953 h 2323145"/>
              <a:gd name="connsiteX210" fmla="*/ 2477950 w 11269336"/>
              <a:gd name="connsiteY210" fmla="*/ 2036715 h 2323145"/>
              <a:gd name="connsiteX211" fmla="*/ 2470381 w 11269336"/>
              <a:gd name="connsiteY211" fmla="*/ 2038256 h 2323145"/>
              <a:gd name="connsiteX212" fmla="*/ 2433781 w 11269336"/>
              <a:gd name="connsiteY212" fmla="*/ 2049140 h 2323145"/>
              <a:gd name="connsiteX213" fmla="*/ 2381172 w 11269336"/>
              <a:gd name="connsiteY213" fmla="*/ 2030645 h 2323145"/>
              <a:gd name="connsiteX214" fmla="*/ 2360198 w 11269336"/>
              <a:gd name="connsiteY214" fmla="*/ 2029059 h 2323145"/>
              <a:gd name="connsiteX215" fmla="*/ 2348815 w 11269336"/>
              <a:gd name="connsiteY215" fmla="*/ 2026798 h 2323145"/>
              <a:gd name="connsiteX216" fmla="*/ 2347988 w 11269336"/>
              <a:gd name="connsiteY216" fmla="*/ 2025745 h 2323145"/>
              <a:gd name="connsiteX217" fmla="*/ 2312920 w 11269336"/>
              <a:gd name="connsiteY217" fmla="*/ 2036311 h 2323145"/>
              <a:gd name="connsiteX218" fmla="*/ 2307986 w 11269336"/>
              <a:gd name="connsiteY218" fmla="*/ 2035583 h 2323145"/>
              <a:gd name="connsiteX219" fmla="*/ 2285481 w 11269336"/>
              <a:gd name="connsiteY219" fmla="*/ 2045197 h 2323145"/>
              <a:gd name="connsiteX220" fmla="*/ 2273666 w 11269336"/>
              <a:gd name="connsiteY220" fmla="*/ 2048710 h 2323145"/>
              <a:gd name="connsiteX221" fmla="*/ 2270719 w 11269336"/>
              <a:gd name="connsiteY221" fmla="*/ 2052702 h 2323145"/>
              <a:gd name="connsiteX222" fmla="*/ 2253080 w 11269336"/>
              <a:gd name="connsiteY222" fmla="*/ 2056363 h 2323145"/>
              <a:gd name="connsiteX223" fmla="*/ 2250906 w 11269336"/>
              <a:gd name="connsiteY223" fmla="*/ 2055654 h 2323145"/>
              <a:gd name="connsiteX224" fmla="*/ 2236905 w 11269336"/>
              <a:gd name="connsiteY224" fmla="*/ 2062882 h 2323145"/>
              <a:gd name="connsiteX225" fmla="*/ 2225830 w 11269336"/>
              <a:gd name="connsiteY225" fmla="*/ 2074027 h 2323145"/>
              <a:gd name="connsiteX226" fmla="*/ 2073776 w 11269336"/>
              <a:gd name="connsiteY226" fmla="*/ 2089244 h 2323145"/>
              <a:gd name="connsiteX227" fmla="*/ 1948256 w 11269336"/>
              <a:gd name="connsiteY227" fmla="*/ 2146616 h 2323145"/>
              <a:gd name="connsiteX228" fmla="*/ 1865582 w 11269336"/>
              <a:gd name="connsiteY228" fmla="*/ 2153738 h 2323145"/>
              <a:gd name="connsiteX229" fmla="*/ 1835210 w 11269336"/>
              <a:gd name="connsiteY229" fmla="*/ 2134244 h 2323145"/>
              <a:gd name="connsiteX230" fmla="*/ 1632661 w 11269336"/>
              <a:gd name="connsiteY230" fmla="*/ 2173882 h 2323145"/>
              <a:gd name="connsiteX231" fmla="*/ 1579590 w 11269336"/>
              <a:gd name="connsiteY231" fmla="*/ 2173680 h 2323145"/>
              <a:gd name="connsiteX232" fmla="*/ 1535601 w 11269336"/>
              <a:gd name="connsiteY232" fmla="*/ 2194590 h 2323145"/>
              <a:gd name="connsiteX233" fmla="*/ 1515594 w 11269336"/>
              <a:gd name="connsiteY233" fmla="*/ 2189622 h 2323145"/>
              <a:gd name="connsiteX234" fmla="*/ 1512113 w 11269336"/>
              <a:gd name="connsiteY234" fmla="*/ 2188534 h 2323145"/>
              <a:gd name="connsiteX235" fmla="*/ 1498838 w 11269336"/>
              <a:gd name="connsiteY235" fmla="*/ 2189213 h 2323145"/>
              <a:gd name="connsiteX236" fmla="*/ 1494279 w 11269336"/>
              <a:gd name="connsiteY236" fmla="*/ 2183112 h 2323145"/>
              <a:gd name="connsiteX237" fmla="*/ 1473714 w 11269336"/>
              <a:gd name="connsiteY237" fmla="*/ 2179625 h 2323145"/>
              <a:gd name="connsiteX238" fmla="*/ 1449503 w 11269336"/>
              <a:gd name="connsiteY238" fmla="*/ 2182633 h 2323145"/>
              <a:gd name="connsiteX239" fmla="*/ 1266687 w 11269336"/>
              <a:gd name="connsiteY239" fmla="*/ 2212688 h 2323145"/>
              <a:gd name="connsiteX240" fmla="*/ 1239614 w 11269336"/>
              <a:gd name="connsiteY240" fmla="*/ 2209727 h 2323145"/>
              <a:gd name="connsiteX241" fmla="*/ 1202436 w 11269336"/>
              <a:gd name="connsiteY241" fmla="*/ 2209817 h 2323145"/>
              <a:gd name="connsiteX242" fmla="*/ 1136097 w 11269336"/>
              <a:gd name="connsiteY242" fmla="*/ 2205112 h 2323145"/>
              <a:gd name="connsiteX243" fmla="*/ 988232 w 11269336"/>
              <a:gd name="connsiteY243" fmla="*/ 2235635 h 2323145"/>
              <a:gd name="connsiteX244" fmla="*/ 981959 w 11269336"/>
              <a:gd name="connsiteY244" fmla="*/ 2231607 h 2323145"/>
              <a:gd name="connsiteX245" fmla="*/ 938600 w 11269336"/>
              <a:gd name="connsiteY245" fmla="*/ 2238113 h 2323145"/>
              <a:gd name="connsiteX246" fmla="*/ 791788 w 11269336"/>
              <a:gd name="connsiteY246" fmla="*/ 2293224 h 2323145"/>
              <a:gd name="connsiteX247" fmla="*/ 706914 w 11269336"/>
              <a:gd name="connsiteY247" fmla="*/ 2305046 h 2323145"/>
              <a:gd name="connsiteX248" fmla="*/ 675971 w 11269336"/>
              <a:gd name="connsiteY248" fmla="*/ 2304030 h 2323145"/>
              <a:gd name="connsiteX249" fmla="*/ 624180 w 11269336"/>
              <a:gd name="connsiteY249" fmla="*/ 2302650 h 2323145"/>
              <a:gd name="connsiteX250" fmla="*/ 583453 w 11269336"/>
              <a:gd name="connsiteY250" fmla="*/ 2288788 h 2323145"/>
              <a:gd name="connsiteX251" fmla="*/ 540946 w 11269336"/>
              <a:gd name="connsiteY251" fmla="*/ 2292721 h 2323145"/>
              <a:gd name="connsiteX252" fmla="*/ 533680 w 11269336"/>
              <a:gd name="connsiteY252" fmla="*/ 2310233 h 2323145"/>
              <a:gd name="connsiteX253" fmla="*/ 487366 w 11269336"/>
              <a:gd name="connsiteY253" fmla="*/ 2309053 h 2323145"/>
              <a:gd name="connsiteX254" fmla="*/ 416820 w 11269336"/>
              <a:gd name="connsiteY254" fmla="*/ 2305443 h 2323145"/>
              <a:gd name="connsiteX255" fmla="*/ 376805 w 11269336"/>
              <a:gd name="connsiteY255" fmla="*/ 2307647 h 2323145"/>
              <a:gd name="connsiteX256" fmla="*/ 266777 w 11269336"/>
              <a:gd name="connsiteY256" fmla="*/ 2309012 h 2323145"/>
              <a:gd name="connsiteX257" fmla="*/ 156013 w 11269336"/>
              <a:gd name="connsiteY257" fmla="*/ 2306832 h 2323145"/>
              <a:gd name="connsiteX258" fmla="*/ 87258 w 11269336"/>
              <a:gd name="connsiteY258" fmla="*/ 2285511 h 2323145"/>
              <a:gd name="connsiteX259" fmla="*/ 23798 w 11269336"/>
              <a:gd name="connsiteY259" fmla="*/ 2281822 h 2323145"/>
              <a:gd name="connsiteX260" fmla="*/ 0 w 11269336"/>
              <a:gd name="connsiteY260" fmla="*/ 2285369 h 2323145"/>
              <a:gd name="connsiteX261" fmla="*/ 0 w 11269336"/>
              <a:gd name="connsiteY26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593061 w 11269336"/>
              <a:gd name="connsiteY142" fmla="*/ 2171597 h 2323145"/>
              <a:gd name="connsiteX143" fmla="*/ 4533444 w 11269336"/>
              <a:gd name="connsiteY143" fmla="*/ 2181200 h 2323145"/>
              <a:gd name="connsiteX144" fmla="*/ 4492832 w 11269336"/>
              <a:gd name="connsiteY144" fmla="*/ 2188033 h 2323145"/>
              <a:gd name="connsiteX145" fmla="*/ 4467257 w 11269336"/>
              <a:gd name="connsiteY145" fmla="*/ 2196121 h 2323145"/>
              <a:gd name="connsiteX146" fmla="*/ 4459937 w 11269336"/>
              <a:gd name="connsiteY146" fmla="*/ 2195182 h 2323145"/>
              <a:gd name="connsiteX147" fmla="*/ 4433312 w 11269336"/>
              <a:gd name="connsiteY147" fmla="*/ 2199004 h 2323145"/>
              <a:gd name="connsiteX148" fmla="*/ 4420601 w 11269336"/>
              <a:gd name="connsiteY148" fmla="*/ 2205158 h 2323145"/>
              <a:gd name="connsiteX149" fmla="*/ 4405765 w 11269336"/>
              <a:gd name="connsiteY149" fmla="*/ 2199902 h 2323145"/>
              <a:gd name="connsiteX150" fmla="*/ 4401354 w 11269336"/>
              <a:gd name="connsiteY150" fmla="*/ 2194745 h 2323145"/>
              <a:gd name="connsiteX151" fmla="*/ 4383151 w 11269336"/>
              <a:gd name="connsiteY151" fmla="*/ 2201140 h 2323145"/>
              <a:gd name="connsiteX152" fmla="*/ 4366646 w 11269336"/>
              <a:gd name="connsiteY152" fmla="*/ 2198564 h 2323145"/>
              <a:gd name="connsiteX153" fmla="*/ 4354009 w 11269336"/>
              <a:gd name="connsiteY153" fmla="*/ 2204984 h 2323145"/>
              <a:gd name="connsiteX154" fmla="*/ 4348284 w 11269336"/>
              <a:gd name="connsiteY154" fmla="*/ 2205270 h 2323145"/>
              <a:gd name="connsiteX155" fmla="*/ 4333906 w 11269336"/>
              <a:gd name="connsiteY155" fmla="*/ 2205251 h 2323145"/>
              <a:gd name="connsiteX156" fmla="*/ 4308819 w 11269336"/>
              <a:gd name="connsiteY156" fmla="*/ 2203822 h 2323145"/>
              <a:gd name="connsiteX157" fmla="*/ 4301210 w 11269336"/>
              <a:gd name="connsiteY157" fmla="*/ 2204456 h 2323145"/>
              <a:gd name="connsiteX158" fmla="*/ 4283095 w 11269336"/>
              <a:gd name="connsiteY158" fmla="*/ 2198177 h 2323145"/>
              <a:gd name="connsiteX159" fmla="*/ 4250119 w 11269336"/>
              <a:gd name="connsiteY159" fmla="*/ 2196342 h 2323145"/>
              <a:gd name="connsiteX160" fmla="*/ 4189203 w 11269336"/>
              <a:gd name="connsiteY160" fmla="*/ 2178994 h 2323145"/>
              <a:gd name="connsiteX161" fmla="*/ 4154035 w 11269336"/>
              <a:gd name="connsiteY161" fmla="*/ 2171950 h 2323145"/>
              <a:gd name="connsiteX162" fmla="*/ 4129569 w 11269336"/>
              <a:gd name="connsiteY162" fmla="*/ 2163850 h 2323145"/>
              <a:gd name="connsiteX163" fmla="*/ 4061250 w 11269336"/>
              <a:gd name="connsiteY163" fmla="*/ 2159236 h 2323145"/>
              <a:gd name="connsiteX164" fmla="*/ 3945480 w 11269336"/>
              <a:gd name="connsiteY164" fmla="*/ 2158279 h 2323145"/>
              <a:gd name="connsiteX165" fmla="*/ 3921468 w 11269336"/>
              <a:gd name="connsiteY165" fmla="*/ 2156588 h 2323145"/>
              <a:gd name="connsiteX166" fmla="*/ 3903348 w 11269336"/>
              <a:gd name="connsiteY166" fmla="*/ 2149220 h 2323145"/>
              <a:gd name="connsiteX167" fmla="*/ 3901342 w 11269336"/>
              <a:gd name="connsiteY167" fmla="*/ 2142355 h 2323145"/>
              <a:gd name="connsiteX168" fmla="*/ 3888539 w 11269336"/>
              <a:gd name="connsiteY168" fmla="*/ 2140476 h 2323145"/>
              <a:gd name="connsiteX169" fmla="*/ 3885662 w 11269336"/>
              <a:gd name="connsiteY169" fmla="*/ 2138740 h 2323145"/>
              <a:gd name="connsiteX170" fmla="*/ 3868627 w 11269336"/>
              <a:gd name="connsiteY170" fmla="*/ 2130023 h 2323145"/>
              <a:gd name="connsiteX171" fmla="*/ 3819177 w 11269336"/>
              <a:gd name="connsiteY171" fmla="*/ 2142111 h 2323145"/>
              <a:gd name="connsiteX172" fmla="*/ 3769100 w 11269336"/>
              <a:gd name="connsiteY172" fmla="*/ 2131731 h 2323145"/>
              <a:gd name="connsiteX173" fmla="*/ 3562752 w 11269336"/>
              <a:gd name="connsiteY173" fmla="*/ 2131785 h 2323145"/>
              <a:gd name="connsiteX174" fmla="*/ 3541402 w 11269336"/>
              <a:gd name="connsiteY174" fmla="*/ 2106821 h 2323145"/>
              <a:gd name="connsiteX175" fmla="*/ 3365341 w 11269336"/>
              <a:gd name="connsiteY175" fmla="*/ 2077638 h 2323145"/>
              <a:gd name="connsiteX176" fmla="*/ 3170922 w 11269336"/>
              <a:gd name="connsiteY176" fmla="*/ 2115957 h 2323145"/>
              <a:gd name="connsiteX177" fmla="*/ 3156256 w 11269336"/>
              <a:gd name="connsiteY177" fmla="*/ 2124773 h 2323145"/>
              <a:gd name="connsiteX178" fmla="*/ 3140298 w 11269336"/>
              <a:gd name="connsiteY178" fmla="*/ 2129182 h 2323145"/>
              <a:gd name="connsiteX179" fmla="*/ 3138514 w 11269336"/>
              <a:gd name="connsiteY179" fmla="*/ 2128069 h 2323145"/>
              <a:gd name="connsiteX180" fmla="*/ 3120467 w 11269336"/>
              <a:gd name="connsiteY180" fmla="*/ 2128281 h 2323145"/>
              <a:gd name="connsiteX181" fmla="*/ 3116175 w 11269336"/>
              <a:gd name="connsiteY181" fmla="*/ 2131633 h 2323145"/>
              <a:gd name="connsiteX182" fmla="*/ 3103685 w 11269336"/>
              <a:gd name="connsiteY182" fmla="*/ 2132814 h 2323145"/>
              <a:gd name="connsiteX183" fmla="*/ 3078794 w 11269336"/>
              <a:gd name="connsiteY183" fmla="*/ 2137935 h 2323145"/>
              <a:gd name="connsiteX184" fmla="*/ 3074407 w 11269336"/>
              <a:gd name="connsiteY184" fmla="*/ 2136274 h 2323145"/>
              <a:gd name="connsiteX185" fmla="*/ 3037285 w 11269336"/>
              <a:gd name="connsiteY185" fmla="*/ 2139919 h 2323145"/>
              <a:gd name="connsiteX186" fmla="*/ 3036901 w 11269336"/>
              <a:gd name="connsiteY186" fmla="*/ 2138726 h 2323145"/>
              <a:gd name="connsiteX187" fmla="*/ 3026996 w 11269336"/>
              <a:gd name="connsiteY187" fmla="*/ 2134322 h 2323145"/>
              <a:gd name="connsiteX188" fmla="*/ 3007772 w 11269336"/>
              <a:gd name="connsiteY188" fmla="*/ 2128742 h 2323145"/>
              <a:gd name="connsiteX189" fmla="*/ 2965030 w 11269336"/>
              <a:gd name="connsiteY189" fmla="*/ 2100494 h 2323145"/>
              <a:gd name="connsiteX190" fmla="*/ 2926342 w 11269336"/>
              <a:gd name="connsiteY190" fmla="*/ 2104155 h 2323145"/>
              <a:gd name="connsiteX191" fmla="*/ 2918608 w 11269336"/>
              <a:gd name="connsiteY191" fmla="*/ 2104215 h 2323145"/>
              <a:gd name="connsiteX192" fmla="*/ 2918475 w 11269336"/>
              <a:gd name="connsiteY192" fmla="*/ 2103937 h 2323145"/>
              <a:gd name="connsiteX193" fmla="*/ 2910360 w 11269336"/>
              <a:gd name="connsiteY193" fmla="*/ 2103444 h 2323145"/>
              <a:gd name="connsiteX194" fmla="*/ 2904507 w 11269336"/>
              <a:gd name="connsiteY194" fmla="*/ 2104326 h 2323145"/>
              <a:gd name="connsiteX195" fmla="*/ 2889503 w 11269336"/>
              <a:gd name="connsiteY195" fmla="*/ 2104443 h 2323145"/>
              <a:gd name="connsiteX196" fmla="*/ 2884480 w 11269336"/>
              <a:gd name="connsiteY196" fmla="*/ 2102626 h 2323145"/>
              <a:gd name="connsiteX197" fmla="*/ 2882689 w 11269336"/>
              <a:gd name="connsiteY197" fmla="*/ 2099228 h 2323145"/>
              <a:gd name="connsiteX198" fmla="*/ 2881291 w 11269336"/>
              <a:gd name="connsiteY198" fmla="*/ 2099618 h 2323145"/>
              <a:gd name="connsiteX199" fmla="*/ 2853979 w 11269336"/>
              <a:gd name="connsiteY199" fmla="*/ 2090388 h 2323145"/>
              <a:gd name="connsiteX200" fmla="*/ 2791790 w 11269336"/>
              <a:gd name="connsiteY200" fmla="*/ 2080332 h 2323145"/>
              <a:gd name="connsiteX201" fmla="*/ 2755844 w 11269336"/>
              <a:gd name="connsiteY201" fmla="*/ 2078874 h 2323145"/>
              <a:gd name="connsiteX202" fmla="*/ 2657742 w 11269336"/>
              <a:gd name="connsiteY202" fmla="*/ 2070179 h 2323145"/>
              <a:gd name="connsiteX203" fmla="*/ 2559549 w 11269336"/>
              <a:gd name="connsiteY203" fmla="*/ 2057873 h 2323145"/>
              <a:gd name="connsiteX204" fmla="*/ 2512054 w 11269336"/>
              <a:gd name="connsiteY204" fmla="*/ 2031671 h 2323145"/>
              <a:gd name="connsiteX205" fmla="*/ 2506437 w 11269336"/>
              <a:gd name="connsiteY205" fmla="*/ 2030918 h 2323145"/>
              <a:gd name="connsiteX206" fmla="*/ 2491752 w 11269336"/>
              <a:gd name="connsiteY206" fmla="*/ 2033906 h 2323145"/>
              <a:gd name="connsiteX207" fmla="*/ 2486338 w 11269336"/>
              <a:gd name="connsiteY207" fmla="*/ 2035862 h 2323145"/>
              <a:gd name="connsiteX208" fmla="*/ 2478186 w 11269336"/>
              <a:gd name="connsiteY208" fmla="*/ 2036953 h 2323145"/>
              <a:gd name="connsiteX209" fmla="*/ 2477950 w 11269336"/>
              <a:gd name="connsiteY209" fmla="*/ 2036715 h 2323145"/>
              <a:gd name="connsiteX210" fmla="*/ 2470381 w 11269336"/>
              <a:gd name="connsiteY210" fmla="*/ 2038256 h 2323145"/>
              <a:gd name="connsiteX211" fmla="*/ 2433781 w 11269336"/>
              <a:gd name="connsiteY211" fmla="*/ 2049140 h 2323145"/>
              <a:gd name="connsiteX212" fmla="*/ 2381172 w 11269336"/>
              <a:gd name="connsiteY212" fmla="*/ 2030645 h 2323145"/>
              <a:gd name="connsiteX213" fmla="*/ 2360198 w 11269336"/>
              <a:gd name="connsiteY213" fmla="*/ 2029059 h 2323145"/>
              <a:gd name="connsiteX214" fmla="*/ 2348815 w 11269336"/>
              <a:gd name="connsiteY214" fmla="*/ 2026798 h 2323145"/>
              <a:gd name="connsiteX215" fmla="*/ 2347988 w 11269336"/>
              <a:gd name="connsiteY215" fmla="*/ 2025745 h 2323145"/>
              <a:gd name="connsiteX216" fmla="*/ 2312920 w 11269336"/>
              <a:gd name="connsiteY216" fmla="*/ 2036311 h 2323145"/>
              <a:gd name="connsiteX217" fmla="*/ 2307986 w 11269336"/>
              <a:gd name="connsiteY217" fmla="*/ 2035583 h 2323145"/>
              <a:gd name="connsiteX218" fmla="*/ 2285481 w 11269336"/>
              <a:gd name="connsiteY218" fmla="*/ 2045197 h 2323145"/>
              <a:gd name="connsiteX219" fmla="*/ 2273666 w 11269336"/>
              <a:gd name="connsiteY219" fmla="*/ 2048710 h 2323145"/>
              <a:gd name="connsiteX220" fmla="*/ 2270719 w 11269336"/>
              <a:gd name="connsiteY220" fmla="*/ 2052702 h 2323145"/>
              <a:gd name="connsiteX221" fmla="*/ 2253080 w 11269336"/>
              <a:gd name="connsiteY221" fmla="*/ 2056363 h 2323145"/>
              <a:gd name="connsiteX222" fmla="*/ 2250906 w 11269336"/>
              <a:gd name="connsiteY222" fmla="*/ 2055654 h 2323145"/>
              <a:gd name="connsiteX223" fmla="*/ 2236905 w 11269336"/>
              <a:gd name="connsiteY223" fmla="*/ 2062882 h 2323145"/>
              <a:gd name="connsiteX224" fmla="*/ 2225830 w 11269336"/>
              <a:gd name="connsiteY224" fmla="*/ 2074027 h 2323145"/>
              <a:gd name="connsiteX225" fmla="*/ 2073776 w 11269336"/>
              <a:gd name="connsiteY225" fmla="*/ 2089244 h 2323145"/>
              <a:gd name="connsiteX226" fmla="*/ 1948256 w 11269336"/>
              <a:gd name="connsiteY226" fmla="*/ 2146616 h 2323145"/>
              <a:gd name="connsiteX227" fmla="*/ 1865582 w 11269336"/>
              <a:gd name="connsiteY227" fmla="*/ 2153738 h 2323145"/>
              <a:gd name="connsiteX228" fmla="*/ 1835210 w 11269336"/>
              <a:gd name="connsiteY228" fmla="*/ 2134244 h 2323145"/>
              <a:gd name="connsiteX229" fmla="*/ 1632661 w 11269336"/>
              <a:gd name="connsiteY229" fmla="*/ 2173882 h 2323145"/>
              <a:gd name="connsiteX230" fmla="*/ 1579590 w 11269336"/>
              <a:gd name="connsiteY230" fmla="*/ 2173680 h 2323145"/>
              <a:gd name="connsiteX231" fmla="*/ 1535601 w 11269336"/>
              <a:gd name="connsiteY231" fmla="*/ 2194590 h 2323145"/>
              <a:gd name="connsiteX232" fmla="*/ 1515594 w 11269336"/>
              <a:gd name="connsiteY232" fmla="*/ 2189622 h 2323145"/>
              <a:gd name="connsiteX233" fmla="*/ 1512113 w 11269336"/>
              <a:gd name="connsiteY233" fmla="*/ 2188534 h 2323145"/>
              <a:gd name="connsiteX234" fmla="*/ 1498838 w 11269336"/>
              <a:gd name="connsiteY234" fmla="*/ 2189213 h 2323145"/>
              <a:gd name="connsiteX235" fmla="*/ 1494279 w 11269336"/>
              <a:gd name="connsiteY235" fmla="*/ 2183112 h 2323145"/>
              <a:gd name="connsiteX236" fmla="*/ 1473714 w 11269336"/>
              <a:gd name="connsiteY236" fmla="*/ 2179625 h 2323145"/>
              <a:gd name="connsiteX237" fmla="*/ 1449503 w 11269336"/>
              <a:gd name="connsiteY237" fmla="*/ 2182633 h 2323145"/>
              <a:gd name="connsiteX238" fmla="*/ 1266687 w 11269336"/>
              <a:gd name="connsiteY238" fmla="*/ 2212688 h 2323145"/>
              <a:gd name="connsiteX239" fmla="*/ 1239614 w 11269336"/>
              <a:gd name="connsiteY239" fmla="*/ 2209727 h 2323145"/>
              <a:gd name="connsiteX240" fmla="*/ 1202436 w 11269336"/>
              <a:gd name="connsiteY240" fmla="*/ 2209817 h 2323145"/>
              <a:gd name="connsiteX241" fmla="*/ 1136097 w 11269336"/>
              <a:gd name="connsiteY241" fmla="*/ 2205112 h 2323145"/>
              <a:gd name="connsiteX242" fmla="*/ 988232 w 11269336"/>
              <a:gd name="connsiteY242" fmla="*/ 2235635 h 2323145"/>
              <a:gd name="connsiteX243" fmla="*/ 981959 w 11269336"/>
              <a:gd name="connsiteY243" fmla="*/ 2231607 h 2323145"/>
              <a:gd name="connsiteX244" fmla="*/ 938600 w 11269336"/>
              <a:gd name="connsiteY244" fmla="*/ 2238113 h 2323145"/>
              <a:gd name="connsiteX245" fmla="*/ 791788 w 11269336"/>
              <a:gd name="connsiteY245" fmla="*/ 2293224 h 2323145"/>
              <a:gd name="connsiteX246" fmla="*/ 706914 w 11269336"/>
              <a:gd name="connsiteY246" fmla="*/ 2305046 h 2323145"/>
              <a:gd name="connsiteX247" fmla="*/ 675971 w 11269336"/>
              <a:gd name="connsiteY247" fmla="*/ 2304030 h 2323145"/>
              <a:gd name="connsiteX248" fmla="*/ 624180 w 11269336"/>
              <a:gd name="connsiteY248" fmla="*/ 2302650 h 2323145"/>
              <a:gd name="connsiteX249" fmla="*/ 583453 w 11269336"/>
              <a:gd name="connsiteY249" fmla="*/ 2288788 h 2323145"/>
              <a:gd name="connsiteX250" fmla="*/ 540946 w 11269336"/>
              <a:gd name="connsiteY250" fmla="*/ 2292721 h 2323145"/>
              <a:gd name="connsiteX251" fmla="*/ 533680 w 11269336"/>
              <a:gd name="connsiteY251" fmla="*/ 2310233 h 2323145"/>
              <a:gd name="connsiteX252" fmla="*/ 487366 w 11269336"/>
              <a:gd name="connsiteY252" fmla="*/ 2309053 h 2323145"/>
              <a:gd name="connsiteX253" fmla="*/ 416820 w 11269336"/>
              <a:gd name="connsiteY253" fmla="*/ 2305443 h 2323145"/>
              <a:gd name="connsiteX254" fmla="*/ 376805 w 11269336"/>
              <a:gd name="connsiteY254" fmla="*/ 2307647 h 2323145"/>
              <a:gd name="connsiteX255" fmla="*/ 266777 w 11269336"/>
              <a:gd name="connsiteY255" fmla="*/ 2309012 h 2323145"/>
              <a:gd name="connsiteX256" fmla="*/ 156013 w 11269336"/>
              <a:gd name="connsiteY256" fmla="*/ 2306832 h 2323145"/>
              <a:gd name="connsiteX257" fmla="*/ 87258 w 11269336"/>
              <a:gd name="connsiteY257" fmla="*/ 2285511 h 2323145"/>
              <a:gd name="connsiteX258" fmla="*/ 23798 w 11269336"/>
              <a:gd name="connsiteY258" fmla="*/ 2281822 h 2323145"/>
              <a:gd name="connsiteX259" fmla="*/ 0 w 11269336"/>
              <a:gd name="connsiteY259" fmla="*/ 2285369 h 2323145"/>
              <a:gd name="connsiteX260" fmla="*/ 0 w 11269336"/>
              <a:gd name="connsiteY26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593061 w 11269336"/>
              <a:gd name="connsiteY141" fmla="*/ 2171597 h 2323145"/>
              <a:gd name="connsiteX142" fmla="*/ 4533444 w 11269336"/>
              <a:gd name="connsiteY142" fmla="*/ 2181200 h 2323145"/>
              <a:gd name="connsiteX143" fmla="*/ 4492832 w 11269336"/>
              <a:gd name="connsiteY143" fmla="*/ 2188033 h 2323145"/>
              <a:gd name="connsiteX144" fmla="*/ 4467257 w 11269336"/>
              <a:gd name="connsiteY144" fmla="*/ 2196121 h 2323145"/>
              <a:gd name="connsiteX145" fmla="*/ 4459937 w 11269336"/>
              <a:gd name="connsiteY145" fmla="*/ 2195182 h 2323145"/>
              <a:gd name="connsiteX146" fmla="*/ 4433312 w 11269336"/>
              <a:gd name="connsiteY146" fmla="*/ 2199004 h 2323145"/>
              <a:gd name="connsiteX147" fmla="*/ 4420601 w 11269336"/>
              <a:gd name="connsiteY147" fmla="*/ 2205158 h 2323145"/>
              <a:gd name="connsiteX148" fmla="*/ 4405765 w 11269336"/>
              <a:gd name="connsiteY148" fmla="*/ 2199902 h 2323145"/>
              <a:gd name="connsiteX149" fmla="*/ 4401354 w 11269336"/>
              <a:gd name="connsiteY149" fmla="*/ 2194745 h 2323145"/>
              <a:gd name="connsiteX150" fmla="*/ 4383151 w 11269336"/>
              <a:gd name="connsiteY150" fmla="*/ 2201140 h 2323145"/>
              <a:gd name="connsiteX151" fmla="*/ 4366646 w 11269336"/>
              <a:gd name="connsiteY151" fmla="*/ 2198564 h 2323145"/>
              <a:gd name="connsiteX152" fmla="*/ 4354009 w 11269336"/>
              <a:gd name="connsiteY152" fmla="*/ 2204984 h 2323145"/>
              <a:gd name="connsiteX153" fmla="*/ 4348284 w 11269336"/>
              <a:gd name="connsiteY153" fmla="*/ 2205270 h 2323145"/>
              <a:gd name="connsiteX154" fmla="*/ 4333906 w 11269336"/>
              <a:gd name="connsiteY154" fmla="*/ 2205251 h 2323145"/>
              <a:gd name="connsiteX155" fmla="*/ 4308819 w 11269336"/>
              <a:gd name="connsiteY155" fmla="*/ 2203822 h 2323145"/>
              <a:gd name="connsiteX156" fmla="*/ 4301210 w 11269336"/>
              <a:gd name="connsiteY156" fmla="*/ 2204456 h 2323145"/>
              <a:gd name="connsiteX157" fmla="*/ 4283095 w 11269336"/>
              <a:gd name="connsiteY157" fmla="*/ 2198177 h 2323145"/>
              <a:gd name="connsiteX158" fmla="*/ 4250119 w 11269336"/>
              <a:gd name="connsiteY158" fmla="*/ 2196342 h 2323145"/>
              <a:gd name="connsiteX159" fmla="*/ 4189203 w 11269336"/>
              <a:gd name="connsiteY159" fmla="*/ 2178994 h 2323145"/>
              <a:gd name="connsiteX160" fmla="*/ 4154035 w 11269336"/>
              <a:gd name="connsiteY160" fmla="*/ 2171950 h 2323145"/>
              <a:gd name="connsiteX161" fmla="*/ 4129569 w 11269336"/>
              <a:gd name="connsiteY161" fmla="*/ 2163850 h 2323145"/>
              <a:gd name="connsiteX162" fmla="*/ 4061250 w 11269336"/>
              <a:gd name="connsiteY162" fmla="*/ 2159236 h 2323145"/>
              <a:gd name="connsiteX163" fmla="*/ 3945480 w 11269336"/>
              <a:gd name="connsiteY163" fmla="*/ 2158279 h 2323145"/>
              <a:gd name="connsiteX164" fmla="*/ 3921468 w 11269336"/>
              <a:gd name="connsiteY164" fmla="*/ 2156588 h 2323145"/>
              <a:gd name="connsiteX165" fmla="*/ 3903348 w 11269336"/>
              <a:gd name="connsiteY165" fmla="*/ 2149220 h 2323145"/>
              <a:gd name="connsiteX166" fmla="*/ 3901342 w 11269336"/>
              <a:gd name="connsiteY166" fmla="*/ 2142355 h 2323145"/>
              <a:gd name="connsiteX167" fmla="*/ 3888539 w 11269336"/>
              <a:gd name="connsiteY167" fmla="*/ 2140476 h 2323145"/>
              <a:gd name="connsiteX168" fmla="*/ 3885662 w 11269336"/>
              <a:gd name="connsiteY168" fmla="*/ 2138740 h 2323145"/>
              <a:gd name="connsiteX169" fmla="*/ 3868627 w 11269336"/>
              <a:gd name="connsiteY169" fmla="*/ 2130023 h 2323145"/>
              <a:gd name="connsiteX170" fmla="*/ 3819177 w 11269336"/>
              <a:gd name="connsiteY170" fmla="*/ 2142111 h 2323145"/>
              <a:gd name="connsiteX171" fmla="*/ 3769100 w 11269336"/>
              <a:gd name="connsiteY171" fmla="*/ 2131731 h 2323145"/>
              <a:gd name="connsiteX172" fmla="*/ 3562752 w 11269336"/>
              <a:gd name="connsiteY172" fmla="*/ 2131785 h 2323145"/>
              <a:gd name="connsiteX173" fmla="*/ 3541402 w 11269336"/>
              <a:gd name="connsiteY173" fmla="*/ 2106821 h 2323145"/>
              <a:gd name="connsiteX174" fmla="*/ 3365341 w 11269336"/>
              <a:gd name="connsiteY174" fmla="*/ 2077638 h 2323145"/>
              <a:gd name="connsiteX175" fmla="*/ 3170922 w 11269336"/>
              <a:gd name="connsiteY175" fmla="*/ 2115957 h 2323145"/>
              <a:gd name="connsiteX176" fmla="*/ 3156256 w 11269336"/>
              <a:gd name="connsiteY176" fmla="*/ 2124773 h 2323145"/>
              <a:gd name="connsiteX177" fmla="*/ 3140298 w 11269336"/>
              <a:gd name="connsiteY177" fmla="*/ 2129182 h 2323145"/>
              <a:gd name="connsiteX178" fmla="*/ 3138514 w 11269336"/>
              <a:gd name="connsiteY178" fmla="*/ 2128069 h 2323145"/>
              <a:gd name="connsiteX179" fmla="*/ 3120467 w 11269336"/>
              <a:gd name="connsiteY179" fmla="*/ 2128281 h 2323145"/>
              <a:gd name="connsiteX180" fmla="*/ 3116175 w 11269336"/>
              <a:gd name="connsiteY180" fmla="*/ 2131633 h 2323145"/>
              <a:gd name="connsiteX181" fmla="*/ 3103685 w 11269336"/>
              <a:gd name="connsiteY181" fmla="*/ 2132814 h 2323145"/>
              <a:gd name="connsiteX182" fmla="*/ 3078794 w 11269336"/>
              <a:gd name="connsiteY182" fmla="*/ 2137935 h 2323145"/>
              <a:gd name="connsiteX183" fmla="*/ 3074407 w 11269336"/>
              <a:gd name="connsiteY183" fmla="*/ 2136274 h 2323145"/>
              <a:gd name="connsiteX184" fmla="*/ 3037285 w 11269336"/>
              <a:gd name="connsiteY184" fmla="*/ 2139919 h 2323145"/>
              <a:gd name="connsiteX185" fmla="*/ 3036901 w 11269336"/>
              <a:gd name="connsiteY185" fmla="*/ 2138726 h 2323145"/>
              <a:gd name="connsiteX186" fmla="*/ 3026996 w 11269336"/>
              <a:gd name="connsiteY186" fmla="*/ 2134322 h 2323145"/>
              <a:gd name="connsiteX187" fmla="*/ 3007772 w 11269336"/>
              <a:gd name="connsiteY187" fmla="*/ 2128742 h 2323145"/>
              <a:gd name="connsiteX188" fmla="*/ 2965030 w 11269336"/>
              <a:gd name="connsiteY188" fmla="*/ 2100494 h 2323145"/>
              <a:gd name="connsiteX189" fmla="*/ 2926342 w 11269336"/>
              <a:gd name="connsiteY189" fmla="*/ 2104155 h 2323145"/>
              <a:gd name="connsiteX190" fmla="*/ 2918608 w 11269336"/>
              <a:gd name="connsiteY190" fmla="*/ 2104215 h 2323145"/>
              <a:gd name="connsiteX191" fmla="*/ 2918475 w 11269336"/>
              <a:gd name="connsiteY191" fmla="*/ 2103937 h 2323145"/>
              <a:gd name="connsiteX192" fmla="*/ 2910360 w 11269336"/>
              <a:gd name="connsiteY192" fmla="*/ 2103444 h 2323145"/>
              <a:gd name="connsiteX193" fmla="*/ 2904507 w 11269336"/>
              <a:gd name="connsiteY193" fmla="*/ 2104326 h 2323145"/>
              <a:gd name="connsiteX194" fmla="*/ 2889503 w 11269336"/>
              <a:gd name="connsiteY194" fmla="*/ 2104443 h 2323145"/>
              <a:gd name="connsiteX195" fmla="*/ 2884480 w 11269336"/>
              <a:gd name="connsiteY195" fmla="*/ 2102626 h 2323145"/>
              <a:gd name="connsiteX196" fmla="*/ 2882689 w 11269336"/>
              <a:gd name="connsiteY196" fmla="*/ 2099228 h 2323145"/>
              <a:gd name="connsiteX197" fmla="*/ 2881291 w 11269336"/>
              <a:gd name="connsiteY197" fmla="*/ 2099618 h 2323145"/>
              <a:gd name="connsiteX198" fmla="*/ 2853979 w 11269336"/>
              <a:gd name="connsiteY198" fmla="*/ 2090388 h 2323145"/>
              <a:gd name="connsiteX199" fmla="*/ 2791790 w 11269336"/>
              <a:gd name="connsiteY199" fmla="*/ 2080332 h 2323145"/>
              <a:gd name="connsiteX200" fmla="*/ 2755844 w 11269336"/>
              <a:gd name="connsiteY200" fmla="*/ 2078874 h 2323145"/>
              <a:gd name="connsiteX201" fmla="*/ 2657742 w 11269336"/>
              <a:gd name="connsiteY201" fmla="*/ 2070179 h 2323145"/>
              <a:gd name="connsiteX202" fmla="*/ 2559549 w 11269336"/>
              <a:gd name="connsiteY202" fmla="*/ 2057873 h 2323145"/>
              <a:gd name="connsiteX203" fmla="*/ 2512054 w 11269336"/>
              <a:gd name="connsiteY203" fmla="*/ 2031671 h 2323145"/>
              <a:gd name="connsiteX204" fmla="*/ 2506437 w 11269336"/>
              <a:gd name="connsiteY204" fmla="*/ 2030918 h 2323145"/>
              <a:gd name="connsiteX205" fmla="*/ 2491752 w 11269336"/>
              <a:gd name="connsiteY205" fmla="*/ 2033906 h 2323145"/>
              <a:gd name="connsiteX206" fmla="*/ 2486338 w 11269336"/>
              <a:gd name="connsiteY206" fmla="*/ 2035862 h 2323145"/>
              <a:gd name="connsiteX207" fmla="*/ 2478186 w 11269336"/>
              <a:gd name="connsiteY207" fmla="*/ 2036953 h 2323145"/>
              <a:gd name="connsiteX208" fmla="*/ 2477950 w 11269336"/>
              <a:gd name="connsiteY208" fmla="*/ 2036715 h 2323145"/>
              <a:gd name="connsiteX209" fmla="*/ 2470381 w 11269336"/>
              <a:gd name="connsiteY209" fmla="*/ 2038256 h 2323145"/>
              <a:gd name="connsiteX210" fmla="*/ 2433781 w 11269336"/>
              <a:gd name="connsiteY210" fmla="*/ 2049140 h 2323145"/>
              <a:gd name="connsiteX211" fmla="*/ 2381172 w 11269336"/>
              <a:gd name="connsiteY211" fmla="*/ 2030645 h 2323145"/>
              <a:gd name="connsiteX212" fmla="*/ 2360198 w 11269336"/>
              <a:gd name="connsiteY212" fmla="*/ 2029059 h 2323145"/>
              <a:gd name="connsiteX213" fmla="*/ 2348815 w 11269336"/>
              <a:gd name="connsiteY213" fmla="*/ 2026798 h 2323145"/>
              <a:gd name="connsiteX214" fmla="*/ 2347988 w 11269336"/>
              <a:gd name="connsiteY214" fmla="*/ 2025745 h 2323145"/>
              <a:gd name="connsiteX215" fmla="*/ 2312920 w 11269336"/>
              <a:gd name="connsiteY215" fmla="*/ 2036311 h 2323145"/>
              <a:gd name="connsiteX216" fmla="*/ 2307986 w 11269336"/>
              <a:gd name="connsiteY216" fmla="*/ 2035583 h 2323145"/>
              <a:gd name="connsiteX217" fmla="*/ 2285481 w 11269336"/>
              <a:gd name="connsiteY217" fmla="*/ 2045197 h 2323145"/>
              <a:gd name="connsiteX218" fmla="*/ 2273666 w 11269336"/>
              <a:gd name="connsiteY218" fmla="*/ 2048710 h 2323145"/>
              <a:gd name="connsiteX219" fmla="*/ 2270719 w 11269336"/>
              <a:gd name="connsiteY219" fmla="*/ 2052702 h 2323145"/>
              <a:gd name="connsiteX220" fmla="*/ 2253080 w 11269336"/>
              <a:gd name="connsiteY220" fmla="*/ 2056363 h 2323145"/>
              <a:gd name="connsiteX221" fmla="*/ 2250906 w 11269336"/>
              <a:gd name="connsiteY221" fmla="*/ 2055654 h 2323145"/>
              <a:gd name="connsiteX222" fmla="*/ 2236905 w 11269336"/>
              <a:gd name="connsiteY222" fmla="*/ 2062882 h 2323145"/>
              <a:gd name="connsiteX223" fmla="*/ 2225830 w 11269336"/>
              <a:gd name="connsiteY223" fmla="*/ 2074027 h 2323145"/>
              <a:gd name="connsiteX224" fmla="*/ 2073776 w 11269336"/>
              <a:gd name="connsiteY224" fmla="*/ 2089244 h 2323145"/>
              <a:gd name="connsiteX225" fmla="*/ 1948256 w 11269336"/>
              <a:gd name="connsiteY225" fmla="*/ 2146616 h 2323145"/>
              <a:gd name="connsiteX226" fmla="*/ 1865582 w 11269336"/>
              <a:gd name="connsiteY226" fmla="*/ 2153738 h 2323145"/>
              <a:gd name="connsiteX227" fmla="*/ 1835210 w 11269336"/>
              <a:gd name="connsiteY227" fmla="*/ 2134244 h 2323145"/>
              <a:gd name="connsiteX228" fmla="*/ 1632661 w 11269336"/>
              <a:gd name="connsiteY228" fmla="*/ 2173882 h 2323145"/>
              <a:gd name="connsiteX229" fmla="*/ 1579590 w 11269336"/>
              <a:gd name="connsiteY229" fmla="*/ 2173680 h 2323145"/>
              <a:gd name="connsiteX230" fmla="*/ 1535601 w 11269336"/>
              <a:gd name="connsiteY230" fmla="*/ 2194590 h 2323145"/>
              <a:gd name="connsiteX231" fmla="*/ 1515594 w 11269336"/>
              <a:gd name="connsiteY231" fmla="*/ 2189622 h 2323145"/>
              <a:gd name="connsiteX232" fmla="*/ 1512113 w 11269336"/>
              <a:gd name="connsiteY232" fmla="*/ 2188534 h 2323145"/>
              <a:gd name="connsiteX233" fmla="*/ 1498838 w 11269336"/>
              <a:gd name="connsiteY233" fmla="*/ 2189213 h 2323145"/>
              <a:gd name="connsiteX234" fmla="*/ 1494279 w 11269336"/>
              <a:gd name="connsiteY234" fmla="*/ 2183112 h 2323145"/>
              <a:gd name="connsiteX235" fmla="*/ 1473714 w 11269336"/>
              <a:gd name="connsiteY235" fmla="*/ 2179625 h 2323145"/>
              <a:gd name="connsiteX236" fmla="*/ 1449503 w 11269336"/>
              <a:gd name="connsiteY236" fmla="*/ 2182633 h 2323145"/>
              <a:gd name="connsiteX237" fmla="*/ 1266687 w 11269336"/>
              <a:gd name="connsiteY237" fmla="*/ 2212688 h 2323145"/>
              <a:gd name="connsiteX238" fmla="*/ 1239614 w 11269336"/>
              <a:gd name="connsiteY238" fmla="*/ 2209727 h 2323145"/>
              <a:gd name="connsiteX239" fmla="*/ 1202436 w 11269336"/>
              <a:gd name="connsiteY239" fmla="*/ 2209817 h 2323145"/>
              <a:gd name="connsiteX240" fmla="*/ 1136097 w 11269336"/>
              <a:gd name="connsiteY240" fmla="*/ 2205112 h 2323145"/>
              <a:gd name="connsiteX241" fmla="*/ 988232 w 11269336"/>
              <a:gd name="connsiteY241" fmla="*/ 2235635 h 2323145"/>
              <a:gd name="connsiteX242" fmla="*/ 981959 w 11269336"/>
              <a:gd name="connsiteY242" fmla="*/ 2231607 h 2323145"/>
              <a:gd name="connsiteX243" fmla="*/ 938600 w 11269336"/>
              <a:gd name="connsiteY243" fmla="*/ 2238113 h 2323145"/>
              <a:gd name="connsiteX244" fmla="*/ 791788 w 11269336"/>
              <a:gd name="connsiteY244" fmla="*/ 2293224 h 2323145"/>
              <a:gd name="connsiteX245" fmla="*/ 706914 w 11269336"/>
              <a:gd name="connsiteY245" fmla="*/ 2305046 h 2323145"/>
              <a:gd name="connsiteX246" fmla="*/ 675971 w 11269336"/>
              <a:gd name="connsiteY246" fmla="*/ 2304030 h 2323145"/>
              <a:gd name="connsiteX247" fmla="*/ 624180 w 11269336"/>
              <a:gd name="connsiteY247" fmla="*/ 2302650 h 2323145"/>
              <a:gd name="connsiteX248" fmla="*/ 583453 w 11269336"/>
              <a:gd name="connsiteY248" fmla="*/ 2288788 h 2323145"/>
              <a:gd name="connsiteX249" fmla="*/ 540946 w 11269336"/>
              <a:gd name="connsiteY249" fmla="*/ 2292721 h 2323145"/>
              <a:gd name="connsiteX250" fmla="*/ 533680 w 11269336"/>
              <a:gd name="connsiteY250" fmla="*/ 2310233 h 2323145"/>
              <a:gd name="connsiteX251" fmla="*/ 487366 w 11269336"/>
              <a:gd name="connsiteY251" fmla="*/ 2309053 h 2323145"/>
              <a:gd name="connsiteX252" fmla="*/ 416820 w 11269336"/>
              <a:gd name="connsiteY252" fmla="*/ 2305443 h 2323145"/>
              <a:gd name="connsiteX253" fmla="*/ 376805 w 11269336"/>
              <a:gd name="connsiteY253" fmla="*/ 2307647 h 2323145"/>
              <a:gd name="connsiteX254" fmla="*/ 266777 w 11269336"/>
              <a:gd name="connsiteY254" fmla="*/ 2309012 h 2323145"/>
              <a:gd name="connsiteX255" fmla="*/ 156013 w 11269336"/>
              <a:gd name="connsiteY255" fmla="*/ 2306832 h 2323145"/>
              <a:gd name="connsiteX256" fmla="*/ 87258 w 11269336"/>
              <a:gd name="connsiteY256" fmla="*/ 2285511 h 2323145"/>
              <a:gd name="connsiteX257" fmla="*/ 23798 w 11269336"/>
              <a:gd name="connsiteY257" fmla="*/ 2281822 h 2323145"/>
              <a:gd name="connsiteX258" fmla="*/ 0 w 11269336"/>
              <a:gd name="connsiteY258" fmla="*/ 2285369 h 2323145"/>
              <a:gd name="connsiteX259" fmla="*/ 0 w 11269336"/>
              <a:gd name="connsiteY25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83151 w 11269336"/>
              <a:gd name="connsiteY149" fmla="*/ 2201140 h 2323145"/>
              <a:gd name="connsiteX150" fmla="*/ 4366646 w 11269336"/>
              <a:gd name="connsiteY150" fmla="*/ 2198564 h 2323145"/>
              <a:gd name="connsiteX151" fmla="*/ 4354009 w 11269336"/>
              <a:gd name="connsiteY151" fmla="*/ 2204984 h 2323145"/>
              <a:gd name="connsiteX152" fmla="*/ 4348284 w 11269336"/>
              <a:gd name="connsiteY152" fmla="*/ 2205270 h 2323145"/>
              <a:gd name="connsiteX153" fmla="*/ 4333906 w 11269336"/>
              <a:gd name="connsiteY153" fmla="*/ 2205251 h 2323145"/>
              <a:gd name="connsiteX154" fmla="*/ 4308819 w 11269336"/>
              <a:gd name="connsiteY154" fmla="*/ 2203822 h 2323145"/>
              <a:gd name="connsiteX155" fmla="*/ 4301210 w 11269336"/>
              <a:gd name="connsiteY155" fmla="*/ 2204456 h 2323145"/>
              <a:gd name="connsiteX156" fmla="*/ 4283095 w 11269336"/>
              <a:gd name="connsiteY156" fmla="*/ 2198177 h 2323145"/>
              <a:gd name="connsiteX157" fmla="*/ 4250119 w 11269336"/>
              <a:gd name="connsiteY157" fmla="*/ 2196342 h 2323145"/>
              <a:gd name="connsiteX158" fmla="*/ 4189203 w 11269336"/>
              <a:gd name="connsiteY158" fmla="*/ 2178994 h 2323145"/>
              <a:gd name="connsiteX159" fmla="*/ 4154035 w 11269336"/>
              <a:gd name="connsiteY159" fmla="*/ 2171950 h 2323145"/>
              <a:gd name="connsiteX160" fmla="*/ 4129569 w 11269336"/>
              <a:gd name="connsiteY160" fmla="*/ 2163850 h 2323145"/>
              <a:gd name="connsiteX161" fmla="*/ 4061250 w 11269336"/>
              <a:gd name="connsiteY161" fmla="*/ 2159236 h 2323145"/>
              <a:gd name="connsiteX162" fmla="*/ 3945480 w 11269336"/>
              <a:gd name="connsiteY162" fmla="*/ 2158279 h 2323145"/>
              <a:gd name="connsiteX163" fmla="*/ 3921468 w 11269336"/>
              <a:gd name="connsiteY163" fmla="*/ 2156588 h 2323145"/>
              <a:gd name="connsiteX164" fmla="*/ 3903348 w 11269336"/>
              <a:gd name="connsiteY164" fmla="*/ 2149220 h 2323145"/>
              <a:gd name="connsiteX165" fmla="*/ 3901342 w 11269336"/>
              <a:gd name="connsiteY165" fmla="*/ 2142355 h 2323145"/>
              <a:gd name="connsiteX166" fmla="*/ 3888539 w 11269336"/>
              <a:gd name="connsiteY166" fmla="*/ 2140476 h 2323145"/>
              <a:gd name="connsiteX167" fmla="*/ 3885662 w 11269336"/>
              <a:gd name="connsiteY167" fmla="*/ 2138740 h 2323145"/>
              <a:gd name="connsiteX168" fmla="*/ 3868627 w 11269336"/>
              <a:gd name="connsiteY168" fmla="*/ 2130023 h 2323145"/>
              <a:gd name="connsiteX169" fmla="*/ 3819177 w 11269336"/>
              <a:gd name="connsiteY169" fmla="*/ 2142111 h 2323145"/>
              <a:gd name="connsiteX170" fmla="*/ 3769100 w 11269336"/>
              <a:gd name="connsiteY170" fmla="*/ 2131731 h 2323145"/>
              <a:gd name="connsiteX171" fmla="*/ 3562752 w 11269336"/>
              <a:gd name="connsiteY171" fmla="*/ 2131785 h 2323145"/>
              <a:gd name="connsiteX172" fmla="*/ 3541402 w 11269336"/>
              <a:gd name="connsiteY172" fmla="*/ 2106821 h 2323145"/>
              <a:gd name="connsiteX173" fmla="*/ 3365341 w 11269336"/>
              <a:gd name="connsiteY173" fmla="*/ 2077638 h 2323145"/>
              <a:gd name="connsiteX174" fmla="*/ 3170922 w 11269336"/>
              <a:gd name="connsiteY174" fmla="*/ 2115957 h 2323145"/>
              <a:gd name="connsiteX175" fmla="*/ 3156256 w 11269336"/>
              <a:gd name="connsiteY175" fmla="*/ 2124773 h 2323145"/>
              <a:gd name="connsiteX176" fmla="*/ 3140298 w 11269336"/>
              <a:gd name="connsiteY176" fmla="*/ 2129182 h 2323145"/>
              <a:gd name="connsiteX177" fmla="*/ 3138514 w 11269336"/>
              <a:gd name="connsiteY177" fmla="*/ 2128069 h 2323145"/>
              <a:gd name="connsiteX178" fmla="*/ 3120467 w 11269336"/>
              <a:gd name="connsiteY178" fmla="*/ 2128281 h 2323145"/>
              <a:gd name="connsiteX179" fmla="*/ 3116175 w 11269336"/>
              <a:gd name="connsiteY179" fmla="*/ 2131633 h 2323145"/>
              <a:gd name="connsiteX180" fmla="*/ 3103685 w 11269336"/>
              <a:gd name="connsiteY180" fmla="*/ 2132814 h 2323145"/>
              <a:gd name="connsiteX181" fmla="*/ 3078794 w 11269336"/>
              <a:gd name="connsiteY181" fmla="*/ 2137935 h 2323145"/>
              <a:gd name="connsiteX182" fmla="*/ 3074407 w 11269336"/>
              <a:gd name="connsiteY182" fmla="*/ 2136274 h 2323145"/>
              <a:gd name="connsiteX183" fmla="*/ 3037285 w 11269336"/>
              <a:gd name="connsiteY183" fmla="*/ 2139919 h 2323145"/>
              <a:gd name="connsiteX184" fmla="*/ 3036901 w 11269336"/>
              <a:gd name="connsiteY184" fmla="*/ 2138726 h 2323145"/>
              <a:gd name="connsiteX185" fmla="*/ 3026996 w 11269336"/>
              <a:gd name="connsiteY185" fmla="*/ 2134322 h 2323145"/>
              <a:gd name="connsiteX186" fmla="*/ 3007772 w 11269336"/>
              <a:gd name="connsiteY186" fmla="*/ 2128742 h 2323145"/>
              <a:gd name="connsiteX187" fmla="*/ 2965030 w 11269336"/>
              <a:gd name="connsiteY187" fmla="*/ 2100494 h 2323145"/>
              <a:gd name="connsiteX188" fmla="*/ 2926342 w 11269336"/>
              <a:gd name="connsiteY188" fmla="*/ 2104155 h 2323145"/>
              <a:gd name="connsiteX189" fmla="*/ 2918608 w 11269336"/>
              <a:gd name="connsiteY189" fmla="*/ 2104215 h 2323145"/>
              <a:gd name="connsiteX190" fmla="*/ 2918475 w 11269336"/>
              <a:gd name="connsiteY190" fmla="*/ 2103937 h 2323145"/>
              <a:gd name="connsiteX191" fmla="*/ 2910360 w 11269336"/>
              <a:gd name="connsiteY191" fmla="*/ 2103444 h 2323145"/>
              <a:gd name="connsiteX192" fmla="*/ 2904507 w 11269336"/>
              <a:gd name="connsiteY192" fmla="*/ 2104326 h 2323145"/>
              <a:gd name="connsiteX193" fmla="*/ 2889503 w 11269336"/>
              <a:gd name="connsiteY193" fmla="*/ 2104443 h 2323145"/>
              <a:gd name="connsiteX194" fmla="*/ 2884480 w 11269336"/>
              <a:gd name="connsiteY194" fmla="*/ 2102626 h 2323145"/>
              <a:gd name="connsiteX195" fmla="*/ 2882689 w 11269336"/>
              <a:gd name="connsiteY195" fmla="*/ 2099228 h 2323145"/>
              <a:gd name="connsiteX196" fmla="*/ 2881291 w 11269336"/>
              <a:gd name="connsiteY196" fmla="*/ 2099618 h 2323145"/>
              <a:gd name="connsiteX197" fmla="*/ 2853979 w 11269336"/>
              <a:gd name="connsiteY197" fmla="*/ 2090388 h 2323145"/>
              <a:gd name="connsiteX198" fmla="*/ 2791790 w 11269336"/>
              <a:gd name="connsiteY198" fmla="*/ 2080332 h 2323145"/>
              <a:gd name="connsiteX199" fmla="*/ 2755844 w 11269336"/>
              <a:gd name="connsiteY199" fmla="*/ 2078874 h 2323145"/>
              <a:gd name="connsiteX200" fmla="*/ 2657742 w 11269336"/>
              <a:gd name="connsiteY200" fmla="*/ 2070179 h 2323145"/>
              <a:gd name="connsiteX201" fmla="*/ 2559549 w 11269336"/>
              <a:gd name="connsiteY201" fmla="*/ 2057873 h 2323145"/>
              <a:gd name="connsiteX202" fmla="*/ 2512054 w 11269336"/>
              <a:gd name="connsiteY202" fmla="*/ 2031671 h 2323145"/>
              <a:gd name="connsiteX203" fmla="*/ 2506437 w 11269336"/>
              <a:gd name="connsiteY203" fmla="*/ 2030918 h 2323145"/>
              <a:gd name="connsiteX204" fmla="*/ 2491752 w 11269336"/>
              <a:gd name="connsiteY204" fmla="*/ 2033906 h 2323145"/>
              <a:gd name="connsiteX205" fmla="*/ 2486338 w 11269336"/>
              <a:gd name="connsiteY205" fmla="*/ 2035862 h 2323145"/>
              <a:gd name="connsiteX206" fmla="*/ 2478186 w 11269336"/>
              <a:gd name="connsiteY206" fmla="*/ 2036953 h 2323145"/>
              <a:gd name="connsiteX207" fmla="*/ 2477950 w 11269336"/>
              <a:gd name="connsiteY207" fmla="*/ 2036715 h 2323145"/>
              <a:gd name="connsiteX208" fmla="*/ 2470381 w 11269336"/>
              <a:gd name="connsiteY208" fmla="*/ 2038256 h 2323145"/>
              <a:gd name="connsiteX209" fmla="*/ 2433781 w 11269336"/>
              <a:gd name="connsiteY209" fmla="*/ 2049140 h 2323145"/>
              <a:gd name="connsiteX210" fmla="*/ 2381172 w 11269336"/>
              <a:gd name="connsiteY210" fmla="*/ 2030645 h 2323145"/>
              <a:gd name="connsiteX211" fmla="*/ 2360198 w 11269336"/>
              <a:gd name="connsiteY211" fmla="*/ 2029059 h 2323145"/>
              <a:gd name="connsiteX212" fmla="*/ 2348815 w 11269336"/>
              <a:gd name="connsiteY212" fmla="*/ 2026798 h 2323145"/>
              <a:gd name="connsiteX213" fmla="*/ 2347988 w 11269336"/>
              <a:gd name="connsiteY213" fmla="*/ 2025745 h 2323145"/>
              <a:gd name="connsiteX214" fmla="*/ 2312920 w 11269336"/>
              <a:gd name="connsiteY214" fmla="*/ 2036311 h 2323145"/>
              <a:gd name="connsiteX215" fmla="*/ 2307986 w 11269336"/>
              <a:gd name="connsiteY215" fmla="*/ 2035583 h 2323145"/>
              <a:gd name="connsiteX216" fmla="*/ 2285481 w 11269336"/>
              <a:gd name="connsiteY216" fmla="*/ 2045197 h 2323145"/>
              <a:gd name="connsiteX217" fmla="*/ 2273666 w 11269336"/>
              <a:gd name="connsiteY217" fmla="*/ 2048710 h 2323145"/>
              <a:gd name="connsiteX218" fmla="*/ 2270719 w 11269336"/>
              <a:gd name="connsiteY218" fmla="*/ 2052702 h 2323145"/>
              <a:gd name="connsiteX219" fmla="*/ 2253080 w 11269336"/>
              <a:gd name="connsiteY219" fmla="*/ 2056363 h 2323145"/>
              <a:gd name="connsiteX220" fmla="*/ 2250906 w 11269336"/>
              <a:gd name="connsiteY220" fmla="*/ 2055654 h 2323145"/>
              <a:gd name="connsiteX221" fmla="*/ 2236905 w 11269336"/>
              <a:gd name="connsiteY221" fmla="*/ 2062882 h 2323145"/>
              <a:gd name="connsiteX222" fmla="*/ 2225830 w 11269336"/>
              <a:gd name="connsiteY222" fmla="*/ 2074027 h 2323145"/>
              <a:gd name="connsiteX223" fmla="*/ 2073776 w 11269336"/>
              <a:gd name="connsiteY223" fmla="*/ 2089244 h 2323145"/>
              <a:gd name="connsiteX224" fmla="*/ 1948256 w 11269336"/>
              <a:gd name="connsiteY224" fmla="*/ 2146616 h 2323145"/>
              <a:gd name="connsiteX225" fmla="*/ 1865582 w 11269336"/>
              <a:gd name="connsiteY225" fmla="*/ 2153738 h 2323145"/>
              <a:gd name="connsiteX226" fmla="*/ 1835210 w 11269336"/>
              <a:gd name="connsiteY226" fmla="*/ 2134244 h 2323145"/>
              <a:gd name="connsiteX227" fmla="*/ 1632661 w 11269336"/>
              <a:gd name="connsiteY227" fmla="*/ 2173882 h 2323145"/>
              <a:gd name="connsiteX228" fmla="*/ 1579590 w 11269336"/>
              <a:gd name="connsiteY228" fmla="*/ 2173680 h 2323145"/>
              <a:gd name="connsiteX229" fmla="*/ 1535601 w 11269336"/>
              <a:gd name="connsiteY229" fmla="*/ 2194590 h 2323145"/>
              <a:gd name="connsiteX230" fmla="*/ 1515594 w 11269336"/>
              <a:gd name="connsiteY230" fmla="*/ 2189622 h 2323145"/>
              <a:gd name="connsiteX231" fmla="*/ 1512113 w 11269336"/>
              <a:gd name="connsiteY231" fmla="*/ 2188534 h 2323145"/>
              <a:gd name="connsiteX232" fmla="*/ 1498838 w 11269336"/>
              <a:gd name="connsiteY232" fmla="*/ 2189213 h 2323145"/>
              <a:gd name="connsiteX233" fmla="*/ 1494279 w 11269336"/>
              <a:gd name="connsiteY233" fmla="*/ 2183112 h 2323145"/>
              <a:gd name="connsiteX234" fmla="*/ 1473714 w 11269336"/>
              <a:gd name="connsiteY234" fmla="*/ 2179625 h 2323145"/>
              <a:gd name="connsiteX235" fmla="*/ 1449503 w 11269336"/>
              <a:gd name="connsiteY235" fmla="*/ 2182633 h 2323145"/>
              <a:gd name="connsiteX236" fmla="*/ 1266687 w 11269336"/>
              <a:gd name="connsiteY236" fmla="*/ 2212688 h 2323145"/>
              <a:gd name="connsiteX237" fmla="*/ 1239614 w 11269336"/>
              <a:gd name="connsiteY237" fmla="*/ 2209727 h 2323145"/>
              <a:gd name="connsiteX238" fmla="*/ 1202436 w 11269336"/>
              <a:gd name="connsiteY238" fmla="*/ 2209817 h 2323145"/>
              <a:gd name="connsiteX239" fmla="*/ 1136097 w 11269336"/>
              <a:gd name="connsiteY239" fmla="*/ 2205112 h 2323145"/>
              <a:gd name="connsiteX240" fmla="*/ 988232 w 11269336"/>
              <a:gd name="connsiteY240" fmla="*/ 2235635 h 2323145"/>
              <a:gd name="connsiteX241" fmla="*/ 981959 w 11269336"/>
              <a:gd name="connsiteY241" fmla="*/ 2231607 h 2323145"/>
              <a:gd name="connsiteX242" fmla="*/ 938600 w 11269336"/>
              <a:gd name="connsiteY242" fmla="*/ 2238113 h 2323145"/>
              <a:gd name="connsiteX243" fmla="*/ 791788 w 11269336"/>
              <a:gd name="connsiteY243" fmla="*/ 2293224 h 2323145"/>
              <a:gd name="connsiteX244" fmla="*/ 706914 w 11269336"/>
              <a:gd name="connsiteY244" fmla="*/ 2305046 h 2323145"/>
              <a:gd name="connsiteX245" fmla="*/ 675971 w 11269336"/>
              <a:gd name="connsiteY245" fmla="*/ 2304030 h 2323145"/>
              <a:gd name="connsiteX246" fmla="*/ 624180 w 11269336"/>
              <a:gd name="connsiteY246" fmla="*/ 2302650 h 2323145"/>
              <a:gd name="connsiteX247" fmla="*/ 583453 w 11269336"/>
              <a:gd name="connsiteY247" fmla="*/ 2288788 h 2323145"/>
              <a:gd name="connsiteX248" fmla="*/ 540946 w 11269336"/>
              <a:gd name="connsiteY248" fmla="*/ 2292721 h 2323145"/>
              <a:gd name="connsiteX249" fmla="*/ 533680 w 11269336"/>
              <a:gd name="connsiteY249" fmla="*/ 2310233 h 2323145"/>
              <a:gd name="connsiteX250" fmla="*/ 487366 w 11269336"/>
              <a:gd name="connsiteY250" fmla="*/ 2309053 h 2323145"/>
              <a:gd name="connsiteX251" fmla="*/ 416820 w 11269336"/>
              <a:gd name="connsiteY251" fmla="*/ 2305443 h 2323145"/>
              <a:gd name="connsiteX252" fmla="*/ 376805 w 11269336"/>
              <a:gd name="connsiteY252" fmla="*/ 2307647 h 2323145"/>
              <a:gd name="connsiteX253" fmla="*/ 266777 w 11269336"/>
              <a:gd name="connsiteY253" fmla="*/ 2309012 h 2323145"/>
              <a:gd name="connsiteX254" fmla="*/ 156013 w 11269336"/>
              <a:gd name="connsiteY254" fmla="*/ 2306832 h 2323145"/>
              <a:gd name="connsiteX255" fmla="*/ 87258 w 11269336"/>
              <a:gd name="connsiteY255" fmla="*/ 2285511 h 2323145"/>
              <a:gd name="connsiteX256" fmla="*/ 23798 w 11269336"/>
              <a:gd name="connsiteY256" fmla="*/ 2281822 h 2323145"/>
              <a:gd name="connsiteX257" fmla="*/ 0 w 11269336"/>
              <a:gd name="connsiteY257" fmla="*/ 2285369 h 2323145"/>
              <a:gd name="connsiteX258" fmla="*/ 0 w 11269336"/>
              <a:gd name="connsiteY25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66646 w 11269336"/>
              <a:gd name="connsiteY149" fmla="*/ 2198564 h 2323145"/>
              <a:gd name="connsiteX150" fmla="*/ 4354009 w 11269336"/>
              <a:gd name="connsiteY150" fmla="*/ 2204984 h 2323145"/>
              <a:gd name="connsiteX151" fmla="*/ 4348284 w 11269336"/>
              <a:gd name="connsiteY151" fmla="*/ 2205270 h 2323145"/>
              <a:gd name="connsiteX152" fmla="*/ 4333906 w 11269336"/>
              <a:gd name="connsiteY152" fmla="*/ 2205251 h 2323145"/>
              <a:gd name="connsiteX153" fmla="*/ 4308819 w 11269336"/>
              <a:gd name="connsiteY153" fmla="*/ 2203822 h 2323145"/>
              <a:gd name="connsiteX154" fmla="*/ 4301210 w 11269336"/>
              <a:gd name="connsiteY154" fmla="*/ 2204456 h 2323145"/>
              <a:gd name="connsiteX155" fmla="*/ 4283095 w 11269336"/>
              <a:gd name="connsiteY155" fmla="*/ 2198177 h 2323145"/>
              <a:gd name="connsiteX156" fmla="*/ 4250119 w 11269336"/>
              <a:gd name="connsiteY156" fmla="*/ 2196342 h 2323145"/>
              <a:gd name="connsiteX157" fmla="*/ 4189203 w 11269336"/>
              <a:gd name="connsiteY157" fmla="*/ 2178994 h 2323145"/>
              <a:gd name="connsiteX158" fmla="*/ 4154035 w 11269336"/>
              <a:gd name="connsiteY158" fmla="*/ 2171950 h 2323145"/>
              <a:gd name="connsiteX159" fmla="*/ 4129569 w 11269336"/>
              <a:gd name="connsiteY159" fmla="*/ 2163850 h 2323145"/>
              <a:gd name="connsiteX160" fmla="*/ 4061250 w 11269336"/>
              <a:gd name="connsiteY160" fmla="*/ 2159236 h 2323145"/>
              <a:gd name="connsiteX161" fmla="*/ 3945480 w 11269336"/>
              <a:gd name="connsiteY161" fmla="*/ 2158279 h 2323145"/>
              <a:gd name="connsiteX162" fmla="*/ 3921468 w 11269336"/>
              <a:gd name="connsiteY162" fmla="*/ 2156588 h 2323145"/>
              <a:gd name="connsiteX163" fmla="*/ 3903348 w 11269336"/>
              <a:gd name="connsiteY163" fmla="*/ 2149220 h 2323145"/>
              <a:gd name="connsiteX164" fmla="*/ 3901342 w 11269336"/>
              <a:gd name="connsiteY164" fmla="*/ 2142355 h 2323145"/>
              <a:gd name="connsiteX165" fmla="*/ 3888539 w 11269336"/>
              <a:gd name="connsiteY165" fmla="*/ 2140476 h 2323145"/>
              <a:gd name="connsiteX166" fmla="*/ 3885662 w 11269336"/>
              <a:gd name="connsiteY166" fmla="*/ 2138740 h 2323145"/>
              <a:gd name="connsiteX167" fmla="*/ 3868627 w 11269336"/>
              <a:gd name="connsiteY167" fmla="*/ 2130023 h 2323145"/>
              <a:gd name="connsiteX168" fmla="*/ 3819177 w 11269336"/>
              <a:gd name="connsiteY168" fmla="*/ 2142111 h 2323145"/>
              <a:gd name="connsiteX169" fmla="*/ 3769100 w 11269336"/>
              <a:gd name="connsiteY169" fmla="*/ 2131731 h 2323145"/>
              <a:gd name="connsiteX170" fmla="*/ 3562752 w 11269336"/>
              <a:gd name="connsiteY170" fmla="*/ 2131785 h 2323145"/>
              <a:gd name="connsiteX171" fmla="*/ 3541402 w 11269336"/>
              <a:gd name="connsiteY171" fmla="*/ 2106821 h 2323145"/>
              <a:gd name="connsiteX172" fmla="*/ 3365341 w 11269336"/>
              <a:gd name="connsiteY172" fmla="*/ 2077638 h 2323145"/>
              <a:gd name="connsiteX173" fmla="*/ 3170922 w 11269336"/>
              <a:gd name="connsiteY173" fmla="*/ 2115957 h 2323145"/>
              <a:gd name="connsiteX174" fmla="*/ 3156256 w 11269336"/>
              <a:gd name="connsiteY174" fmla="*/ 2124773 h 2323145"/>
              <a:gd name="connsiteX175" fmla="*/ 3140298 w 11269336"/>
              <a:gd name="connsiteY175" fmla="*/ 2129182 h 2323145"/>
              <a:gd name="connsiteX176" fmla="*/ 3138514 w 11269336"/>
              <a:gd name="connsiteY176" fmla="*/ 2128069 h 2323145"/>
              <a:gd name="connsiteX177" fmla="*/ 3120467 w 11269336"/>
              <a:gd name="connsiteY177" fmla="*/ 2128281 h 2323145"/>
              <a:gd name="connsiteX178" fmla="*/ 3116175 w 11269336"/>
              <a:gd name="connsiteY178" fmla="*/ 2131633 h 2323145"/>
              <a:gd name="connsiteX179" fmla="*/ 3103685 w 11269336"/>
              <a:gd name="connsiteY179" fmla="*/ 2132814 h 2323145"/>
              <a:gd name="connsiteX180" fmla="*/ 3078794 w 11269336"/>
              <a:gd name="connsiteY180" fmla="*/ 2137935 h 2323145"/>
              <a:gd name="connsiteX181" fmla="*/ 3074407 w 11269336"/>
              <a:gd name="connsiteY181" fmla="*/ 2136274 h 2323145"/>
              <a:gd name="connsiteX182" fmla="*/ 3037285 w 11269336"/>
              <a:gd name="connsiteY182" fmla="*/ 2139919 h 2323145"/>
              <a:gd name="connsiteX183" fmla="*/ 3036901 w 11269336"/>
              <a:gd name="connsiteY183" fmla="*/ 2138726 h 2323145"/>
              <a:gd name="connsiteX184" fmla="*/ 3026996 w 11269336"/>
              <a:gd name="connsiteY184" fmla="*/ 2134322 h 2323145"/>
              <a:gd name="connsiteX185" fmla="*/ 3007772 w 11269336"/>
              <a:gd name="connsiteY185" fmla="*/ 2128742 h 2323145"/>
              <a:gd name="connsiteX186" fmla="*/ 2965030 w 11269336"/>
              <a:gd name="connsiteY186" fmla="*/ 2100494 h 2323145"/>
              <a:gd name="connsiteX187" fmla="*/ 2926342 w 11269336"/>
              <a:gd name="connsiteY187" fmla="*/ 2104155 h 2323145"/>
              <a:gd name="connsiteX188" fmla="*/ 2918608 w 11269336"/>
              <a:gd name="connsiteY188" fmla="*/ 2104215 h 2323145"/>
              <a:gd name="connsiteX189" fmla="*/ 2918475 w 11269336"/>
              <a:gd name="connsiteY189" fmla="*/ 2103937 h 2323145"/>
              <a:gd name="connsiteX190" fmla="*/ 2910360 w 11269336"/>
              <a:gd name="connsiteY190" fmla="*/ 2103444 h 2323145"/>
              <a:gd name="connsiteX191" fmla="*/ 2904507 w 11269336"/>
              <a:gd name="connsiteY191" fmla="*/ 2104326 h 2323145"/>
              <a:gd name="connsiteX192" fmla="*/ 2889503 w 11269336"/>
              <a:gd name="connsiteY192" fmla="*/ 2104443 h 2323145"/>
              <a:gd name="connsiteX193" fmla="*/ 2884480 w 11269336"/>
              <a:gd name="connsiteY193" fmla="*/ 2102626 h 2323145"/>
              <a:gd name="connsiteX194" fmla="*/ 2882689 w 11269336"/>
              <a:gd name="connsiteY194" fmla="*/ 2099228 h 2323145"/>
              <a:gd name="connsiteX195" fmla="*/ 2881291 w 11269336"/>
              <a:gd name="connsiteY195" fmla="*/ 2099618 h 2323145"/>
              <a:gd name="connsiteX196" fmla="*/ 2853979 w 11269336"/>
              <a:gd name="connsiteY196" fmla="*/ 2090388 h 2323145"/>
              <a:gd name="connsiteX197" fmla="*/ 2791790 w 11269336"/>
              <a:gd name="connsiteY197" fmla="*/ 2080332 h 2323145"/>
              <a:gd name="connsiteX198" fmla="*/ 2755844 w 11269336"/>
              <a:gd name="connsiteY198" fmla="*/ 2078874 h 2323145"/>
              <a:gd name="connsiteX199" fmla="*/ 2657742 w 11269336"/>
              <a:gd name="connsiteY199" fmla="*/ 2070179 h 2323145"/>
              <a:gd name="connsiteX200" fmla="*/ 2559549 w 11269336"/>
              <a:gd name="connsiteY200" fmla="*/ 2057873 h 2323145"/>
              <a:gd name="connsiteX201" fmla="*/ 2512054 w 11269336"/>
              <a:gd name="connsiteY201" fmla="*/ 2031671 h 2323145"/>
              <a:gd name="connsiteX202" fmla="*/ 2506437 w 11269336"/>
              <a:gd name="connsiteY202" fmla="*/ 2030918 h 2323145"/>
              <a:gd name="connsiteX203" fmla="*/ 2491752 w 11269336"/>
              <a:gd name="connsiteY203" fmla="*/ 2033906 h 2323145"/>
              <a:gd name="connsiteX204" fmla="*/ 2486338 w 11269336"/>
              <a:gd name="connsiteY204" fmla="*/ 2035862 h 2323145"/>
              <a:gd name="connsiteX205" fmla="*/ 2478186 w 11269336"/>
              <a:gd name="connsiteY205" fmla="*/ 2036953 h 2323145"/>
              <a:gd name="connsiteX206" fmla="*/ 2477950 w 11269336"/>
              <a:gd name="connsiteY206" fmla="*/ 2036715 h 2323145"/>
              <a:gd name="connsiteX207" fmla="*/ 2470381 w 11269336"/>
              <a:gd name="connsiteY207" fmla="*/ 2038256 h 2323145"/>
              <a:gd name="connsiteX208" fmla="*/ 2433781 w 11269336"/>
              <a:gd name="connsiteY208" fmla="*/ 2049140 h 2323145"/>
              <a:gd name="connsiteX209" fmla="*/ 2381172 w 11269336"/>
              <a:gd name="connsiteY209" fmla="*/ 2030645 h 2323145"/>
              <a:gd name="connsiteX210" fmla="*/ 2360198 w 11269336"/>
              <a:gd name="connsiteY210" fmla="*/ 2029059 h 2323145"/>
              <a:gd name="connsiteX211" fmla="*/ 2348815 w 11269336"/>
              <a:gd name="connsiteY211" fmla="*/ 2026798 h 2323145"/>
              <a:gd name="connsiteX212" fmla="*/ 2347988 w 11269336"/>
              <a:gd name="connsiteY212" fmla="*/ 2025745 h 2323145"/>
              <a:gd name="connsiteX213" fmla="*/ 2312920 w 11269336"/>
              <a:gd name="connsiteY213" fmla="*/ 2036311 h 2323145"/>
              <a:gd name="connsiteX214" fmla="*/ 2307986 w 11269336"/>
              <a:gd name="connsiteY214" fmla="*/ 2035583 h 2323145"/>
              <a:gd name="connsiteX215" fmla="*/ 2285481 w 11269336"/>
              <a:gd name="connsiteY215" fmla="*/ 2045197 h 2323145"/>
              <a:gd name="connsiteX216" fmla="*/ 2273666 w 11269336"/>
              <a:gd name="connsiteY216" fmla="*/ 2048710 h 2323145"/>
              <a:gd name="connsiteX217" fmla="*/ 2270719 w 11269336"/>
              <a:gd name="connsiteY217" fmla="*/ 2052702 h 2323145"/>
              <a:gd name="connsiteX218" fmla="*/ 2253080 w 11269336"/>
              <a:gd name="connsiteY218" fmla="*/ 2056363 h 2323145"/>
              <a:gd name="connsiteX219" fmla="*/ 2250906 w 11269336"/>
              <a:gd name="connsiteY219" fmla="*/ 2055654 h 2323145"/>
              <a:gd name="connsiteX220" fmla="*/ 2236905 w 11269336"/>
              <a:gd name="connsiteY220" fmla="*/ 2062882 h 2323145"/>
              <a:gd name="connsiteX221" fmla="*/ 2225830 w 11269336"/>
              <a:gd name="connsiteY221" fmla="*/ 2074027 h 2323145"/>
              <a:gd name="connsiteX222" fmla="*/ 2073776 w 11269336"/>
              <a:gd name="connsiteY222" fmla="*/ 2089244 h 2323145"/>
              <a:gd name="connsiteX223" fmla="*/ 1948256 w 11269336"/>
              <a:gd name="connsiteY223" fmla="*/ 2146616 h 2323145"/>
              <a:gd name="connsiteX224" fmla="*/ 1865582 w 11269336"/>
              <a:gd name="connsiteY224" fmla="*/ 2153738 h 2323145"/>
              <a:gd name="connsiteX225" fmla="*/ 1835210 w 11269336"/>
              <a:gd name="connsiteY225" fmla="*/ 2134244 h 2323145"/>
              <a:gd name="connsiteX226" fmla="*/ 1632661 w 11269336"/>
              <a:gd name="connsiteY226" fmla="*/ 2173882 h 2323145"/>
              <a:gd name="connsiteX227" fmla="*/ 1579590 w 11269336"/>
              <a:gd name="connsiteY227" fmla="*/ 2173680 h 2323145"/>
              <a:gd name="connsiteX228" fmla="*/ 1535601 w 11269336"/>
              <a:gd name="connsiteY228" fmla="*/ 2194590 h 2323145"/>
              <a:gd name="connsiteX229" fmla="*/ 1515594 w 11269336"/>
              <a:gd name="connsiteY229" fmla="*/ 2189622 h 2323145"/>
              <a:gd name="connsiteX230" fmla="*/ 1512113 w 11269336"/>
              <a:gd name="connsiteY230" fmla="*/ 2188534 h 2323145"/>
              <a:gd name="connsiteX231" fmla="*/ 1498838 w 11269336"/>
              <a:gd name="connsiteY231" fmla="*/ 2189213 h 2323145"/>
              <a:gd name="connsiteX232" fmla="*/ 1494279 w 11269336"/>
              <a:gd name="connsiteY232" fmla="*/ 2183112 h 2323145"/>
              <a:gd name="connsiteX233" fmla="*/ 1473714 w 11269336"/>
              <a:gd name="connsiteY233" fmla="*/ 2179625 h 2323145"/>
              <a:gd name="connsiteX234" fmla="*/ 1449503 w 11269336"/>
              <a:gd name="connsiteY234" fmla="*/ 2182633 h 2323145"/>
              <a:gd name="connsiteX235" fmla="*/ 1266687 w 11269336"/>
              <a:gd name="connsiteY235" fmla="*/ 2212688 h 2323145"/>
              <a:gd name="connsiteX236" fmla="*/ 1239614 w 11269336"/>
              <a:gd name="connsiteY236" fmla="*/ 2209727 h 2323145"/>
              <a:gd name="connsiteX237" fmla="*/ 1202436 w 11269336"/>
              <a:gd name="connsiteY237" fmla="*/ 2209817 h 2323145"/>
              <a:gd name="connsiteX238" fmla="*/ 1136097 w 11269336"/>
              <a:gd name="connsiteY238" fmla="*/ 2205112 h 2323145"/>
              <a:gd name="connsiteX239" fmla="*/ 988232 w 11269336"/>
              <a:gd name="connsiteY239" fmla="*/ 2235635 h 2323145"/>
              <a:gd name="connsiteX240" fmla="*/ 981959 w 11269336"/>
              <a:gd name="connsiteY240" fmla="*/ 2231607 h 2323145"/>
              <a:gd name="connsiteX241" fmla="*/ 938600 w 11269336"/>
              <a:gd name="connsiteY241" fmla="*/ 2238113 h 2323145"/>
              <a:gd name="connsiteX242" fmla="*/ 791788 w 11269336"/>
              <a:gd name="connsiteY242" fmla="*/ 2293224 h 2323145"/>
              <a:gd name="connsiteX243" fmla="*/ 706914 w 11269336"/>
              <a:gd name="connsiteY243" fmla="*/ 2305046 h 2323145"/>
              <a:gd name="connsiteX244" fmla="*/ 675971 w 11269336"/>
              <a:gd name="connsiteY244" fmla="*/ 2304030 h 2323145"/>
              <a:gd name="connsiteX245" fmla="*/ 624180 w 11269336"/>
              <a:gd name="connsiteY245" fmla="*/ 2302650 h 2323145"/>
              <a:gd name="connsiteX246" fmla="*/ 583453 w 11269336"/>
              <a:gd name="connsiteY246" fmla="*/ 2288788 h 2323145"/>
              <a:gd name="connsiteX247" fmla="*/ 540946 w 11269336"/>
              <a:gd name="connsiteY247" fmla="*/ 2292721 h 2323145"/>
              <a:gd name="connsiteX248" fmla="*/ 533680 w 11269336"/>
              <a:gd name="connsiteY248" fmla="*/ 2310233 h 2323145"/>
              <a:gd name="connsiteX249" fmla="*/ 487366 w 11269336"/>
              <a:gd name="connsiteY249" fmla="*/ 2309053 h 2323145"/>
              <a:gd name="connsiteX250" fmla="*/ 416820 w 11269336"/>
              <a:gd name="connsiteY250" fmla="*/ 2305443 h 2323145"/>
              <a:gd name="connsiteX251" fmla="*/ 376805 w 11269336"/>
              <a:gd name="connsiteY251" fmla="*/ 2307647 h 2323145"/>
              <a:gd name="connsiteX252" fmla="*/ 266777 w 11269336"/>
              <a:gd name="connsiteY252" fmla="*/ 2309012 h 2323145"/>
              <a:gd name="connsiteX253" fmla="*/ 156013 w 11269336"/>
              <a:gd name="connsiteY253" fmla="*/ 2306832 h 2323145"/>
              <a:gd name="connsiteX254" fmla="*/ 87258 w 11269336"/>
              <a:gd name="connsiteY254" fmla="*/ 2285511 h 2323145"/>
              <a:gd name="connsiteX255" fmla="*/ 23798 w 11269336"/>
              <a:gd name="connsiteY255" fmla="*/ 2281822 h 2323145"/>
              <a:gd name="connsiteX256" fmla="*/ 0 w 11269336"/>
              <a:gd name="connsiteY256" fmla="*/ 2285369 h 2323145"/>
              <a:gd name="connsiteX257" fmla="*/ 0 w 11269336"/>
              <a:gd name="connsiteY25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05765 w 11269336"/>
              <a:gd name="connsiteY146" fmla="*/ 2199902 h 2323145"/>
              <a:gd name="connsiteX147" fmla="*/ 4401354 w 11269336"/>
              <a:gd name="connsiteY147" fmla="*/ 2194745 h 2323145"/>
              <a:gd name="connsiteX148" fmla="*/ 4366646 w 11269336"/>
              <a:gd name="connsiteY148" fmla="*/ 2198564 h 2323145"/>
              <a:gd name="connsiteX149" fmla="*/ 4354009 w 11269336"/>
              <a:gd name="connsiteY149" fmla="*/ 2204984 h 2323145"/>
              <a:gd name="connsiteX150" fmla="*/ 4348284 w 11269336"/>
              <a:gd name="connsiteY150" fmla="*/ 2205270 h 2323145"/>
              <a:gd name="connsiteX151" fmla="*/ 4333906 w 11269336"/>
              <a:gd name="connsiteY151" fmla="*/ 2205251 h 2323145"/>
              <a:gd name="connsiteX152" fmla="*/ 4308819 w 11269336"/>
              <a:gd name="connsiteY152" fmla="*/ 2203822 h 2323145"/>
              <a:gd name="connsiteX153" fmla="*/ 4301210 w 11269336"/>
              <a:gd name="connsiteY153" fmla="*/ 2204456 h 2323145"/>
              <a:gd name="connsiteX154" fmla="*/ 4283095 w 11269336"/>
              <a:gd name="connsiteY154" fmla="*/ 2198177 h 2323145"/>
              <a:gd name="connsiteX155" fmla="*/ 4250119 w 11269336"/>
              <a:gd name="connsiteY155" fmla="*/ 2196342 h 2323145"/>
              <a:gd name="connsiteX156" fmla="*/ 4189203 w 11269336"/>
              <a:gd name="connsiteY156" fmla="*/ 2178994 h 2323145"/>
              <a:gd name="connsiteX157" fmla="*/ 4154035 w 11269336"/>
              <a:gd name="connsiteY157" fmla="*/ 2171950 h 2323145"/>
              <a:gd name="connsiteX158" fmla="*/ 4129569 w 11269336"/>
              <a:gd name="connsiteY158" fmla="*/ 2163850 h 2323145"/>
              <a:gd name="connsiteX159" fmla="*/ 4061250 w 11269336"/>
              <a:gd name="connsiteY159" fmla="*/ 2159236 h 2323145"/>
              <a:gd name="connsiteX160" fmla="*/ 3945480 w 11269336"/>
              <a:gd name="connsiteY160" fmla="*/ 2158279 h 2323145"/>
              <a:gd name="connsiteX161" fmla="*/ 3921468 w 11269336"/>
              <a:gd name="connsiteY161" fmla="*/ 2156588 h 2323145"/>
              <a:gd name="connsiteX162" fmla="*/ 3903348 w 11269336"/>
              <a:gd name="connsiteY162" fmla="*/ 2149220 h 2323145"/>
              <a:gd name="connsiteX163" fmla="*/ 3901342 w 11269336"/>
              <a:gd name="connsiteY163" fmla="*/ 2142355 h 2323145"/>
              <a:gd name="connsiteX164" fmla="*/ 3888539 w 11269336"/>
              <a:gd name="connsiteY164" fmla="*/ 2140476 h 2323145"/>
              <a:gd name="connsiteX165" fmla="*/ 3885662 w 11269336"/>
              <a:gd name="connsiteY165" fmla="*/ 2138740 h 2323145"/>
              <a:gd name="connsiteX166" fmla="*/ 3868627 w 11269336"/>
              <a:gd name="connsiteY166" fmla="*/ 2130023 h 2323145"/>
              <a:gd name="connsiteX167" fmla="*/ 3819177 w 11269336"/>
              <a:gd name="connsiteY167" fmla="*/ 2142111 h 2323145"/>
              <a:gd name="connsiteX168" fmla="*/ 3769100 w 11269336"/>
              <a:gd name="connsiteY168" fmla="*/ 2131731 h 2323145"/>
              <a:gd name="connsiteX169" fmla="*/ 3562752 w 11269336"/>
              <a:gd name="connsiteY169" fmla="*/ 2131785 h 2323145"/>
              <a:gd name="connsiteX170" fmla="*/ 3541402 w 11269336"/>
              <a:gd name="connsiteY170" fmla="*/ 2106821 h 2323145"/>
              <a:gd name="connsiteX171" fmla="*/ 3365341 w 11269336"/>
              <a:gd name="connsiteY171" fmla="*/ 2077638 h 2323145"/>
              <a:gd name="connsiteX172" fmla="*/ 3170922 w 11269336"/>
              <a:gd name="connsiteY172" fmla="*/ 2115957 h 2323145"/>
              <a:gd name="connsiteX173" fmla="*/ 3156256 w 11269336"/>
              <a:gd name="connsiteY173" fmla="*/ 2124773 h 2323145"/>
              <a:gd name="connsiteX174" fmla="*/ 3140298 w 11269336"/>
              <a:gd name="connsiteY174" fmla="*/ 2129182 h 2323145"/>
              <a:gd name="connsiteX175" fmla="*/ 3138514 w 11269336"/>
              <a:gd name="connsiteY175" fmla="*/ 2128069 h 2323145"/>
              <a:gd name="connsiteX176" fmla="*/ 3120467 w 11269336"/>
              <a:gd name="connsiteY176" fmla="*/ 2128281 h 2323145"/>
              <a:gd name="connsiteX177" fmla="*/ 3116175 w 11269336"/>
              <a:gd name="connsiteY177" fmla="*/ 2131633 h 2323145"/>
              <a:gd name="connsiteX178" fmla="*/ 3103685 w 11269336"/>
              <a:gd name="connsiteY178" fmla="*/ 2132814 h 2323145"/>
              <a:gd name="connsiteX179" fmla="*/ 3078794 w 11269336"/>
              <a:gd name="connsiteY179" fmla="*/ 2137935 h 2323145"/>
              <a:gd name="connsiteX180" fmla="*/ 3074407 w 11269336"/>
              <a:gd name="connsiteY180" fmla="*/ 2136274 h 2323145"/>
              <a:gd name="connsiteX181" fmla="*/ 3037285 w 11269336"/>
              <a:gd name="connsiteY181" fmla="*/ 2139919 h 2323145"/>
              <a:gd name="connsiteX182" fmla="*/ 3036901 w 11269336"/>
              <a:gd name="connsiteY182" fmla="*/ 2138726 h 2323145"/>
              <a:gd name="connsiteX183" fmla="*/ 3026996 w 11269336"/>
              <a:gd name="connsiteY183" fmla="*/ 2134322 h 2323145"/>
              <a:gd name="connsiteX184" fmla="*/ 3007772 w 11269336"/>
              <a:gd name="connsiteY184" fmla="*/ 2128742 h 2323145"/>
              <a:gd name="connsiteX185" fmla="*/ 2965030 w 11269336"/>
              <a:gd name="connsiteY185" fmla="*/ 2100494 h 2323145"/>
              <a:gd name="connsiteX186" fmla="*/ 2926342 w 11269336"/>
              <a:gd name="connsiteY186" fmla="*/ 2104155 h 2323145"/>
              <a:gd name="connsiteX187" fmla="*/ 2918608 w 11269336"/>
              <a:gd name="connsiteY187" fmla="*/ 2104215 h 2323145"/>
              <a:gd name="connsiteX188" fmla="*/ 2918475 w 11269336"/>
              <a:gd name="connsiteY188" fmla="*/ 2103937 h 2323145"/>
              <a:gd name="connsiteX189" fmla="*/ 2910360 w 11269336"/>
              <a:gd name="connsiteY189" fmla="*/ 2103444 h 2323145"/>
              <a:gd name="connsiteX190" fmla="*/ 2904507 w 11269336"/>
              <a:gd name="connsiteY190" fmla="*/ 2104326 h 2323145"/>
              <a:gd name="connsiteX191" fmla="*/ 2889503 w 11269336"/>
              <a:gd name="connsiteY191" fmla="*/ 2104443 h 2323145"/>
              <a:gd name="connsiteX192" fmla="*/ 2884480 w 11269336"/>
              <a:gd name="connsiteY192" fmla="*/ 2102626 h 2323145"/>
              <a:gd name="connsiteX193" fmla="*/ 2882689 w 11269336"/>
              <a:gd name="connsiteY193" fmla="*/ 2099228 h 2323145"/>
              <a:gd name="connsiteX194" fmla="*/ 2881291 w 11269336"/>
              <a:gd name="connsiteY194" fmla="*/ 2099618 h 2323145"/>
              <a:gd name="connsiteX195" fmla="*/ 2853979 w 11269336"/>
              <a:gd name="connsiteY195" fmla="*/ 2090388 h 2323145"/>
              <a:gd name="connsiteX196" fmla="*/ 2791790 w 11269336"/>
              <a:gd name="connsiteY196" fmla="*/ 2080332 h 2323145"/>
              <a:gd name="connsiteX197" fmla="*/ 2755844 w 11269336"/>
              <a:gd name="connsiteY197" fmla="*/ 2078874 h 2323145"/>
              <a:gd name="connsiteX198" fmla="*/ 2657742 w 11269336"/>
              <a:gd name="connsiteY198" fmla="*/ 2070179 h 2323145"/>
              <a:gd name="connsiteX199" fmla="*/ 2559549 w 11269336"/>
              <a:gd name="connsiteY199" fmla="*/ 2057873 h 2323145"/>
              <a:gd name="connsiteX200" fmla="*/ 2512054 w 11269336"/>
              <a:gd name="connsiteY200" fmla="*/ 2031671 h 2323145"/>
              <a:gd name="connsiteX201" fmla="*/ 2506437 w 11269336"/>
              <a:gd name="connsiteY201" fmla="*/ 2030918 h 2323145"/>
              <a:gd name="connsiteX202" fmla="*/ 2491752 w 11269336"/>
              <a:gd name="connsiteY202" fmla="*/ 2033906 h 2323145"/>
              <a:gd name="connsiteX203" fmla="*/ 2486338 w 11269336"/>
              <a:gd name="connsiteY203" fmla="*/ 2035862 h 2323145"/>
              <a:gd name="connsiteX204" fmla="*/ 2478186 w 11269336"/>
              <a:gd name="connsiteY204" fmla="*/ 2036953 h 2323145"/>
              <a:gd name="connsiteX205" fmla="*/ 2477950 w 11269336"/>
              <a:gd name="connsiteY205" fmla="*/ 2036715 h 2323145"/>
              <a:gd name="connsiteX206" fmla="*/ 2470381 w 11269336"/>
              <a:gd name="connsiteY206" fmla="*/ 2038256 h 2323145"/>
              <a:gd name="connsiteX207" fmla="*/ 2433781 w 11269336"/>
              <a:gd name="connsiteY207" fmla="*/ 2049140 h 2323145"/>
              <a:gd name="connsiteX208" fmla="*/ 2381172 w 11269336"/>
              <a:gd name="connsiteY208" fmla="*/ 2030645 h 2323145"/>
              <a:gd name="connsiteX209" fmla="*/ 2360198 w 11269336"/>
              <a:gd name="connsiteY209" fmla="*/ 2029059 h 2323145"/>
              <a:gd name="connsiteX210" fmla="*/ 2348815 w 11269336"/>
              <a:gd name="connsiteY210" fmla="*/ 2026798 h 2323145"/>
              <a:gd name="connsiteX211" fmla="*/ 2347988 w 11269336"/>
              <a:gd name="connsiteY211" fmla="*/ 2025745 h 2323145"/>
              <a:gd name="connsiteX212" fmla="*/ 2312920 w 11269336"/>
              <a:gd name="connsiteY212" fmla="*/ 2036311 h 2323145"/>
              <a:gd name="connsiteX213" fmla="*/ 2307986 w 11269336"/>
              <a:gd name="connsiteY213" fmla="*/ 2035583 h 2323145"/>
              <a:gd name="connsiteX214" fmla="*/ 2285481 w 11269336"/>
              <a:gd name="connsiteY214" fmla="*/ 2045197 h 2323145"/>
              <a:gd name="connsiteX215" fmla="*/ 2273666 w 11269336"/>
              <a:gd name="connsiteY215" fmla="*/ 2048710 h 2323145"/>
              <a:gd name="connsiteX216" fmla="*/ 2270719 w 11269336"/>
              <a:gd name="connsiteY216" fmla="*/ 2052702 h 2323145"/>
              <a:gd name="connsiteX217" fmla="*/ 2253080 w 11269336"/>
              <a:gd name="connsiteY217" fmla="*/ 2056363 h 2323145"/>
              <a:gd name="connsiteX218" fmla="*/ 2250906 w 11269336"/>
              <a:gd name="connsiteY218" fmla="*/ 2055654 h 2323145"/>
              <a:gd name="connsiteX219" fmla="*/ 2236905 w 11269336"/>
              <a:gd name="connsiteY219" fmla="*/ 2062882 h 2323145"/>
              <a:gd name="connsiteX220" fmla="*/ 2225830 w 11269336"/>
              <a:gd name="connsiteY220" fmla="*/ 2074027 h 2323145"/>
              <a:gd name="connsiteX221" fmla="*/ 2073776 w 11269336"/>
              <a:gd name="connsiteY221" fmla="*/ 2089244 h 2323145"/>
              <a:gd name="connsiteX222" fmla="*/ 1948256 w 11269336"/>
              <a:gd name="connsiteY222" fmla="*/ 2146616 h 2323145"/>
              <a:gd name="connsiteX223" fmla="*/ 1865582 w 11269336"/>
              <a:gd name="connsiteY223" fmla="*/ 2153738 h 2323145"/>
              <a:gd name="connsiteX224" fmla="*/ 1835210 w 11269336"/>
              <a:gd name="connsiteY224" fmla="*/ 2134244 h 2323145"/>
              <a:gd name="connsiteX225" fmla="*/ 1632661 w 11269336"/>
              <a:gd name="connsiteY225" fmla="*/ 2173882 h 2323145"/>
              <a:gd name="connsiteX226" fmla="*/ 1579590 w 11269336"/>
              <a:gd name="connsiteY226" fmla="*/ 2173680 h 2323145"/>
              <a:gd name="connsiteX227" fmla="*/ 1535601 w 11269336"/>
              <a:gd name="connsiteY227" fmla="*/ 2194590 h 2323145"/>
              <a:gd name="connsiteX228" fmla="*/ 1515594 w 11269336"/>
              <a:gd name="connsiteY228" fmla="*/ 2189622 h 2323145"/>
              <a:gd name="connsiteX229" fmla="*/ 1512113 w 11269336"/>
              <a:gd name="connsiteY229" fmla="*/ 2188534 h 2323145"/>
              <a:gd name="connsiteX230" fmla="*/ 1498838 w 11269336"/>
              <a:gd name="connsiteY230" fmla="*/ 2189213 h 2323145"/>
              <a:gd name="connsiteX231" fmla="*/ 1494279 w 11269336"/>
              <a:gd name="connsiteY231" fmla="*/ 2183112 h 2323145"/>
              <a:gd name="connsiteX232" fmla="*/ 1473714 w 11269336"/>
              <a:gd name="connsiteY232" fmla="*/ 2179625 h 2323145"/>
              <a:gd name="connsiteX233" fmla="*/ 1449503 w 11269336"/>
              <a:gd name="connsiteY233" fmla="*/ 2182633 h 2323145"/>
              <a:gd name="connsiteX234" fmla="*/ 1266687 w 11269336"/>
              <a:gd name="connsiteY234" fmla="*/ 2212688 h 2323145"/>
              <a:gd name="connsiteX235" fmla="*/ 1239614 w 11269336"/>
              <a:gd name="connsiteY235" fmla="*/ 2209727 h 2323145"/>
              <a:gd name="connsiteX236" fmla="*/ 1202436 w 11269336"/>
              <a:gd name="connsiteY236" fmla="*/ 2209817 h 2323145"/>
              <a:gd name="connsiteX237" fmla="*/ 1136097 w 11269336"/>
              <a:gd name="connsiteY237" fmla="*/ 2205112 h 2323145"/>
              <a:gd name="connsiteX238" fmla="*/ 988232 w 11269336"/>
              <a:gd name="connsiteY238" fmla="*/ 2235635 h 2323145"/>
              <a:gd name="connsiteX239" fmla="*/ 981959 w 11269336"/>
              <a:gd name="connsiteY239" fmla="*/ 2231607 h 2323145"/>
              <a:gd name="connsiteX240" fmla="*/ 938600 w 11269336"/>
              <a:gd name="connsiteY240" fmla="*/ 2238113 h 2323145"/>
              <a:gd name="connsiteX241" fmla="*/ 791788 w 11269336"/>
              <a:gd name="connsiteY241" fmla="*/ 2293224 h 2323145"/>
              <a:gd name="connsiteX242" fmla="*/ 706914 w 11269336"/>
              <a:gd name="connsiteY242" fmla="*/ 2305046 h 2323145"/>
              <a:gd name="connsiteX243" fmla="*/ 675971 w 11269336"/>
              <a:gd name="connsiteY243" fmla="*/ 2304030 h 2323145"/>
              <a:gd name="connsiteX244" fmla="*/ 624180 w 11269336"/>
              <a:gd name="connsiteY244" fmla="*/ 2302650 h 2323145"/>
              <a:gd name="connsiteX245" fmla="*/ 583453 w 11269336"/>
              <a:gd name="connsiteY245" fmla="*/ 2288788 h 2323145"/>
              <a:gd name="connsiteX246" fmla="*/ 540946 w 11269336"/>
              <a:gd name="connsiteY246" fmla="*/ 2292721 h 2323145"/>
              <a:gd name="connsiteX247" fmla="*/ 533680 w 11269336"/>
              <a:gd name="connsiteY247" fmla="*/ 2310233 h 2323145"/>
              <a:gd name="connsiteX248" fmla="*/ 487366 w 11269336"/>
              <a:gd name="connsiteY248" fmla="*/ 2309053 h 2323145"/>
              <a:gd name="connsiteX249" fmla="*/ 416820 w 11269336"/>
              <a:gd name="connsiteY249" fmla="*/ 2305443 h 2323145"/>
              <a:gd name="connsiteX250" fmla="*/ 376805 w 11269336"/>
              <a:gd name="connsiteY250" fmla="*/ 2307647 h 2323145"/>
              <a:gd name="connsiteX251" fmla="*/ 266777 w 11269336"/>
              <a:gd name="connsiteY251" fmla="*/ 2309012 h 2323145"/>
              <a:gd name="connsiteX252" fmla="*/ 156013 w 11269336"/>
              <a:gd name="connsiteY252" fmla="*/ 2306832 h 2323145"/>
              <a:gd name="connsiteX253" fmla="*/ 87258 w 11269336"/>
              <a:gd name="connsiteY253" fmla="*/ 2285511 h 2323145"/>
              <a:gd name="connsiteX254" fmla="*/ 23798 w 11269336"/>
              <a:gd name="connsiteY254" fmla="*/ 2281822 h 2323145"/>
              <a:gd name="connsiteX255" fmla="*/ 0 w 11269336"/>
              <a:gd name="connsiteY255" fmla="*/ 2285369 h 2323145"/>
              <a:gd name="connsiteX256" fmla="*/ 0 w 11269336"/>
              <a:gd name="connsiteY25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05765 w 11269336"/>
              <a:gd name="connsiteY145" fmla="*/ 2199902 h 2323145"/>
              <a:gd name="connsiteX146" fmla="*/ 4401354 w 11269336"/>
              <a:gd name="connsiteY146" fmla="*/ 2194745 h 2323145"/>
              <a:gd name="connsiteX147" fmla="*/ 4366646 w 11269336"/>
              <a:gd name="connsiteY147" fmla="*/ 2198564 h 2323145"/>
              <a:gd name="connsiteX148" fmla="*/ 4354009 w 11269336"/>
              <a:gd name="connsiteY148" fmla="*/ 2204984 h 2323145"/>
              <a:gd name="connsiteX149" fmla="*/ 4348284 w 11269336"/>
              <a:gd name="connsiteY149" fmla="*/ 2205270 h 2323145"/>
              <a:gd name="connsiteX150" fmla="*/ 4333906 w 11269336"/>
              <a:gd name="connsiteY150" fmla="*/ 2205251 h 2323145"/>
              <a:gd name="connsiteX151" fmla="*/ 4308819 w 11269336"/>
              <a:gd name="connsiteY151" fmla="*/ 2203822 h 2323145"/>
              <a:gd name="connsiteX152" fmla="*/ 4301210 w 11269336"/>
              <a:gd name="connsiteY152" fmla="*/ 2204456 h 2323145"/>
              <a:gd name="connsiteX153" fmla="*/ 4283095 w 11269336"/>
              <a:gd name="connsiteY153" fmla="*/ 2198177 h 2323145"/>
              <a:gd name="connsiteX154" fmla="*/ 4250119 w 11269336"/>
              <a:gd name="connsiteY154" fmla="*/ 2196342 h 2323145"/>
              <a:gd name="connsiteX155" fmla="*/ 4189203 w 11269336"/>
              <a:gd name="connsiteY155" fmla="*/ 2178994 h 2323145"/>
              <a:gd name="connsiteX156" fmla="*/ 4154035 w 11269336"/>
              <a:gd name="connsiteY156" fmla="*/ 2171950 h 2323145"/>
              <a:gd name="connsiteX157" fmla="*/ 4129569 w 11269336"/>
              <a:gd name="connsiteY157" fmla="*/ 2163850 h 2323145"/>
              <a:gd name="connsiteX158" fmla="*/ 4061250 w 11269336"/>
              <a:gd name="connsiteY158" fmla="*/ 2159236 h 2323145"/>
              <a:gd name="connsiteX159" fmla="*/ 3945480 w 11269336"/>
              <a:gd name="connsiteY159" fmla="*/ 2158279 h 2323145"/>
              <a:gd name="connsiteX160" fmla="*/ 3921468 w 11269336"/>
              <a:gd name="connsiteY160" fmla="*/ 2156588 h 2323145"/>
              <a:gd name="connsiteX161" fmla="*/ 3903348 w 11269336"/>
              <a:gd name="connsiteY161" fmla="*/ 2149220 h 2323145"/>
              <a:gd name="connsiteX162" fmla="*/ 3901342 w 11269336"/>
              <a:gd name="connsiteY162" fmla="*/ 2142355 h 2323145"/>
              <a:gd name="connsiteX163" fmla="*/ 3888539 w 11269336"/>
              <a:gd name="connsiteY163" fmla="*/ 2140476 h 2323145"/>
              <a:gd name="connsiteX164" fmla="*/ 3885662 w 11269336"/>
              <a:gd name="connsiteY164" fmla="*/ 2138740 h 2323145"/>
              <a:gd name="connsiteX165" fmla="*/ 3868627 w 11269336"/>
              <a:gd name="connsiteY165" fmla="*/ 2130023 h 2323145"/>
              <a:gd name="connsiteX166" fmla="*/ 3819177 w 11269336"/>
              <a:gd name="connsiteY166" fmla="*/ 2142111 h 2323145"/>
              <a:gd name="connsiteX167" fmla="*/ 3769100 w 11269336"/>
              <a:gd name="connsiteY167" fmla="*/ 2131731 h 2323145"/>
              <a:gd name="connsiteX168" fmla="*/ 3562752 w 11269336"/>
              <a:gd name="connsiteY168" fmla="*/ 2131785 h 2323145"/>
              <a:gd name="connsiteX169" fmla="*/ 3541402 w 11269336"/>
              <a:gd name="connsiteY169" fmla="*/ 2106821 h 2323145"/>
              <a:gd name="connsiteX170" fmla="*/ 3365341 w 11269336"/>
              <a:gd name="connsiteY170" fmla="*/ 2077638 h 2323145"/>
              <a:gd name="connsiteX171" fmla="*/ 3170922 w 11269336"/>
              <a:gd name="connsiteY171" fmla="*/ 2115957 h 2323145"/>
              <a:gd name="connsiteX172" fmla="*/ 3156256 w 11269336"/>
              <a:gd name="connsiteY172" fmla="*/ 2124773 h 2323145"/>
              <a:gd name="connsiteX173" fmla="*/ 3140298 w 11269336"/>
              <a:gd name="connsiteY173" fmla="*/ 2129182 h 2323145"/>
              <a:gd name="connsiteX174" fmla="*/ 3138514 w 11269336"/>
              <a:gd name="connsiteY174" fmla="*/ 2128069 h 2323145"/>
              <a:gd name="connsiteX175" fmla="*/ 3120467 w 11269336"/>
              <a:gd name="connsiteY175" fmla="*/ 2128281 h 2323145"/>
              <a:gd name="connsiteX176" fmla="*/ 3116175 w 11269336"/>
              <a:gd name="connsiteY176" fmla="*/ 2131633 h 2323145"/>
              <a:gd name="connsiteX177" fmla="*/ 3103685 w 11269336"/>
              <a:gd name="connsiteY177" fmla="*/ 2132814 h 2323145"/>
              <a:gd name="connsiteX178" fmla="*/ 3078794 w 11269336"/>
              <a:gd name="connsiteY178" fmla="*/ 2137935 h 2323145"/>
              <a:gd name="connsiteX179" fmla="*/ 3074407 w 11269336"/>
              <a:gd name="connsiteY179" fmla="*/ 2136274 h 2323145"/>
              <a:gd name="connsiteX180" fmla="*/ 3037285 w 11269336"/>
              <a:gd name="connsiteY180" fmla="*/ 2139919 h 2323145"/>
              <a:gd name="connsiteX181" fmla="*/ 3036901 w 11269336"/>
              <a:gd name="connsiteY181" fmla="*/ 2138726 h 2323145"/>
              <a:gd name="connsiteX182" fmla="*/ 3026996 w 11269336"/>
              <a:gd name="connsiteY182" fmla="*/ 2134322 h 2323145"/>
              <a:gd name="connsiteX183" fmla="*/ 3007772 w 11269336"/>
              <a:gd name="connsiteY183" fmla="*/ 2128742 h 2323145"/>
              <a:gd name="connsiteX184" fmla="*/ 2965030 w 11269336"/>
              <a:gd name="connsiteY184" fmla="*/ 2100494 h 2323145"/>
              <a:gd name="connsiteX185" fmla="*/ 2926342 w 11269336"/>
              <a:gd name="connsiteY185" fmla="*/ 2104155 h 2323145"/>
              <a:gd name="connsiteX186" fmla="*/ 2918608 w 11269336"/>
              <a:gd name="connsiteY186" fmla="*/ 2104215 h 2323145"/>
              <a:gd name="connsiteX187" fmla="*/ 2918475 w 11269336"/>
              <a:gd name="connsiteY187" fmla="*/ 2103937 h 2323145"/>
              <a:gd name="connsiteX188" fmla="*/ 2910360 w 11269336"/>
              <a:gd name="connsiteY188" fmla="*/ 2103444 h 2323145"/>
              <a:gd name="connsiteX189" fmla="*/ 2904507 w 11269336"/>
              <a:gd name="connsiteY189" fmla="*/ 2104326 h 2323145"/>
              <a:gd name="connsiteX190" fmla="*/ 2889503 w 11269336"/>
              <a:gd name="connsiteY190" fmla="*/ 2104443 h 2323145"/>
              <a:gd name="connsiteX191" fmla="*/ 2884480 w 11269336"/>
              <a:gd name="connsiteY191" fmla="*/ 2102626 h 2323145"/>
              <a:gd name="connsiteX192" fmla="*/ 2882689 w 11269336"/>
              <a:gd name="connsiteY192" fmla="*/ 2099228 h 2323145"/>
              <a:gd name="connsiteX193" fmla="*/ 2881291 w 11269336"/>
              <a:gd name="connsiteY193" fmla="*/ 2099618 h 2323145"/>
              <a:gd name="connsiteX194" fmla="*/ 2853979 w 11269336"/>
              <a:gd name="connsiteY194" fmla="*/ 2090388 h 2323145"/>
              <a:gd name="connsiteX195" fmla="*/ 2791790 w 11269336"/>
              <a:gd name="connsiteY195" fmla="*/ 2080332 h 2323145"/>
              <a:gd name="connsiteX196" fmla="*/ 2755844 w 11269336"/>
              <a:gd name="connsiteY196" fmla="*/ 2078874 h 2323145"/>
              <a:gd name="connsiteX197" fmla="*/ 2657742 w 11269336"/>
              <a:gd name="connsiteY197" fmla="*/ 2070179 h 2323145"/>
              <a:gd name="connsiteX198" fmla="*/ 2559549 w 11269336"/>
              <a:gd name="connsiteY198" fmla="*/ 2057873 h 2323145"/>
              <a:gd name="connsiteX199" fmla="*/ 2512054 w 11269336"/>
              <a:gd name="connsiteY199" fmla="*/ 2031671 h 2323145"/>
              <a:gd name="connsiteX200" fmla="*/ 2506437 w 11269336"/>
              <a:gd name="connsiteY200" fmla="*/ 2030918 h 2323145"/>
              <a:gd name="connsiteX201" fmla="*/ 2491752 w 11269336"/>
              <a:gd name="connsiteY201" fmla="*/ 2033906 h 2323145"/>
              <a:gd name="connsiteX202" fmla="*/ 2486338 w 11269336"/>
              <a:gd name="connsiteY202" fmla="*/ 2035862 h 2323145"/>
              <a:gd name="connsiteX203" fmla="*/ 2478186 w 11269336"/>
              <a:gd name="connsiteY203" fmla="*/ 2036953 h 2323145"/>
              <a:gd name="connsiteX204" fmla="*/ 2477950 w 11269336"/>
              <a:gd name="connsiteY204" fmla="*/ 2036715 h 2323145"/>
              <a:gd name="connsiteX205" fmla="*/ 2470381 w 11269336"/>
              <a:gd name="connsiteY205" fmla="*/ 2038256 h 2323145"/>
              <a:gd name="connsiteX206" fmla="*/ 2433781 w 11269336"/>
              <a:gd name="connsiteY206" fmla="*/ 2049140 h 2323145"/>
              <a:gd name="connsiteX207" fmla="*/ 2381172 w 11269336"/>
              <a:gd name="connsiteY207" fmla="*/ 2030645 h 2323145"/>
              <a:gd name="connsiteX208" fmla="*/ 2360198 w 11269336"/>
              <a:gd name="connsiteY208" fmla="*/ 2029059 h 2323145"/>
              <a:gd name="connsiteX209" fmla="*/ 2348815 w 11269336"/>
              <a:gd name="connsiteY209" fmla="*/ 2026798 h 2323145"/>
              <a:gd name="connsiteX210" fmla="*/ 2347988 w 11269336"/>
              <a:gd name="connsiteY210" fmla="*/ 2025745 h 2323145"/>
              <a:gd name="connsiteX211" fmla="*/ 2312920 w 11269336"/>
              <a:gd name="connsiteY211" fmla="*/ 2036311 h 2323145"/>
              <a:gd name="connsiteX212" fmla="*/ 2307986 w 11269336"/>
              <a:gd name="connsiteY212" fmla="*/ 2035583 h 2323145"/>
              <a:gd name="connsiteX213" fmla="*/ 2285481 w 11269336"/>
              <a:gd name="connsiteY213" fmla="*/ 2045197 h 2323145"/>
              <a:gd name="connsiteX214" fmla="*/ 2273666 w 11269336"/>
              <a:gd name="connsiteY214" fmla="*/ 2048710 h 2323145"/>
              <a:gd name="connsiteX215" fmla="*/ 2270719 w 11269336"/>
              <a:gd name="connsiteY215" fmla="*/ 2052702 h 2323145"/>
              <a:gd name="connsiteX216" fmla="*/ 2253080 w 11269336"/>
              <a:gd name="connsiteY216" fmla="*/ 2056363 h 2323145"/>
              <a:gd name="connsiteX217" fmla="*/ 2250906 w 11269336"/>
              <a:gd name="connsiteY217" fmla="*/ 2055654 h 2323145"/>
              <a:gd name="connsiteX218" fmla="*/ 2236905 w 11269336"/>
              <a:gd name="connsiteY218" fmla="*/ 2062882 h 2323145"/>
              <a:gd name="connsiteX219" fmla="*/ 2225830 w 11269336"/>
              <a:gd name="connsiteY219" fmla="*/ 2074027 h 2323145"/>
              <a:gd name="connsiteX220" fmla="*/ 2073776 w 11269336"/>
              <a:gd name="connsiteY220" fmla="*/ 2089244 h 2323145"/>
              <a:gd name="connsiteX221" fmla="*/ 1948256 w 11269336"/>
              <a:gd name="connsiteY221" fmla="*/ 2146616 h 2323145"/>
              <a:gd name="connsiteX222" fmla="*/ 1865582 w 11269336"/>
              <a:gd name="connsiteY222" fmla="*/ 2153738 h 2323145"/>
              <a:gd name="connsiteX223" fmla="*/ 1835210 w 11269336"/>
              <a:gd name="connsiteY223" fmla="*/ 2134244 h 2323145"/>
              <a:gd name="connsiteX224" fmla="*/ 1632661 w 11269336"/>
              <a:gd name="connsiteY224" fmla="*/ 2173882 h 2323145"/>
              <a:gd name="connsiteX225" fmla="*/ 1579590 w 11269336"/>
              <a:gd name="connsiteY225" fmla="*/ 2173680 h 2323145"/>
              <a:gd name="connsiteX226" fmla="*/ 1535601 w 11269336"/>
              <a:gd name="connsiteY226" fmla="*/ 2194590 h 2323145"/>
              <a:gd name="connsiteX227" fmla="*/ 1515594 w 11269336"/>
              <a:gd name="connsiteY227" fmla="*/ 2189622 h 2323145"/>
              <a:gd name="connsiteX228" fmla="*/ 1512113 w 11269336"/>
              <a:gd name="connsiteY228" fmla="*/ 2188534 h 2323145"/>
              <a:gd name="connsiteX229" fmla="*/ 1498838 w 11269336"/>
              <a:gd name="connsiteY229" fmla="*/ 2189213 h 2323145"/>
              <a:gd name="connsiteX230" fmla="*/ 1494279 w 11269336"/>
              <a:gd name="connsiteY230" fmla="*/ 2183112 h 2323145"/>
              <a:gd name="connsiteX231" fmla="*/ 1473714 w 11269336"/>
              <a:gd name="connsiteY231" fmla="*/ 2179625 h 2323145"/>
              <a:gd name="connsiteX232" fmla="*/ 1449503 w 11269336"/>
              <a:gd name="connsiteY232" fmla="*/ 2182633 h 2323145"/>
              <a:gd name="connsiteX233" fmla="*/ 1266687 w 11269336"/>
              <a:gd name="connsiteY233" fmla="*/ 2212688 h 2323145"/>
              <a:gd name="connsiteX234" fmla="*/ 1239614 w 11269336"/>
              <a:gd name="connsiteY234" fmla="*/ 2209727 h 2323145"/>
              <a:gd name="connsiteX235" fmla="*/ 1202436 w 11269336"/>
              <a:gd name="connsiteY235" fmla="*/ 2209817 h 2323145"/>
              <a:gd name="connsiteX236" fmla="*/ 1136097 w 11269336"/>
              <a:gd name="connsiteY236" fmla="*/ 2205112 h 2323145"/>
              <a:gd name="connsiteX237" fmla="*/ 988232 w 11269336"/>
              <a:gd name="connsiteY237" fmla="*/ 2235635 h 2323145"/>
              <a:gd name="connsiteX238" fmla="*/ 981959 w 11269336"/>
              <a:gd name="connsiteY238" fmla="*/ 2231607 h 2323145"/>
              <a:gd name="connsiteX239" fmla="*/ 938600 w 11269336"/>
              <a:gd name="connsiteY239" fmla="*/ 2238113 h 2323145"/>
              <a:gd name="connsiteX240" fmla="*/ 791788 w 11269336"/>
              <a:gd name="connsiteY240" fmla="*/ 2293224 h 2323145"/>
              <a:gd name="connsiteX241" fmla="*/ 706914 w 11269336"/>
              <a:gd name="connsiteY241" fmla="*/ 2305046 h 2323145"/>
              <a:gd name="connsiteX242" fmla="*/ 675971 w 11269336"/>
              <a:gd name="connsiteY242" fmla="*/ 2304030 h 2323145"/>
              <a:gd name="connsiteX243" fmla="*/ 624180 w 11269336"/>
              <a:gd name="connsiteY243" fmla="*/ 2302650 h 2323145"/>
              <a:gd name="connsiteX244" fmla="*/ 583453 w 11269336"/>
              <a:gd name="connsiteY244" fmla="*/ 2288788 h 2323145"/>
              <a:gd name="connsiteX245" fmla="*/ 540946 w 11269336"/>
              <a:gd name="connsiteY245" fmla="*/ 2292721 h 2323145"/>
              <a:gd name="connsiteX246" fmla="*/ 533680 w 11269336"/>
              <a:gd name="connsiteY246" fmla="*/ 2310233 h 2323145"/>
              <a:gd name="connsiteX247" fmla="*/ 487366 w 11269336"/>
              <a:gd name="connsiteY247" fmla="*/ 2309053 h 2323145"/>
              <a:gd name="connsiteX248" fmla="*/ 416820 w 11269336"/>
              <a:gd name="connsiteY248" fmla="*/ 2305443 h 2323145"/>
              <a:gd name="connsiteX249" fmla="*/ 376805 w 11269336"/>
              <a:gd name="connsiteY249" fmla="*/ 2307647 h 2323145"/>
              <a:gd name="connsiteX250" fmla="*/ 266777 w 11269336"/>
              <a:gd name="connsiteY250" fmla="*/ 2309012 h 2323145"/>
              <a:gd name="connsiteX251" fmla="*/ 156013 w 11269336"/>
              <a:gd name="connsiteY251" fmla="*/ 2306832 h 2323145"/>
              <a:gd name="connsiteX252" fmla="*/ 87258 w 11269336"/>
              <a:gd name="connsiteY252" fmla="*/ 2285511 h 2323145"/>
              <a:gd name="connsiteX253" fmla="*/ 23798 w 11269336"/>
              <a:gd name="connsiteY253" fmla="*/ 2281822 h 2323145"/>
              <a:gd name="connsiteX254" fmla="*/ 0 w 11269336"/>
              <a:gd name="connsiteY254" fmla="*/ 2285369 h 2323145"/>
              <a:gd name="connsiteX255" fmla="*/ 0 w 11269336"/>
              <a:gd name="connsiteY25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05765 w 11269336"/>
              <a:gd name="connsiteY144" fmla="*/ 2199902 h 2323145"/>
              <a:gd name="connsiteX145" fmla="*/ 4401354 w 11269336"/>
              <a:gd name="connsiteY145" fmla="*/ 2194745 h 2323145"/>
              <a:gd name="connsiteX146" fmla="*/ 4366646 w 11269336"/>
              <a:gd name="connsiteY146" fmla="*/ 2198564 h 2323145"/>
              <a:gd name="connsiteX147" fmla="*/ 4354009 w 11269336"/>
              <a:gd name="connsiteY147" fmla="*/ 2204984 h 2323145"/>
              <a:gd name="connsiteX148" fmla="*/ 4348284 w 11269336"/>
              <a:gd name="connsiteY148" fmla="*/ 2205270 h 2323145"/>
              <a:gd name="connsiteX149" fmla="*/ 4333906 w 11269336"/>
              <a:gd name="connsiteY149" fmla="*/ 2205251 h 2323145"/>
              <a:gd name="connsiteX150" fmla="*/ 4308819 w 11269336"/>
              <a:gd name="connsiteY150" fmla="*/ 2203822 h 2323145"/>
              <a:gd name="connsiteX151" fmla="*/ 4301210 w 11269336"/>
              <a:gd name="connsiteY151" fmla="*/ 2204456 h 2323145"/>
              <a:gd name="connsiteX152" fmla="*/ 4283095 w 11269336"/>
              <a:gd name="connsiteY152" fmla="*/ 2198177 h 2323145"/>
              <a:gd name="connsiteX153" fmla="*/ 4250119 w 11269336"/>
              <a:gd name="connsiteY153" fmla="*/ 2196342 h 2323145"/>
              <a:gd name="connsiteX154" fmla="*/ 4189203 w 11269336"/>
              <a:gd name="connsiteY154" fmla="*/ 2178994 h 2323145"/>
              <a:gd name="connsiteX155" fmla="*/ 4154035 w 11269336"/>
              <a:gd name="connsiteY155" fmla="*/ 2171950 h 2323145"/>
              <a:gd name="connsiteX156" fmla="*/ 4129569 w 11269336"/>
              <a:gd name="connsiteY156" fmla="*/ 2163850 h 2323145"/>
              <a:gd name="connsiteX157" fmla="*/ 4061250 w 11269336"/>
              <a:gd name="connsiteY157" fmla="*/ 2159236 h 2323145"/>
              <a:gd name="connsiteX158" fmla="*/ 3945480 w 11269336"/>
              <a:gd name="connsiteY158" fmla="*/ 2158279 h 2323145"/>
              <a:gd name="connsiteX159" fmla="*/ 3921468 w 11269336"/>
              <a:gd name="connsiteY159" fmla="*/ 2156588 h 2323145"/>
              <a:gd name="connsiteX160" fmla="*/ 3903348 w 11269336"/>
              <a:gd name="connsiteY160" fmla="*/ 2149220 h 2323145"/>
              <a:gd name="connsiteX161" fmla="*/ 3901342 w 11269336"/>
              <a:gd name="connsiteY161" fmla="*/ 2142355 h 2323145"/>
              <a:gd name="connsiteX162" fmla="*/ 3888539 w 11269336"/>
              <a:gd name="connsiteY162" fmla="*/ 2140476 h 2323145"/>
              <a:gd name="connsiteX163" fmla="*/ 3885662 w 11269336"/>
              <a:gd name="connsiteY163" fmla="*/ 2138740 h 2323145"/>
              <a:gd name="connsiteX164" fmla="*/ 3868627 w 11269336"/>
              <a:gd name="connsiteY164" fmla="*/ 2130023 h 2323145"/>
              <a:gd name="connsiteX165" fmla="*/ 3819177 w 11269336"/>
              <a:gd name="connsiteY165" fmla="*/ 2142111 h 2323145"/>
              <a:gd name="connsiteX166" fmla="*/ 3769100 w 11269336"/>
              <a:gd name="connsiteY166" fmla="*/ 2131731 h 2323145"/>
              <a:gd name="connsiteX167" fmla="*/ 3562752 w 11269336"/>
              <a:gd name="connsiteY167" fmla="*/ 2131785 h 2323145"/>
              <a:gd name="connsiteX168" fmla="*/ 3541402 w 11269336"/>
              <a:gd name="connsiteY168" fmla="*/ 2106821 h 2323145"/>
              <a:gd name="connsiteX169" fmla="*/ 3365341 w 11269336"/>
              <a:gd name="connsiteY169" fmla="*/ 2077638 h 2323145"/>
              <a:gd name="connsiteX170" fmla="*/ 3170922 w 11269336"/>
              <a:gd name="connsiteY170" fmla="*/ 2115957 h 2323145"/>
              <a:gd name="connsiteX171" fmla="*/ 3156256 w 11269336"/>
              <a:gd name="connsiteY171" fmla="*/ 2124773 h 2323145"/>
              <a:gd name="connsiteX172" fmla="*/ 3140298 w 11269336"/>
              <a:gd name="connsiteY172" fmla="*/ 2129182 h 2323145"/>
              <a:gd name="connsiteX173" fmla="*/ 3138514 w 11269336"/>
              <a:gd name="connsiteY173" fmla="*/ 2128069 h 2323145"/>
              <a:gd name="connsiteX174" fmla="*/ 3120467 w 11269336"/>
              <a:gd name="connsiteY174" fmla="*/ 2128281 h 2323145"/>
              <a:gd name="connsiteX175" fmla="*/ 3116175 w 11269336"/>
              <a:gd name="connsiteY175" fmla="*/ 2131633 h 2323145"/>
              <a:gd name="connsiteX176" fmla="*/ 3103685 w 11269336"/>
              <a:gd name="connsiteY176" fmla="*/ 2132814 h 2323145"/>
              <a:gd name="connsiteX177" fmla="*/ 3078794 w 11269336"/>
              <a:gd name="connsiteY177" fmla="*/ 2137935 h 2323145"/>
              <a:gd name="connsiteX178" fmla="*/ 3074407 w 11269336"/>
              <a:gd name="connsiteY178" fmla="*/ 2136274 h 2323145"/>
              <a:gd name="connsiteX179" fmla="*/ 3037285 w 11269336"/>
              <a:gd name="connsiteY179" fmla="*/ 2139919 h 2323145"/>
              <a:gd name="connsiteX180" fmla="*/ 3036901 w 11269336"/>
              <a:gd name="connsiteY180" fmla="*/ 2138726 h 2323145"/>
              <a:gd name="connsiteX181" fmla="*/ 3026996 w 11269336"/>
              <a:gd name="connsiteY181" fmla="*/ 2134322 h 2323145"/>
              <a:gd name="connsiteX182" fmla="*/ 3007772 w 11269336"/>
              <a:gd name="connsiteY182" fmla="*/ 2128742 h 2323145"/>
              <a:gd name="connsiteX183" fmla="*/ 2965030 w 11269336"/>
              <a:gd name="connsiteY183" fmla="*/ 2100494 h 2323145"/>
              <a:gd name="connsiteX184" fmla="*/ 2926342 w 11269336"/>
              <a:gd name="connsiteY184" fmla="*/ 2104155 h 2323145"/>
              <a:gd name="connsiteX185" fmla="*/ 2918608 w 11269336"/>
              <a:gd name="connsiteY185" fmla="*/ 2104215 h 2323145"/>
              <a:gd name="connsiteX186" fmla="*/ 2918475 w 11269336"/>
              <a:gd name="connsiteY186" fmla="*/ 2103937 h 2323145"/>
              <a:gd name="connsiteX187" fmla="*/ 2910360 w 11269336"/>
              <a:gd name="connsiteY187" fmla="*/ 2103444 h 2323145"/>
              <a:gd name="connsiteX188" fmla="*/ 2904507 w 11269336"/>
              <a:gd name="connsiteY188" fmla="*/ 2104326 h 2323145"/>
              <a:gd name="connsiteX189" fmla="*/ 2889503 w 11269336"/>
              <a:gd name="connsiteY189" fmla="*/ 2104443 h 2323145"/>
              <a:gd name="connsiteX190" fmla="*/ 2884480 w 11269336"/>
              <a:gd name="connsiteY190" fmla="*/ 2102626 h 2323145"/>
              <a:gd name="connsiteX191" fmla="*/ 2882689 w 11269336"/>
              <a:gd name="connsiteY191" fmla="*/ 2099228 h 2323145"/>
              <a:gd name="connsiteX192" fmla="*/ 2881291 w 11269336"/>
              <a:gd name="connsiteY192" fmla="*/ 2099618 h 2323145"/>
              <a:gd name="connsiteX193" fmla="*/ 2853979 w 11269336"/>
              <a:gd name="connsiteY193" fmla="*/ 2090388 h 2323145"/>
              <a:gd name="connsiteX194" fmla="*/ 2791790 w 11269336"/>
              <a:gd name="connsiteY194" fmla="*/ 2080332 h 2323145"/>
              <a:gd name="connsiteX195" fmla="*/ 2755844 w 11269336"/>
              <a:gd name="connsiteY195" fmla="*/ 2078874 h 2323145"/>
              <a:gd name="connsiteX196" fmla="*/ 2657742 w 11269336"/>
              <a:gd name="connsiteY196" fmla="*/ 2070179 h 2323145"/>
              <a:gd name="connsiteX197" fmla="*/ 2559549 w 11269336"/>
              <a:gd name="connsiteY197" fmla="*/ 2057873 h 2323145"/>
              <a:gd name="connsiteX198" fmla="*/ 2512054 w 11269336"/>
              <a:gd name="connsiteY198" fmla="*/ 2031671 h 2323145"/>
              <a:gd name="connsiteX199" fmla="*/ 2506437 w 11269336"/>
              <a:gd name="connsiteY199" fmla="*/ 2030918 h 2323145"/>
              <a:gd name="connsiteX200" fmla="*/ 2491752 w 11269336"/>
              <a:gd name="connsiteY200" fmla="*/ 2033906 h 2323145"/>
              <a:gd name="connsiteX201" fmla="*/ 2486338 w 11269336"/>
              <a:gd name="connsiteY201" fmla="*/ 2035862 h 2323145"/>
              <a:gd name="connsiteX202" fmla="*/ 2478186 w 11269336"/>
              <a:gd name="connsiteY202" fmla="*/ 2036953 h 2323145"/>
              <a:gd name="connsiteX203" fmla="*/ 2477950 w 11269336"/>
              <a:gd name="connsiteY203" fmla="*/ 2036715 h 2323145"/>
              <a:gd name="connsiteX204" fmla="*/ 2470381 w 11269336"/>
              <a:gd name="connsiteY204" fmla="*/ 2038256 h 2323145"/>
              <a:gd name="connsiteX205" fmla="*/ 2433781 w 11269336"/>
              <a:gd name="connsiteY205" fmla="*/ 2049140 h 2323145"/>
              <a:gd name="connsiteX206" fmla="*/ 2381172 w 11269336"/>
              <a:gd name="connsiteY206" fmla="*/ 2030645 h 2323145"/>
              <a:gd name="connsiteX207" fmla="*/ 2360198 w 11269336"/>
              <a:gd name="connsiteY207" fmla="*/ 2029059 h 2323145"/>
              <a:gd name="connsiteX208" fmla="*/ 2348815 w 11269336"/>
              <a:gd name="connsiteY208" fmla="*/ 2026798 h 2323145"/>
              <a:gd name="connsiteX209" fmla="*/ 2347988 w 11269336"/>
              <a:gd name="connsiteY209" fmla="*/ 2025745 h 2323145"/>
              <a:gd name="connsiteX210" fmla="*/ 2312920 w 11269336"/>
              <a:gd name="connsiteY210" fmla="*/ 2036311 h 2323145"/>
              <a:gd name="connsiteX211" fmla="*/ 2307986 w 11269336"/>
              <a:gd name="connsiteY211" fmla="*/ 2035583 h 2323145"/>
              <a:gd name="connsiteX212" fmla="*/ 2285481 w 11269336"/>
              <a:gd name="connsiteY212" fmla="*/ 2045197 h 2323145"/>
              <a:gd name="connsiteX213" fmla="*/ 2273666 w 11269336"/>
              <a:gd name="connsiteY213" fmla="*/ 2048710 h 2323145"/>
              <a:gd name="connsiteX214" fmla="*/ 2270719 w 11269336"/>
              <a:gd name="connsiteY214" fmla="*/ 2052702 h 2323145"/>
              <a:gd name="connsiteX215" fmla="*/ 2253080 w 11269336"/>
              <a:gd name="connsiteY215" fmla="*/ 2056363 h 2323145"/>
              <a:gd name="connsiteX216" fmla="*/ 2250906 w 11269336"/>
              <a:gd name="connsiteY216" fmla="*/ 2055654 h 2323145"/>
              <a:gd name="connsiteX217" fmla="*/ 2236905 w 11269336"/>
              <a:gd name="connsiteY217" fmla="*/ 2062882 h 2323145"/>
              <a:gd name="connsiteX218" fmla="*/ 2225830 w 11269336"/>
              <a:gd name="connsiteY218" fmla="*/ 2074027 h 2323145"/>
              <a:gd name="connsiteX219" fmla="*/ 2073776 w 11269336"/>
              <a:gd name="connsiteY219" fmla="*/ 2089244 h 2323145"/>
              <a:gd name="connsiteX220" fmla="*/ 1948256 w 11269336"/>
              <a:gd name="connsiteY220" fmla="*/ 2146616 h 2323145"/>
              <a:gd name="connsiteX221" fmla="*/ 1865582 w 11269336"/>
              <a:gd name="connsiteY221" fmla="*/ 2153738 h 2323145"/>
              <a:gd name="connsiteX222" fmla="*/ 1835210 w 11269336"/>
              <a:gd name="connsiteY222" fmla="*/ 2134244 h 2323145"/>
              <a:gd name="connsiteX223" fmla="*/ 1632661 w 11269336"/>
              <a:gd name="connsiteY223" fmla="*/ 2173882 h 2323145"/>
              <a:gd name="connsiteX224" fmla="*/ 1579590 w 11269336"/>
              <a:gd name="connsiteY224" fmla="*/ 2173680 h 2323145"/>
              <a:gd name="connsiteX225" fmla="*/ 1535601 w 11269336"/>
              <a:gd name="connsiteY225" fmla="*/ 2194590 h 2323145"/>
              <a:gd name="connsiteX226" fmla="*/ 1515594 w 11269336"/>
              <a:gd name="connsiteY226" fmla="*/ 2189622 h 2323145"/>
              <a:gd name="connsiteX227" fmla="*/ 1512113 w 11269336"/>
              <a:gd name="connsiteY227" fmla="*/ 2188534 h 2323145"/>
              <a:gd name="connsiteX228" fmla="*/ 1498838 w 11269336"/>
              <a:gd name="connsiteY228" fmla="*/ 2189213 h 2323145"/>
              <a:gd name="connsiteX229" fmla="*/ 1494279 w 11269336"/>
              <a:gd name="connsiteY229" fmla="*/ 2183112 h 2323145"/>
              <a:gd name="connsiteX230" fmla="*/ 1473714 w 11269336"/>
              <a:gd name="connsiteY230" fmla="*/ 2179625 h 2323145"/>
              <a:gd name="connsiteX231" fmla="*/ 1449503 w 11269336"/>
              <a:gd name="connsiteY231" fmla="*/ 2182633 h 2323145"/>
              <a:gd name="connsiteX232" fmla="*/ 1266687 w 11269336"/>
              <a:gd name="connsiteY232" fmla="*/ 2212688 h 2323145"/>
              <a:gd name="connsiteX233" fmla="*/ 1239614 w 11269336"/>
              <a:gd name="connsiteY233" fmla="*/ 2209727 h 2323145"/>
              <a:gd name="connsiteX234" fmla="*/ 1202436 w 11269336"/>
              <a:gd name="connsiteY234" fmla="*/ 2209817 h 2323145"/>
              <a:gd name="connsiteX235" fmla="*/ 1136097 w 11269336"/>
              <a:gd name="connsiteY235" fmla="*/ 2205112 h 2323145"/>
              <a:gd name="connsiteX236" fmla="*/ 988232 w 11269336"/>
              <a:gd name="connsiteY236" fmla="*/ 2235635 h 2323145"/>
              <a:gd name="connsiteX237" fmla="*/ 981959 w 11269336"/>
              <a:gd name="connsiteY237" fmla="*/ 2231607 h 2323145"/>
              <a:gd name="connsiteX238" fmla="*/ 938600 w 11269336"/>
              <a:gd name="connsiteY238" fmla="*/ 2238113 h 2323145"/>
              <a:gd name="connsiteX239" fmla="*/ 791788 w 11269336"/>
              <a:gd name="connsiteY239" fmla="*/ 2293224 h 2323145"/>
              <a:gd name="connsiteX240" fmla="*/ 706914 w 11269336"/>
              <a:gd name="connsiteY240" fmla="*/ 2305046 h 2323145"/>
              <a:gd name="connsiteX241" fmla="*/ 675971 w 11269336"/>
              <a:gd name="connsiteY241" fmla="*/ 2304030 h 2323145"/>
              <a:gd name="connsiteX242" fmla="*/ 624180 w 11269336"/>
              <a:gd name="connsiteY242" fmla="*/ 2302650 h 2323145"/>
              <a:gd name="connsiteX243" fmla="*/ 583453 w 11269336"/>
              <a:gd name="connsiteY243" fmla="*/ 2288788 h 2323145"/>
              <a:gd name="connsiteX244" fmla="*/ 540946 w 11269336"/>
              <a:gd name="connsiteY244" fmla="*/ 2292721 h 2323145"/>
              <a:gd name="connsiteX245" fmla="*/ 533680 w 11269336"/>
              <a:gd name="connsiteY245" fmla="*/ 2310233 h 2323145"/>
              <a:gd name="connsiteX246" fmla="*/ 487366 w 11269336"/>
              <a:gd name="connsiteY246" fmla="*/ 2309053 h 2323145"/>
              <a:gd name="connsiteX247" fmla="*/ 416820 w 11269336"/>
              <a:gd name="connsiteY247" fmla="*/ 2305443 h 2323145"/>
              <a:gd name="connsiteX248" fmla="*/ 376805 w 11269336"/>
              <a:gd name="connsiteY248" fmla="*/ 2307647 h 2323145"/>
              <a:gd name="connsiteX249" fmla="*/ 266777 w 11269336"/>
              <a:gd name="connsiteY249" fmla="*/ 2309012 h 2323145"/>
              <a:gd name="connsiteX250" fmla="*/ 156013 w 11269336"/>
              <a:gd name="connsiteY250" fmla="*/ 2306832 h 2323145"/>
              <a:gd name="connsiteX251" fmla="*/ 87258 w 11269336"/>
              <a:gd name="connsiteY251" fmla="*/ 2285511 h 2323145"/>
              <a:gd name="connsiteX252" fmla="*/ 23798 w 11269336"/>
              <a:gd name="connsiteY252" fmla="*/ 2281822 h 2323145"/>
              <a:gd name="connsiteX253" fmla="*/ 0 w 11269336"/>
              <a:gd name="connsiteY253" fmla="*/ 2285369 h 2323145"/>
              <a:gd name="connsiteX254" fmla="*/ 0 w 11269336"/>
              <a:gd name="connsiteY25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67257 w 11269336"/>
              <a:gd name="connsiteY142" fmla="*/ 2196121 h 2323145"/>
              <a:gd name="connsiteX143" fmla="*/ 4405765 w 11269336"/>
              <a:gd name="connsiteY143" fmla="*/ 2199902 h 2323145"/>
              <a:gd name="connsiteX144" fmla="*/ 4401354 w 11269336"/>
              <a:gd name="connsiteY144" fmla="*/ 2194745 h 2323145"/>
              <a:gd name="connsiteX145" fmla="*/ 4366646 w 11269336"/>
              <a:gd name="connsiteY145" fmla="*/ 2198564 h 2323145"/>
              <a:gd name="connsiteX146" fmla="*/ 4354009 w 11269336"/>
              <a:gd name="connsiteY146" fmla="*/ 2204984 h 2323145"/>
              <a:gd name="connsiteX147" fmla="*/ 4348284 w 11269336"/>
              <a:gd name="connsiteY147" fmla="*/ 2205270 h 2323145"/>
              <a:gd name="connsiteX148" fmla="*/ 4333906 w 11269336"/>
              <a:gd name="connsiteY148" fmla="*/ 2205251 h 2323145"/>
              <a:gd name="connsiteX149" fmla="*/ 4308819 w 11269336"/>
              <a:gd name="connsiteY149" fmla="*/ 2203822 h 2323145"/>
              <a:gd name="connsiteX150" fmla="*/ 4301210 w 11269336"/>
              <a:gd name="connsiteY150" fmla="*/ 2204456 h 2323145"/>
              <a:gd name="connsiteX151" fmla="*/ 4283095 w 11269336"/>
              <a:gd name="connsiteY151" fmla="*/ 2198177 h 2323145"/>
              <a:gd name="connsiteX152" fmla="*/ 4250119 w 11269336"/>
              <a:gd name="connsiteY152" fmla="*/ 2196342 h 2323145"/>
              <a:gd name="connsiteX153" fmla="*/ 4189203 w 11269336"/>
              <a:gd name="connsiteY153" fmla="*/ 2178994 h 2323145"/>
              <a:gd name="connsiteX154" fmla="*/ 4154035 w 11269336"/>
              <a:gd name="connsiteY154" fmla="*/ 2171950 h 2323145"/>
              <a:gd name="connsiteX155" fmla="*/ 4129569 w 11269336"/>
              <a:gd name="connsiteY155" fmla="*/ 2163850 h 2323145"/>
              <a:gd name="connsiteX156" fmla="*/ 4061250 w 11269336"/>
              <a:gd name="connsiteY156" fmla="*/ 2159236 h 2323145"/>
              <a:gd name="connsiteX157" fmla="*/ 3945480 w 11269336"/>
              <a:gd name="connsiteY157" fmla="*/ 2158279 h 2323145"/>
              <a:gd name="connsiteX158" fmla="*/ 3921468 w 11269336"/>
              <a:gd name="connsiteY158" fmla="*/ 2156588 h 2323145"/>
              <a:gd name="connsiteX159" fmla="*/ 3903348 w 11269336"/>
              <a:gd name="connsiteY159" fmla="*/ 2149220 h 2323145"/>
              <a:gd name="connsiteX160" fmla="*/ 3901342 w 11269336"/>
              <a:gd name="connsiteY160" fmla="*/ 2142355 h 2323145"/>
              <a:gd name="connsiteX161" fmla="*/ 3888539 w 11269336"/>
              <a:gd name="connsiteY161" fmla="*/ 2140476 h 2323145"/>
              <a:gd name="connsiteX162" fmla="*/ 3885662 w 11269336"/>
              <a:gd name="connsiteY162" fmla="*/ 2138740 h 2323145"/>
              <a:gd name="connsiteX163" fmla="*/ 3868627 w 11269336"/>
              <a:gd name="connsiteY163" fmla="*/ 2130023 h 2323145"/>
              <a:gd name="connsiteX164" fmla="*/ 3819177 w 11269336"/>
              <a:gd name="connsiteY164" fmla="*/ 2142111 h 2323145"/>
              <a:gd name="connsiteX165" fmla="*/ 3769100 w 11269336"/>
              <a:gd name="connsiteY165" fmla="*/ 2131731 h 2323145"/>
              <a:gd name="connsiteX166" fmla="*/ 3562752 w 11269336"/>
              <a:gd name="connsiteY166" fmla="*/ 2131785 h 2323145"/>
              <a:gd name="connsiteX167" fmla="*/ 3541402 w 11269336"/>
              <a:gd name="connsiteY167" fmla="*/ 2106821 h 2323145"/>
              <a:gd name="connsiteX168" fmla="*/ 3365341 w 11269336"/>
              <a:gd name="connsiteY168" fmla="*/ 2077638 h 2323145"/>
              <a:gd name="connsiteX169" fmla="*/ 3170922 w 11269336"/>
              <a:gd name="connsiteY169" fmla="*/ 2115957 h 2323145"/>
              <a:gd name="connsiteX170" fmla="*/ 3156256 w 11269336"/>
              <a:gd name="connsiteY170" fmla="*/ 2124773 h 2323145"/>
              <a:gd name="connsiteX171" fmla="*/ 3140298 w 11269336"/>
              <a:gd name="connsiteY171" fmla="*/ 2129182 h 2323145"/>
              <a:gd name="connsiteX172" fmla="*/ 3138514 w 11269336"/>
              <a:gd name="connsiteY172" fmla="*/ 2128069 h 2323145"/>
              <a:gd name="connsiteX173" fmla="*/ 3120467 w 11269336"/>
              <a:gd name="connsiteY173" fmla="*/ 2128281 h 2323145"/>
              <a:gd name="connsiteX174" fmla="*/ 3116175 w 11269336"/>
              <a:gd name="connsiteY174" fmla="*/ 2131633 h 2323145"/>
              <a:gd name="connsiteX175" fmla="*/ 3103685 w 11269336"/>
              <a:gd name="connsiteY175" fmla="*/ 2132814 h 2323145"/>
              <a:gd name="connsiteX176" fmla="*/ 3078794 w 11269336"/>
              <a:gd name="connsiteY176" fmla="*/ 2137935 h 2323145"/>
              <a:gd name="connsiteX177" fmla="*/ 3074407 w 11269336"/>
              <a:gd name="connsiteY177" fmla="*/ 2136274 h 2323145"/>
              <a:gd name="connsiteX178" fmla="*/ 3037285 w 11269336"/>
              <a:gd name="connsiteY178" fmla="*/ 2139919 h 2323145"/>
              <a:gd name="connsiteX179" fmla="*/ 3036901 w 11269336"/>
              <a:gd name="connsiteY179" fmla="*/ 2138726 h 2323145"/>
              <a:gd name="connsiteX180" fmla="*/ 3026996 w 11269336"/>
              <a:gd name="connsiteY180" fmla="*/ 2134322 h 2323145"/>
              <a:gd name="connsiteX181" fmla="*/ 3007772 w 11269336"/>
              <a:gd name="connsiteY181" fmla="*/ 2128742 h 2323145"/>
              <a:gd name="connsiteX182" fmla="*/ 2965030 w 11269336"/>
              <a:gd name="connsiteY182" fmla="*/ 2100494 h 2323145"/>
              <a:gd name="connsiteX183" fmla="*/ 2926342 w 11269336"/>
              <a:gd name="connsiteY183" fmla="*/ 2104155 h 2323145"/>
              <a:gd name="connsiteX184" fmla="*/ 2918608 w 11269336"/>
              <a:gd name="connsiteY184" fmla="*/ 2104215 h 2323145"/>
              <a:gd name="connsiteX185" fmla="*/ 2918475 w 11269336"/>
              <a:gd name="connsiteY185" fmla="*/ 2103937 h 2323145"/>
              <a:gd name="connsiteX186" fmla="*/ 2910360 w 11269336"/>
              <a:gd name="connsiteY186" fmla="*/ 2103444 h 2323145"/>
              <a:gd name="connsiteX187" fmla="*/ 2904507 w 11269336"/>
              <a:gd name="connsiteY187" fmla="*/ 2104326 h 2323145"/>
              <a:gd name="connsiteX188" fmla="*/ 2889503 w 11269336"/>
              <a:gd name="connsiteY188" fmla="*/ 2104443 h 2323145"/>
              <a:gd name="connsiteX189" fmla="*/ 2884480 w 11269336"/>
              <a:gd name="connsiteY189" fmla="*/ 2102626 h 2323145"/>
              <a:gd name="connsiteX190" fmla="*/ 2882689 w 11269336"/>
              <a:gd name="connsiteY190" fmla="*/ 2099228 h 2323145"/>
              <a:gd name="connsiteX191" fmla="*/ 2881291 w 11269336"/>
              <a:gd name="connsiteY191" fmla="*/ 2099618 h 2323145"/>
              <a:gd name="connsiteX192" fmla="*/ 2853979 w 11269336"/>
              <a:gd name="connsiteY192" fmla="*/ 2090388 h 2323145"/>
              <a:gd name="connsiteX193" fmla="*/ 2791790 w 11269336"/>
              <a:gd name="connsiteY193" fmla="*/ 2080332 h 2323145"/>
              <a:gd name="connsiteX194" fmla="*/ 2755844 w 11269336"/>
              <a:gd name="connsiteY194" fmla="*/ 2078874 h 2323145"/>
              <a:gd name="connsiteX195" fmla="*/ 2657742 w 11269336"/>
              <a:gd name="connsiteY195" fmla="*/ 2070179 h 2323145"/>
              <a:gd name="connsiteX196" fmla="*/ 2559549 w 11269336"/>
              <a:gd name="connsiteY196" fmla="*/ 2057873 h 2323145"/>
              <a:gd name="connsiteX197" fmla="*/ 2512054 w 11269336"/>
              <a:gd name="connsiteY197" fmla="*/ 2031671 h 2323145"/>
              <a:gd name="connsiteX198" fmla="*/ 2506437 w 11269336"/>
              <a:gd name="connsiteY198" fmla="*/ 2030918 h 2323145"/>
              <a:gd name="connsiteX199" fmla="*/ 2491752 w 11269336"/>
              <a:gd name="connsiteY199" fmla="*/ 2033906 h 2323145"/>
              <a:gd name="connsiteX200" fmla="*/ 2486338 w 11269336"/>
              <a:gd name="connsiteY200" fmla="*/ 2035862 h 2323145"/>
              <a:gd name="connsiteX201" fmla="*/ 2478186 w 11269336"/>
              <a:gd name="connsiteY201" fmla="*/ 2036953 h 2323145"/>
              <a:gd name="connsiteX202" fmla="*/ 2477950 w 11269336"/>
              <a:gd name="connsiteY202" fmla="*/ 2036715 h 2323145"/>
              <a:gd name="connsiteX203" fmla="*/ 2470381 w 11269336"/>
              <a:gd name="connsiteY203" fmla="*/ 2038256 h 2323145"/>
              <a:gd name="connsiteX204" fmla="*/ 2433781 w 11269336"/>
              <a:gd name="connsiteY204" fmla="*/ 2049140 h 2323145"/>
              <a:gd name="connsiteX205" fmla="*/ 2381172 w 11269336"/>
              <a:gd name="connsiteY205" fmla="*/ 2030645 h 2323145"/>
              <a:gd name="connsiteX206" fmla="*/ 2360198 w 11269336"/>
              <a:gd name="connsiteY206" fmla="*/ 2029059 h 2323145"/>
              <a:gd name="connsiteX207" fmla="*/ 2348815 w 11269336"/>
              <a:gd name="connsiteY207" fmla="*/ 2026798 h 2323145"/>
              <a:gd name="connsiteX208" fmla="*/ 2347988 w 11269336"/>
              <a:gd name="connsiteY208" fmla="*/ 2025745 h 2323145"/>
              <a:gd name="connsiteX209" fmla="*/ 2312920 w 11269336"/>
              <a:gd name="connsiteY209" fmla="*/ 2036311 h 2323145"/>
              <a:gd name="connsiteX210" fmla="*/ 2307986 w 11269336"/>
              <a:gd name="connsiteY210" fmla="*/ 2035583 h 2323145"/>
              <a:gd name="connsiteX211" fmla="*/ 2285481 w 11269336"/>
              <a:gd name="connsiteY211" fmla="*/ 2045197 h 2323145"/>
              <a:gd name="connsiteX212" fmla="*/ 2273666 w 11269336"/>
              <a:gd name="connsiteY212" fmla="*/ 2048710 h 2323145"/>
              <a:gd name="connsiteX213" fmla="*/ 2270719 w 11269336"/>
              <a:gd name="connsiteY213" fmla="*/ 2052702 h 2323145"/>
              <a:gd name="connsiteX214" fmla="*/ 2253080 w 11269336"/>
              <a:gd name="connsiteY214" fmla="*/ 2056363 h 2323145"/>
              <a:gd name="connsiteX215" fmla="*/ 2250906 w 11269336"/>
              <a:gd name="connsiteY215" fmla="*/ 2055654 h 2323145"/>
              <a:gd name="connsiteX216" fmla="*/ 2236905 w 11269336"/>
              <a:gd name="connsiteY216" fmla="*/ 2062882 h 2323145"/>
              <a:gd name="connsiteX217" fmla="*/ 2225830 w 11269336"/>
              <a:gd name="connsiteY217" fmla="*/ 2074027 h 2323145"/>
              <a:gd name="connsiteX218" fmla="*/ 2073776 w 11269336"/>
              <a:gd name="connsiteY218" fmla="*/ 2089244 h 2323145"/>
              <a:gd name="connsiteX219" fmla="*/ 1948256 w 11269336"/>
              <a:gd name="connsiteY219" fmla="*/ 2146616 h 2323145"/>
              <a:gd name="connsiteX220" fmla="*/ 1865582 w 11269336"/>
              <a:gd name="connsiteY220" fmla="*/ 2153738 h 2323145"/>
              <a:gd name="connsiteX221" fmla="*/ 1835210 w 11269336"/>
              <a:gd name="connsiteY221" fmla="*/ 2134244 h 2323145"/>
              <a:gd name="connsiteX222" fmla="*/ 1632661 w 11269336"/>
              <a:gd name="connsiteY222" fmla="*/ 2173882 h 2323145"/>
              <a:gd name="connsiteX223" fmla="*/ 1579590 w 11269336"/>
              <a:gd name="connsiteY223" fmla="*/ 2173680 h 2323145"/>
              <a:gd name="connsiteX224" fmla="*/ 1535601 w 11269336"/>
              <a:gd name="connsiteY224" fmla="*/ 2194590 h 2323145"/>
              <a:gd name="connsiteX225" fmla="*/ 1515594 w 11269336"/>
              <a:gd name="connsiteY225" fmla="*/ 2189622 h 2323145"/>
              <a:gd name="connsiteX226" fmla="*/ 1512113 w 11269336"/>
              <a:gd name="connsiteY226" fmla="*/ 2188534 h 2323145"/>
              <a:gd name="connsiteX227" fmla="*/ 1498838 w 11269336"/>
              <a:gd name="connsiteY227" fmla="*/ 2189213 h 2323145"/>
              <a:gd name="connsiteX228" fmla="*/ 1494279 w 11269336"/>
              <a:gd name="connsiteY228" fmla="*/ 2183112 h 2323145"/>
              <a:gd name="connsiteX229" fmla="*/ 1473714 w 11269336"/>
              <a:gd name="connsiteY229" fmla="*/ 2179625 h 2323145"/>
              <a:gd name="connsiteX230" fmla="*/ 1449503 w 11269336"/>
              <a:gd name="connsiteY230" fmla="*/ 2182633 h 2323145"/>
              <a:gd name="connsiteX231" fmla="*/ 1266687 w 11269336"/>
              <a:gd name="connsiteY231" fmla="*/ 2212688 h 2323145"/>
              <a:gd name="connsiteX232" fmla="*/ 1239614 w 11269336"/>
              <a:gd name="connsiteY232" fmla="*/ 2209727 h 2323145"/>
              <a:gd name="connsiteX233" fmla="*/ 1202436 w 11269336"/>
              <a:gd name="connsiteY233" fmla="*/ 2209817 h 2323145"/>
              <a:gd name="connsiteX234" fmla="*/ 1136097 w 11269336"/>
              <a:gd name="connsiteY234" fmla="*/ 2205112 h 2323145"/>
              <a:gd name="connsiteX235" fmla="*/ 988232 w 11269336"/>
              <a:gd name="connsiteY235" fmla="*/ 2235635 h 2323145"/>
              <a:gd name="connsiteX236" fmla="*/ 981959 w 11269336"/>
              <a:gd name="connsiteY236" fmla="*/ 2231607 h 2323145"/>
              <a:gd name="connsiteX237" fmla="*/ 938600 w 11269336"/>
              <a:gd name="connsiteY237" fmla="*/ 2238113 h 2323145"/>
              <a:gd name="connsiteX238" fmla="*/ 791788 w 11269336"/>
              <a:gd name="connsiteY238" fmla="*/ 2293224 h 2323145"/>
              <a:gd name="connsiteX239" fmla="*/ 706914 w 11269336"/>
              <a:gd name="connsiteY239" fmla="*/ 2305046 h 2323145"/>
              <a:gd name="connsiteX240" fmla="*/ 675971 w 11269336"/>
              <a:gd name="connsiteY240" fmla="*/ 2304030 h 2323145"/>
              <a:gd name="connsiteX241" fmla="*/ 624180 w 11269336"/>
              <a:gd name="connsiteY241" fmla="*/ 2302650 h 2323145"/>
              <a:gd name="connsiteX242" fmla="*/ 583453 w 11269336"/>
              <a:gd name="connsiteY242" fmla="*/ 2288788 h 2323145"/>
              <a:gd name="connsiteX243" fmla="*/ 540946 w 11269336"/>
              <a:gd name="connsiteY243" fmla="*/ 2292721 h 2323145"/>
              <a:gd name="connsiteX244" fmla="*/ 533680 w 11269336"/>
              <a:gd name="connsiteY244" fmla="*/ 2310233 h 2323145"/>
              <a:gd name="connsiteX245" fmla="*/ 487366 w 11269336"/>
              <a:gd name="connsiteY245" fmla="*/ 2309053 h 2323145"/>
              <a:gd name="connsiteX246" fmla="*/ 416820 w 11269336"/>
              <a:gd name="connsiteY246" fmla="*/ 2305443 h 2323145"/>
              <a:gd name="connsiteX247" fmla="*/ 376805 w 11269336"/>
              <a:gd name="connsiteY247" fmla="*/ 2307647 h 2323145"/>
              <a:gd name="connsiteX248" fmla="*/ 266777 w 11269336"/>
              <a:gd name="connsiteY248" fmla="*/ 2309012 h 2323145"/>
              <a:gd name="connsiteX249" fmla="*/ 156013 w 11269336"/>
              <a:gd name="connsiteY249" fmla="*/ 2306832 h 2323145"/>
              <a:gd name="connsiteX250" fmla="*/ 87258 w 11269336"/>
              <a:gd name="connsiteY250" fmla="*/ 2285511 h 2323145"/>
              <a:gd name="connsiteX251" fmla="*/ 23798 w 11269336"/>
              <a:gd name="connsiteY251" fmla="*/ 2281822 h 2323145"/>
              <a:gd name="connsiteX252" fmla="*/ 0 w 11269336"/>
              <a:gd name="connsiteY252" fmla="*/ 2285369 h 2323145"/>
              <a:gd name="connsiteX253" fmla="*/ 0 w 11269336"/>
              <a:gd name="connsiteY25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67257 w 11269336"/>
              <a:gd name="connsiteY141" fmla="*/ 2196121 h 2323145"/>
              <a:gd name="connsiteX142" fmla="*/ 4405765 w 11269336"/>
              <a:gd name="connsiteY142" fmla="*/ 2199902 h 2323145"/>
              <a:gd name="connsiteX143" fmla="*/ 4401354 w 11269336"/>
              <a:gd name="connsiteY143" fmla="*/ 2194745 h 2323145"/>
              <a:gd name="connsiteX144" fmla="*/ 4366646 w 11269336"/>
              <a:gd name="connsiteY144" fmla="*/ 2198564 h 2323145"/>
              <a:gd name="connsiteX145" fmla="*/ 4354009 w 11269336"/>
              <a:gd name="connsiteY145" fmla="*/ 2204984 h 2323145"/>
              <a:gd name="connsiteX146" fmla="*/ 4348284 w 11269336"/>
              <a:gd name="connsiteY146" fmla="*/ 2205270 h 2323145"/>
              <a:gd name="connsiteX147" fmla="*/ 4333906 w 11269336"/>
              <a:gd name="connsiteY147" fmla="*/ 2205251 h 2323145"/>
              <a:gd name="connsiteX148" fmla="*/ 4308819 w 11269336"/>
              <a:gd name="connsiteY148" fmla="*/ 2203822 h 2323145"/>
              <a:gd name="connsiteX149" fmla="*/ 4301210 w 11269336"/>
              <a:gd name="connsiteY149" fmla="*/ 2204456 h 2323145"/>
              <a:gd name="connsiteX150" fmla="*/ 4283095 w 11269336"/>
              <a:gd name="connsiteY150" fmla="*/ 2198177 h 2323145"/>
              <a:gd name="connsiteX151" fmla="*/ 4250119 w 11269336"/>
              <a:gd name="connsiteY151" fmla="*/ 2196342 h 2323145"/>
              <a:gd name="connsiteX152" fmla="*/ 4189203 w 11269336"/>
              <a:gd name="connsiteY152" fmla="*/ 2178994 h 2323145"/>
              <a:gd name="connsiteX153" fmla="*/ 4154035 w 11269336"/>
              <a:gd name="connsiteY153" fmla="*/ 2171950 h 2323145"/>
              <a:gd name="connsiteX154" fmla="*/ 4129569 w 11269336"/>
              <a:gd name="connsiteY154" fmla="*/ 2163850 h 2323145"/>
              <a:gd name="connsiteX155" fmla="*/ 4061250 w 11269336"/>
              <a:gd name="connsiteY155" fmla="*/ 2159236 h 2323145"/>
              <a:gd name="connsiteX156" fmla="*/ 3945480 w 11269336"/>
              <a:gd name="connsiteY156" fmla="*/ 2158279 h 2323145"/>
              <a:gd name="connsiteX157" fmla="*/ 3921468 w 11269336"/>
              <a:gd name="connsiteY157" fmla="*/ 2156588 h 2323145"/>
              <a:gd name="connsiteX158" fmla="*/ 3903348 w 11269336"/>
              <a:gd name="connsiteY158" fmla="*/ 2149220 h 2323145"/>
              <a:gd name="connsiteX159" fmla="*/ 3901342 w 11269336"/>
              <a:gd name="connsiteY159" fmla="*/ 2142355 h 2323145"/>
              <a:gd name="connsiteX160" fmla="*/ 3888539 w 11269336"/>
              <a:gd name="connsiteY160" fmla="*/ 2140476 h 2323145"/>
              <a:gd name="connsiteX161" fmla="*/ 3885662 w 11269336"/>
              <a:gd name="connsiteY161" fmla="*/ 2138740 h 2323145"/>
              <a:gd name="connsiteX162" fmla="*/ 3868627 w 11269336"/>
              <a:gd name="connsiteY162" fmla="*/ 2130023 h 2323145"/>
              <a:gd name="connsiteX163" fmla="*/ 3819177 w 11269336"/>
              <a:gd name="connsiteY163" fmla="*/ 2142111 h 2323145"/>
              <a:gd name="connsiteX164" fmla="*/ 3769100 w 11269336"/>
              <a:gd name="connsiteY164" fmla="*/ 2131731 h 2323145"/>
              <a:gd name="connsiteX165" fmla="*/ 3562752 w 11269336"/>
              <a:gd name="connsiteY165" fmla="*/ 2131785 h 2323145"/>
              <a:gd name="connsiteX166" fmla="*/ 3541402 w 11269336"/>
              <a:gd name="connsiteY166" fmla="*/ 2106821 h 2323145"/>
              <a:gd name="connsiteX167" fmla="*/ 3365341 w 11269336"/>
              <a:gd name="connsiteY167" fmla="*/ 2077638 h 2323145"/>
              <a:gd name="connsiteX168" fmla="*/ 3170922 w 11269336"/>
              <a:gd name="connsiteY168" fmla="*/ 2115957 h 2323145"/>
              <a:gd name="connsiteX169" fmla="*/ 3156256 w 11269336"/>
              <a:gd name="connsiteY169" fmla="*/ 2124773 h 2323145"/>
              <a:gd name="connsiteX170" fmla="*/ 3140298 w 11269336"/>
              <a:gd name="connsiteY170" fmla="*/ 2129182 h 2323145"/>
              <a:gd name="connsiteX171" fmla="*/ 3138514 w 11269336"/>
              <a:gd name="connsiteY171" fmla="*/ 2128069 h 2323145"/>
              <a:gd name="connsiteX172" fmla="*/ 3120467 w 11269336"/>
              <a:gd name="connsiteY172" fmla="*/ 2128281 h 2323145"/>
              <a:gd name="connsiteX173" fmla="*/ 3116175 w 11269336"/>
              <a:gd name="connsiteY173" fmla="*/ 2131633 h 2323145"/>
              <a:gd name="connsiteX174" fmla="*/ 3103685 w 11269336"/>
              <a:gd name="connsiteY174" fmla="*/ 2132814 h 2323145"/>
              <a:gd name="connsiteX175" fmla="*/ 3078794 w 11269336"/>
              <a:gd name="connsiteY175" fmla="*/ 2137935 h 2323145"/>
              <a:gd name="connsiteX176" fmla="*/ 3074407 w 11269336"/>
              <a:gd name="connsiteY176" fmla="*/ 2136274 h 2323145"/>
              <a:gd name="connsiteX177" fmla="*/ 3037285 w 11269336"/>
              <a:gd name="connsiteY177" fmla="*/ 2139919 h 2323145"/>
              <a:gd name="connsiteX178" fmla="*/ 3036901 w 11269336"/>
              <a:gd name="connsiteY178" fmla="*/ 2138726 h 2323145"/>
              <a:gd name="connsiteX179" fmla="*/ 3026996 w 11269336"/>
              <a:gd name="connsiteY179" fmla="*/ 2134322 h 2323145"/>
              <a:gd name="connsiteX180" fmla="*/ 3007772 w 11269336"/>
              <a:gd name="connsiteY180" fmla="*/ 2128742 h 2323145"/>
              <a:gd name="connsiteX181" fmla="*/ 2965030 w 11269336"/>
              <a:gd name="connsiteY181" fmla="*/ 2100494 h 2323145"/>
              <a:gd name="connsiteX182" fmla="*/ 2926342 w 11269336"/>
              <a:gd name="connsiteY182" fmla="*/ 2104155 h 2323145"/>
              <a:gd name="connsiteX183" fmla="*/ 2918608 w 11269336"/>
              <a:gd name="connsiteY183" fmla="*/ 2104215 h 2323145"/>
              <a:gd name="connsiteX184" fmla="*/ 2918475 w 11269336"/>
              <a:gd name="connsiteY184" fmla="*/ 2103937 h 2323145"/>
              <a:gd name="connsiteX185" fmla="*/ 2910360 w 11269336"/>
              <a:gd name="connsiteY185" fmla="*/ 2103444 h 2323145"/>
              <a:gd name="connsiteX186" fmla="*/ 2904507 w 11269336"/>
              <a:gd name="connsiteY186" fmla="*/ 2104326 h 2323145"/>
              <a:gd name="connsiteX187" fmla="*/ 2889503 w 11269336"/>
              <a:gd name="connsiteY187" fmla="*/ 2104443 h 2323145"/>
              <a:gd name="connsiteX188" fmla="*/ 2884480 w 11269336"/>
              <a:gd name="connsiteY188" fmla="*/ 2102626 h 2323145"/>
              <a:gd name="connsiteX189" fmla="*/ 2882689 w 11269336"/>
              <a:gd name="connsiteY189" fmla="*/ 2099228 h 2323145"/>
              <a:gd name="connsiteX190" fmla="*/ 2881291 w 11269336"/>
              <a:gd name="connsiteY190" fmla="*/ 2099618 h 2323145"/>
              <a:gd name="connsiteX191" fmla="*/ 2853979 w 11269336"/>
              <a:gd name="connsiteY191" fmla="*/ 2090388 h 2323145"/>
              <a:gd name="connsiteX192" fmla="*/ 2791790 w 11269336"/>
              <a:gd name="connsiteY192" fmla="*/ 2080332 h 2323145"/>
              <a:gd name="connsiteX193" fmla="*/ 2755844 w 11269336"/>
              <a:gd name="connsiteY193" fmla="*/ 2078874 h 2323145"/>
              <a:gd name="connsiteX194" fmla="*/ 2657742 w 11269336"/>
              <a:gd name="connsiteY194" fmla="*/ 2070179 h 2323145"/>
              <a:gd name="connsiteX195" fmla="*/ 2559549 w 11269336"/>
              <a:gd name="connsiteY195" fmla="*/ 2057873 h 2323145"/>
              <a:gd name="connsiteX196" fmla="*/ 2512054 w 11269336"/>
              <a:gd name="connsiteY196" fmla="*/ 2031671 h 2323145"/>
              <a:gd name="connsiteX197" fmla="*/ 2506437 w 11269336"/>
              <a:gd name="connsiteY197" fmla="*/ 2030918 h 2323145"/>
              <a:gd name="connsiteX198" fmla="*/ 2491752 w 11269336"/>
              <a:gd name="connsiteY198" fmla="*/ 2033906 h 2323145"/>
              <a:gd name="connsiteX199" fmla="*/ 2486338 w 11269336"/>
              <a:gd name="connsiteY199" fmla="*/ 2035862 h 2323145"/>
              <a:gd name="connsiteX200" fmla="*/ 2478186 w 11269336"/>
              <a:gd name="connsiteY200" fmla="*/ 2036953 h 2323145"/>
              <a:gd name="connsiteX201" fmla="*/ 2477950 w 11269336"/>
              <a:gd name="connsiteY201" fmla="*/ 2036715 h 2323145"/>
              <a:gd name="connsiteX202" fmla="*/ 2470381 w 11269336"/>
              <a:gd name="connsiteY202" fmla="*/ 2038256 h 2323145"/>
              <a:gd name="connsiteX203" fmla="*/ 2433781 w 11269336"/>
              <a:gd name="connsiteY203" fmla="*/ 2049140 h 2323145"/>
              <a:gd name="connsiteX204" fmla="*/ 2381172 w 11269336"/>
              <a:gd name="connsiteY204" fmla="*/ 2030645 h 2323145"/>
              <a:gd name="connsiteX205" fmla="*/ 2360198 w 11269336"/>
              <a:gd name="connsiteY205" fmla="*/ 2029059 h 2323145"/>
              <a:gd name="connsiteX206" fmla="*/ 2348815 w 11269336"/>
              <a:gd name="connsiteY206" fmla="*/ 2026798 h 2323145"/>
              <a:gd name="connsiteX207" fmla="*/ 2347988 w 11269336"/>
              <a:gd name="connsiteY207" fmla="*/ 2025745 h 2323145"/>
              <a:gd name="connsiteX208" fmla="*/ 2312920 w 11269336"/>
              <a:gd name="connsiteY208" fmla="*/ 2036311 h 2323145"/>
              <a:gd name="connsiteX209" fmla="*/ 2307986 w 11269336"/>
              <a:gd name="connsiteY209" fmla="*/ 2035583 h 2323145"/>
              <a:gd name="connsiteX210" fmla="*/ 2285481 w 11269336"/>
              <a:gd name="connsiteY210" fmla="*/ 2045197 h 2323145"/>
              <a:gd name="connsiteX211" fmla="*/ 2273666 w 11269336"/>
              <a:gd name="connsiteY211" fmla="*/ 2048710 h 2323145"/>
              <a:gd name="connsiteX212" fmla="*/ 2270719 w 11269336"/>
              <a:gd name="connsiteY212" fmla="*/ 2052702 h 2323145"/>
              <a:gd name="connsiteX213" fmla="*/ 2253080 w 11269336"/>
              <a:gd name="connsiteY213" fmla="*/ 2056363 h 2323145"/>
              <a:gd name="connsiteX214" fmla="*/ 2250906 w 11269336"/>
              <a:gd name="connsiteY214" fmla="*/ 2055654 h 2323145"/>
              <a:gd name="connsiteX215" fmla="*/ 2236905 w 11269336"/>
              <a:gd name="connsiteY215" fmla="*/ 2062882 h 2323145"/>
              <a:gd name="connsiteX216" fmla="*/ 2225830 w 11269336"/>
              <a:gd name="connsiteY216" fmla="*/ 2074027 h 2323145"/>
              <a:gd name="connsiteX217" fmla="*/ 2073776 w 11269336"/>
              <a:gd name="connsiteY217" fmla="*/ 2089244 h 2323145"/>
              <a:gd name="connsiteX218" fmla="*/ 1948256 w 11269336"/>
              <a:gd name="connsiteY218" fmla="*/ 2146616 h 2323145"/>
              <a:gd name="connsiteX219" fmla="*/ 1865582 w 11269336"/>
              <a:gd name="connsiteY219" fmla="*/ 2153738 h 2323145"/>
              <a:gd name="connsiteX220" fmla="*/ 1835210 w 11269336"/>
              <a:gd name="connsiteY220" fmla="*/ 2134244 h 2323145"/>
              <a:gd name="connsiteX221" fmla="*/ 1632661 w 11269336"/>
              <a:gd name="connsiteY221" fmla="*/ 2173882 h 2323145"/>
              <a:gd name="connsiteX222" fmla="*/ 1579590 w 11269336"/>
              <a:gd name="connsiteY222" fmla="*/ 2173680 h 2323145"/>
              <a:gd name="connsiteX223" fmla="*/ 1535601 w 11269336"/>
              <a:gd name="connsiteY223" fmla="*/ 2194590 h 2323145"/>
              <a:gd name="connsiteX224" fmla="*/ 1515594 w 11269336"/>
              <a:gd name="connsiteY224" fmla="*/ 2189622 h 2323145"/>
              <a:gd name="connsiteX225" fmla="*/ 1512113 w 11269336"/>
              <a:gd name="connsiteY225" fmla="*/ 2188534 h 2323145"/>
              <a:gd name="connsiteX226" fmla="*/ 1498838 w 11269336"/>
              <a:gd name="connsiteY226" fmla="*/ 2189213 h 2323145"/>
              <a:gd name="connsiteX227" fmla="*/ 1494279 w 11269336"/>
              <a:gd name="connsiteY227" fmla="*/ 2183112 h 2323145"/>
              <a:gd name="connsiteX228" fmla="*/ 1473714 w 11269336"/>
              <a:gd name="connsiteY228" fmla="*/ 2179625 h 2323145"/>
              <a:gd name="connsiteX229" fmla="*/ 1449503 w 11269336"/>
              <a:gd name="connsiteY229" fmla="*/ 2182633 h 2323145"/>
              <a:gd name="connsiteX230" fmla="*/ 1266687 w 11269336"/>
              <a:gd name="connsiteY230" fmla="*/ 2212688 h 2323145"/>
              <a:gd name="connsiteX231" fmla="*/ 1239614 w 11269336"/>
              <a:gd name="connsiteY231" fmla="*/ 2209727 h 2323145"/>
              <a:gd name="connsiteX232" fmla="*/ 1202436 w 11269336"/>
              <a:gd name="connsiteY232" fmla="*/ 2209817 h 2323145"/>
              <a:gd name="connsiteX233" fmla="*/ 1136097 w 11269336"/>
              <a:gd name="connsiteY233" fmla="*/ 2205112 h 2323145"/>
              <a:gd name="connsiteX234" fmla="*/ 988232 w 11269336"/>
              <a:gd name="connsiteY234" fmla="*/ 2235635 h 2323145"/>
              <a:gd name="connsiteX235" fmla="*/ 981959 w 11269336"/>
              <a:gd name="connsiteY235" fmla="*/ 2231607 h 2323145"/>
              <a:gd name="connsiteX236" fmla="*/ 938600 w 11269336"/>
              <a:gd name="connsiteY236" fmla="*/ 2238113 h 2323145"/>
              <a:gd name="connsiteX237" fmla="*/ 791788 w 11269336"/>
              <a:gd name="connsiteY237" fmla="*/ 2293224 h 2323145"/>
              <a:gd name="connsiteX238" fmla="*/ 706914 w 11269336"/>
              <a:gd name="connsiteY238" fmla="*/ 2305046 h 2323145"/>
              <a:gd name="connsiteX239" fmla="*/ 675971 w 11269336"/>
              <a:gd name="connsiteY239" fmla="*/ 2304030 h 2323145"/>
              <a:gd name="connsiteX240" fmla="*/ 624180 w 11269336"/>
              <a:gd name="connsiteY240" fmla="*/ 2302650 h 2323145"/>
              <a:gd name="connsiteX241" fmla="*/ 583453 w 11269336"/>
              <a:gd name="connsiteY241" fmla="*/ 2288788 h 2323145"/>
              <a:gd name="connsiteX242" fmla="*/ 540946 w 11269336"/>
              <a:gd name="connsiteY242" fmla="*/ 2292721 h 2323145"/>
              <a:gd name="connsiteX243" fmla="*/ 533680 w 11269336"/>
              <a:gd name="connsiteY243" fmla="*/ 2310233 h 2323145"/>
              <a:gd name="connsiteX244" fmla="*/ 487366 w 11269336"/>
              <a:gd name="connsiteY244" fmla="*/ 2309053 h 2323145"/>
              <a:gd name="connsiteX245" fmla="*/ 416820 w 11269336"/>
              <a:gd name="connsiteY245" fmla="*/ 2305443 h 2323145"/>
              <a:gd name="connsiteX246" fmla="*/ 376805 w 11269336"/>
              <a:gd name="connsiteY246" fmla="*/ 2307647 h 2323145"/>
              <a:gd name="connsiteX247" fmla="*/ 266777 w 11269336"/>
              <a:gd name="connsiteY247" fmla="*/ 2309012 h 2323145"/>
              <a:gd name="connsiteX248" fmla="*/ 156013 w 11269336"/>
              <a:gd name="connsiteY248" fmla="*/ 2306832 h 2323145"/>
              <a:gd name="connsiteX249" fmla="*/ 87258 w 11269336"/>
              <a:gd name="connsiteY249" fmla="*/ 2285511 h 2323145"/>
              <a:gd name="connsiteX250" fmla="*/ 23798 w 11269336"/>
              <a:gd name="connsiteY250" fmla="*/ 2281822 h 2323145"/>
              <a:gd name="connsiteX251" fmla="*/ 0 w 11269336"/>
              <a:gd name="connsiteY251" fmla="*/ 2285369 h 2323145"/>
              <a:gd name="connsiteX252" fmla="*/ 0 w 11269336"/>
              <a:gd name="connsiteY25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05765 w 11269336"/>
              <a:gd name="connsiteY141" fmla="*/ 2199902 h 2323145"/>
              <a:gd name="connsiteX142" fmla="*/ 4401354 w 11269336"/>
              <a:gd name="connsiteY142" fmla="*/ 2194745 h 2323145"/>
              <a:gd name="connsiteX143" fmla="*/ 4366646 w 11269336"/>
              <a:gd name="connsiteY143" fmla="*/ 2198564 h 2323145"/>
              <a:gd name="connsiteX144" fmla="*/ 4354009 w 11269336"/>
              <a:gd name="connsiteY144" fmla="*/ 2204984 h 2323145"/>
              <a:gd name="connsiteX145" fmla="*/ 4348284 w 11269336"/>
              <a:gd name="connsiteY145" fmla="*/ 2205270 h 2323145"/>
              <a:gd name="connsiteX146" fmla="*/ 4333906 w 11269336"/>
              <a:gd name="connsiteY146" fmla="*/ 2205251 h 2323145"/>
              <a:gd name="connsiteX147" fmla="*/ 4308819 w 11269336"/>
              <a:gd name="connsiteY147" fmla="*/ 2203822 h 2323145"/>
              <a:gd name="connsiteX148" fmla="*/ 4301210 w 11269336"/>
              <a:gd name="connsiteY148" fmla="*/ 2204456 h 2323145"/>
              <a:gd name="connsiteX149" fmla="*/ 4283095 w 11269336"/>
              <a:gd name="connsiteY149" fmla="*/ 2198177 h 2323145"/>
              <a:gd name="connsiteX150" fmla="*/ 4250119 w 11269336"/>
              <a:gd name="connsiteY150" fmla="*/ 2196342 h 2323145"/>
              <a:gd name="connsiteX151" fmla="*/ 4189203 w 11269336"/>
              <a:gd name="connsiteY151" fmla="*/ 2178994 h 2323145"/>
              <a:gd name="connsiteX152" fmla="*/ 4154035 w 11269336"/>
              <a:gd name="connsiteY152" fmla="*/ 2171950 h 2323145"/>
              <a:gd name="connsiteX153" fmla="*/ 4129569 w 11269336"/>
              <a:gd name="connsiteY153" fmla="*/ 2163850 h 2323145"/>
              <a:gd name="connsiteX154" fmla="*/ 4061250 w 11269336"/>
              <a:gd name="connsiteY154" fmla="*/ 2159236 h 2323145"/>
              <a:gd name="connsiteX155" fmla="*/ 3945480 w 11269336"/>
              <a:gd name="connsiteY155" fmla="*/ 2158279 h 2323145"/>
              <a:gd name="connsiteX156" fmla="*/ 3921468 w 11269336"/>
              <a:gd name="connsiteY156" fmla="*/ 2156588 h 2323145"/>
              <a:gd name="connsiteX157" fmla="*/ 3903348 w 11269336"/>
              <a:gd name="connsiteY157" fmla="*/ 2149220 h 2323145"/>
              <a:gd name="connsiteX158" fmla="*/ 3901342 w 11269336"/>
              <a:gd name="connsiteY158" fmla="*/ 2142355 h 2323145"/>
              <a:gd name="connsiteX159" fmla="*/ 3888539 w 11269336"/>
              <a:gd name="connsiteY159" fmla="*/ 2140476 h 2323145"/>
              <a:gd name="connsiteX160" fmla="*/ 3885662 w 11269336"/>
              <a:gd name="connsiteY160" fmla="*/ 2138740 h 2323145"/>
              <a:gd name="connsiteX161" fmla="*/ 3868627 w 11269336"/>
              <a:gd name="connsiteY161" fmla="*/ 2130023 h 2323145"/>
              <a:gd name="connsiteX162" fmla="*/ 3819177 w 11269336"/>
              <a:gd name="connsiteY162" fmla="*/ 2142111 h 2323145"/>
              <a:gd name="connsiteX163" fmla="*/ 3769100 w 11269336"/>
              <a:gd name="connsiteY163" fmla="*/ 2131731 h 2323145"/>
              <a:gd name="connsiteX164" fmla="*/ 3562752 w 11269336"/>
              <a:gd name="connsiteY164" fmla="*/ 2131785 h 2323145"/>
              <a:gd name="connsiteX165" fmla="*/ 3541402 w 11269336"/>
              <a:gd name="connsiteY165" fmla="*/ 2106821 h 2323145"/>
              <a:gd name="connsiteX166" fmla="*/ 3365341 w 11269336"/>
              <a:gd name="connsiteY166" fmla="*/ 2077638 h 2323145"/>
              <a:gd name="connsiteX167" fmla="*/ 3170922 w 11269336"/>
              <a:gd name="connsiteY167" fmla="*/ 2115957 h 2323145"/>
              <a:gd name="connsiteX168" fmla="*/ 3156256 w 11269336"/>
              <a:gd name="connsiteY168" fmla="*/ 2124773 h 2323145"/>
              <a:gd name="connsiteX169" fmla="*/ 3140298 w 11269336"/>
              <a:gd name="connsiteY169" fmla="*/ 2129182 h 2323145"/>
              <a:gd name="connsiteX170" fmla="*/ 3138514 w 11269336"/>
              <a:gd name="connsiteY170" fmla="*/ 2128069 h 2323145"/>
              <a:gd name="connsiteX171" fmla="*/ 3120467 w 11269336"/>
              <a:gd name="connsiteY171" fmla="*/ 2128281 h 2323145"/>
              <a:gd name="connsiteX172" fmla="*/ 3116175 w 11269336"/>
              <a:gd name="connsiteY172" fmla="*/ 2131633 h 2323145"/>
              <a:gd name="connsiteX173" fmla="*/ 3103685 w 11269336"/>
              <a:gd name="connsiteY173" fmla="*/ 2132814 h 2323145"/>
              <a:gd name="connsiteX174" fmla="*/ 3078794 w 11269336"/>
              <a:gd name="connsiteY174" fmla="*/ 2137935 h 2323145"/>
              <a:gd name="connsiteX175" fmla="*/ 3074407 w 11269336"/>
              <a:gd name="connsiteY175" fmla="*/ 2136274 h 2323145"/>
              <a:gd name="connsiteX176" fmla="*/ 3037285 w 11269336"/>
              <a:gd name="connsiteY176" fmla="*/ 2139919 h 2323145"/>
              <a:gd name="connsiteX177" fmla="*/ 3036901 w 11269336"/>
              <a:gd name="connsiteY177" fmla="*/ 2138726 h 2323145"/>
              <a:gd name="connsiteX178" fmla="*/ 3026996 w 11269336"/>
              <a:gd name="connsiteY178" fmla="*/ 2134322 h 2323145"/>
              <a:gd name="connsiteX179" fmla="*/ 3007772 w 11269336"/>
              <a:gd name="connsiteY179" fmla="*/ 2128742 h 2323145"/>
              <a:gd name="connsiteX180" fmla="*/ 2965030 w 11269336"/>
              <a:gd name="connsiteY180" fmla="*/ 2100494 h 2323145"/>
              <a:gd name="connsiteX181" fmla="*/ 2926342 w 11269336"/>
              <a:gd name="connsiteY181" fmla="*/ 2104155 h 2323145"/>
              <a:gd name="connsiteX182" fmla="*/ 2918608 w 11269336"/>
              <a:gd name="connsiteY182" fmla="*/ 2104215 h 2323145"/>
              <a:gd name="connsiteX183" fmla="*/ 2918475 w 11269336"/>
              <a:gd name="connsiteY183" fmla="*/ 2103937 h 2323145"/>
              <a:gd name="connsiteX184" fmla="*/ 2910360 w 11269336"/>
              <a:gd name="connsiteY184" fmla="*/ 2103444 h 2323145"/>
              <a:gd name="connsiteX185" fmla="*/ 2904507 w 11269336"/>
              <a:gd name="connsiteY185" fmla="*/ 2104326 h 2323145"/>
              <a:gd name="connsiteX186" fmla="*/ 2889503 w 11269336"/>
              <a:gd name="connsiteY186" fmla="*/ 2104443 h 2323145"/>
              <a:gd name="connsiteX187" fmla="*/ 2884480 w 11269336"/>
              <a:gd name="connsiteY187" fmla="*/ 2102626 h 2323145"/>
              <a:gd name="connsiteX188" fmla="*/ 2882689 w 11269336"/>
              <a:gd name="connsiteY188" fmla="*/ 2099228 h 2323145"/>
              <a:gd name="connsiteX189" fmla="*/ 2881291 w 11269336"/>
              <a:gd name="connsiteY189" fmla="*/ 2099618 h 2323145"/>
              <a:gd name="connsiteX190" fmla="*/ 2853979 w 11269336"/>
              <a:gd name="connsiteY190" fmla="*/ 2090388 h 2323145"/>
              <a:gd name="connsiteX191" fmla="*/ 2791790 w 11269336"/>
              <a:gd name="connsiteY191" fmla="*/ 2080332 h 2323145"/>
              <a:gd name="connsiteX192" fmla="*/ 2755844 w 11269336"/>
              <a:gd name="connsiteY192" fmla="*/ 2078874 h 2323145"/>
              <a:gd name="connsiteX193" fmla="*/ 2657742 w 11269336"/>
              <a:gd name="connsiteY193" fmla="*/ 2070179 h 2323145"/>
              <a:gd name="connsiteX194" fmla="*/ 2559549 w 11269336"/>
              <a:gd name="connsiteY194" fmla="*/ 2057873 h 2323145"/>
              <a:gd name="connsiteX195" fmla="*/ 2512054 w 11269336"/>
              <a:gd name="connsiteY195" fmla="*/ 2031671 h 2323145"/>
              <a:gd name="connsiteX196" fmla="*/ 2506437 w 11269336"/>
              <a:gd name="connsiteY196" fmla="*/ 2030918 h 2323145"/>
              <a:gd name="connsiteX197" fmla="*/ 2491752 w 11269336"/>
              <a:gd name="connsiteY197" fmla="*/ 2033906 h 2323145"/>
              <a:gd name="connsiteX198" fmla="*/ 2486338 w 11269336"/>
              <a:gd name="connsiteY198" fmla="*/ 2035862 h 2323145"/>
              <a:gd name="connsiteX199" fmla="*/ 2478186 w 11269336"/>
              <a:gd name="connsiteY199" fmla="*/ 2036953 h 2323145"/>
              <a:gd name="connsiteX200" fmla="*/ 2477950 w 11269336"/>
              <a:gd name="connsiteY200" fmla="*/ 2036715 h 2323145"/>
              <a:gd name="connsiteX201" fmla="*/ 2470381 w 11269336"/>
              <a:gd name="connsiteY201" fmla="*/ 2038256 h 2323145"/>
              <a:gd name="connsiteX202" fmla="*/ 2433781 w 11269336"/>
              <a:gd name="connsiteY202" fmla="*/ 2049140 h 2323145"/>
              <a:gd name="connsiteX203" fmla="*/ 2381172 w 11269336"/>
              <a:gd name="connsiteY203" fmla="*/ 2030645 h 2323145"/>
              <a:gd name="connsiteX204" fmla="*/ 2360198 w 11269336"/>
              <a:gd name="connsiteY204" fmla="*/ 2029059 h 2323145"/>
              <a:gd name="connsiteX205" fmla="*/ 2348815 w 11269336"/>
              <a:gd name="connsiteY205" fmla="*/ 2026798 h 2323145"/>
              <a:gd name="connsiteX206" fmla="*/ 2347988 w 11269336"/>
              <a:gd name="connsiteY206" fmla="*/ 2025745 h 2323145"/>
              <a:gd name="connsiteX207" fmla="*/ 2312920 w 11269336"/>
              <a:gd name="connsiteY207" fmla="*/ 2036311 h 2323145"/>
              <a:gd name="connsiteX208" fmla="*/ 2307986 w 11269336"/>
              <a:gd name="connsiteY208" fmla="*/ 2035583 h 2323145"/>
              <a:gd name="connsiteX209" fmla="*/ 2285481 w 11269336"/>
              <a:gd name="connsiteY209" fmla="*/ 2045197 h 2323145"/>
              <a:gd name="connsiteX210" fmla="*/ 2273666 w 11269336"/>
              <a:gd name="connsiteY210" fmla="*/ 2048710 h 2323145"/>
              <a:gd name="connsiteX211" fmla="*/ 2270719 w 11269336"/>
              <a:gd name="connsiteY211" fmla="*/ 2052702 h 2323145"/>
              <a:gd name="connsiteX212" fmla="*/ 2253080 w 11269336"/>
              <a:gd name="connsiteY212" fmla="*/ 2056363 h 2323145"/>
              <a:gd name="connsiteX213" fmla="*/ 2250906 w 11269336"/>
              <a:gd name="connsiteY213" fmla="*/ 2055654 h 2323145"/>
              <a:gd name="connsiteX214" fmla="*/ 2236905 w 11269336"/>
              <a:gd name="connsiteY214" fmla="*/ 2062882 h 2323145"/>
              <a:gd name="connsiteX215" fmla="*/ 2225830 w 11269336"/>
              <a:gd name="connsiteY215" fmla="*/ 2074027 h 2323145"/>
              <a:gd name="connsiteX216" fmla="*/ 2073776 w 11269336"/>
              <a:gd name="connsiteY216" fmla="*/ 2089244 h 2323145"/>
              <a:gd name="connsiteX217" fmla="*/ 1948256 w 11269336"/>
              <a:gd name="connsiteY217" fmla="*/ 2146616 h 2323145"/>
              <a:gd name="connsiteX218" fmla="*/ 1865582 w 11269336"/>
              <a:gd name="connsiteY218" fmla="*/ 2153738 h 2323145"/>
              <a:gd name="connsiteX219" fmla="*/ 1835210 w 11269336"/>
              <a:gd name="connsiteY219" fmla="*/ 2134244 h 2323145"/>
              <a:gd name="connsiteX220" fmla="*/ 1632661 w 11269336"/>
              <a:gd name="connsiteY220" fmla="*/ 2173882 h 2323145"/>
              <a:gd name="connsiteX221" fmla="*/ 1579590 w 11269336"/>
              <a:gd name="connsiteY221" fmla="*/ 2173680 h 2323145"/>
              <a:gd name="connsiteX222" fmla="*/ 1535601 w 11269336"/>
              <a:gd name="connsiteY222" fmla="*/ 2194590 h 2323145"/>
              <a:gd name="connsiteX223" fmla="*/ 1515594 w 11269336"/>
              <a:gd name="connsiteY223" fmla="*/ 2189622 h 2323145"/>
              <a:gd name="connsiteX224" fmla="*/ 1512113 w 11269336"/>
              <a:gd name="connsiteY224" fmla="*/ 2188534 h 2323145"/>
              <a:gd name="connsiteX225" fmla="*/ 1498838 w 11269336"/>
              <a:gd name="connsiteY225" fmla="*/ 2189213 h 2323145"/>
              <a:gd name="connsiteX226" fmla="*/ 1494279 w 11269336"/>
              <a:gd name="connsiteY226" fmla="*/ 2183112 h 2323145"/>
              <a:gd name="connsiteX227" fmla="*/ 1473714 w 11269336"/>
              <a:gd name="connsiteY227" fmla="*/ 2179625 h 2323145"/>
              <a:gd name="connsiteX228" fmla="*/ 1449503 w 11269336"/>
              <a:gd name="connsiteY228" fmla="*/ 2182633 h 2323145"/>
              <a:gd name="connsiteX229" fmla="*/ 1266687 w 11269336"/>
              <a:gd name="connsiteY229" fmla="*/ 2212688 h 2323145"/>
              <a:gd name="connsiteX230" fmla="*/ 1239614 w 11269336"/>
              <a:gd name="connsiteY230" fmla="*/ 2209727 h 2323145"/>
              <a:gd name="connsiteX231" fmla="*/ 1202436 w 11269336"/>
              <a:gd name="connsiteY231" fmla="*/ 2209817 h 2323145"/>
              <a:gd name="connsiteX232" fmla="*/ 1136097 w 11269336"/>
              <a:gd name="connsiteY232" fmla="*/ 2205112 h 2323145"/>
              <a:gd name="connsiteX233" fmla="*/ 988232 w 11269336"/>
              <a:gd name="connsiteY233" fmla="*/ 2235635 h 2323145"/>
              <a:gd name="connsiteX234" fmla="*/ 981959 w 11269336"/>
              <a:gd name="connsiteY234" fmla="*/ 2231607 h 2323145"/>
              <a:gd name="connsiteX235" fmla="*/ 938600 w 11269336"/>
              <a:gd name="connsiteY235" fmla="*/ 2238113 h 2323145"/>
              <a:gd name="connsiteX236" fmla="*/ 791788 w 11269336"/>
              <a:gd name="connsiteY236" fmla="*/ 2293224 h 2323145"/>
              <a:gd name="connsiteX237" fmla="*/ 706914 w 11269336"/>
              <a:gd name="connsiteY237" fmla="*/ 2305046 h 2323145"/>
              <a:gd name="connsiteX238" fmla="*/ 675971 w 11269336"/>
              <a:gd name="connsiteY238" fmla="*/ 2304030 h 2323145"/>
              <a:gd name="connsiteX239" fmla="*/ 624180 w 11269336"/>
              <a:gd name="connsiteY239" fmla="*/ 2302650 h 2323145"/>
              <a:gd name="connsiteX240" fmla="*/ 583453 w 11269336"/>
              <a:gd name="connsiteY240" fmla="*/ 2288788 h 2323145"/>
              <a:gd name="connsiteX241" fmla="*/ 540946 w 11269336"/>
              <a:gd name="connsiteY241" fmla="*/ 2292721 h 2323145"/>
              <a:gd name="connsiteX242" fmla="*/ 533680 w 11269336"/>
              <a:gd name="connsiteY242" fmla="*/ 2310233 h 2323145"/>
              <a:gd name="connsiteX243" fmla="*/ 487366 w 11269336"/>
              <a:gd name="connsiteY243" fmla="*/ 2309053 h 2323145"/>
              <a:gd name="connsiteX244" fmla="*/ 416820 w 11269336"/>
              <a:gd name="connsiteY244" fmla="*/ 2305443 h 2323145"/>
              <a:gd name="connsiteX245" fmla="*/ 376805 w 11269336"/>
              <a:gd name="connsiteY245" fmla="*/ 2307647 h 2323145"/>
              <a:gd name="connsiteX246" fmla="*/ 266777 w 11269336"/>
              <a:gd name="connsiteY246" fmla="*/ 2309012 h 2323145"/>
              <a:gd name="connsiteX247" fmla="*/ 156013 w 11269336"/>
              <a:gd name="connsiteY247" fmla="*/ 2306832 h 2323145"/>
              <a:gd name="connsiteX248" fmla="*/ 87258 w 11269336"/>
              <a:gd name="connsiteY248" fmla="*/ 2285511 h 2323145"/>
              <a:gd name="connsiteX249" fmla="*/ 23798 w 11269336"/>
              <a:gd name="connsiteY249" fmla="*/ 2281822 h 2323145"/>
              <a:gd name="connsiteX250" fmla="*/ 0 w 11269336"/>
              <a:gd name="connsiteY250" fmla="*/ 2285369 h 2323145"/>
              <a:gd name="connsiteX251" fmla="*/ 0 w 11269336"/>
              <a:gd name="connsiteY251" fmla="*/ 0 h 2323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Lst>
            <a:rect l="l" t="t" r="r" b="b"/>
            <a:pathLst>
              <a:path w="11269336" h="2323145">
                <a:moveTo>
                  <a:pt x="0" y="0"/>
                </a:moveTo>
                <a:lnTo>
                  <a:pt x="11269336" y="0"/>
                </a:lnTo>
                <a:lnTo>
                  <a:pt x="11268645" y="511"/>
                </a:lnTo>
                <a:cubicBezTo>
                  <a:pt x="11257520" y="14091"/>
                  <a:pt x="11248967" y="32073"/>
                  <a:pt x="11230739" y="37096"/>
                </a:cubicBezTo>
                <a:cubicBezTo>
                  <a:pt x="11194283" y="47141"/>
                  <a:pt x="11124351" y="55013"/>
                  <a:pt x="11082485" y="78590"/>
                </a:cubicBezTo>
                <a:cubicBezTo>
                  <a:pt x="11064655" y="69818"/>
                  <a:pt x="11049588" y="97621"/>
                  <a:pt x="11031776" y="79197"/>
                </a:cubicBezTo>
                <a:cubicBezTo>
                  <a:pt x="11016683" y="85023"/>
                  <a:pt x="11009945" y="92832"/>
                  <a:pt x="10995894" y="83459"/>
                </a:cubicBezTo>
                <a:cubicBezTo>
                  <a:pt x="10971843" y="134740"/>
                  <a:pt x="10888992" y="106042"/>
                  <a:pt x="10861177" y="147419"/>
                </a:cubicBezTo>
                <a:cubicBezTo>
                  <a:pt x="10850370" y="129415"/>
                  <a:pt x="10807086" y="138624"/>
                  <a:pt x="10782732" y="135645"/>
                </a:cubicBezTo>
                <a:cubicBezTo>
                  <a:pt x="10869014" y="196205"/>
                  <a:pt x="10693356" y="147304"/>
                  <a:pt x="10660773" y="179312"/>
                </a:cubicBezTo>
                <a:cubicBezTo>
                  <a:pt x="10667385" y="121467"/>
                  <a:pt x="10595265" y="182241"/>
                  <a:pt x="10564442" y="160738"/>
                </a:cubicBezTo>
                <a:cubicBezTo>
                  <a:pt x="10544419" y="190949"/>
                  <a:pt x="10518436" y="167191"/>
                  <a:pt x="10490200" y="183533"/>
                </a:cubicBezTo>
                <a:cubicBezTo>
                  <a:pt x="10423905" y="202688"/>
                  <a:pt x="10362764" y="244779"/>
                  <a:pt x="10271351" y="243104"/>
                </a:cubicBezTo>
                <a:cubicBezTo>
                  <a:pt x="10247818" y="329775"/>
                  <a:pt x="10135674" y="303068"/>
                  <a:pt x="10061033" y="364937"/>
                </a:cubicBezTo>
                <a:cubicBezTo>
                  <a:pt x="10014289" y="383940"/>
                  <a:pt x="9930032" y="360289"/>
                  <a:pt x="9921770" y="406154"/>
                </a:cubicBezTo>
                <a:cubicBezTo>
                  <a:pt x="9894276" y="384665"/>
                  <a:pt x="9881945" y="430851"/>
                  <a:pt x="9858388" y="439489"/>
                </a:cubicBezTo>
                <a:cubicBezTo>
                  <a:pt x="9835642" y="426888"/>
                  <a:pt x="9828901" y="443125"/>
                  <a:pt x="9811914" y="449865"/>
                </a:cubicBezTo>
                <a:cubicBezTo>
                  <a:pt x="9801869" y="441287"/>
                  <a:pt x="9787055" y="444835"/>
                  <a:pt x="9784394" y="457816"/>
                </a:cubicBezTo>
                <a:cubicBezTo>
                  <a:pt x="9797169" y="483924"/>
                  <a:pt x="9656844" y="450179"/>
                  <a:pt x="9656836" y="469967"/>
                </a:cubicBezTo>
                <a:cubicBezTo>
                  <a:pt x="9589537" y="485301"/>
                  <a:pt x="9662097" y="527310"/>
                  <a:pt x="9561575" y="559978"/>
                </a:cubicBezTo>
                <a:cubicBezTo>
                  <a:pt x="9479149" y="599104"/>
                  <a:pt x="9215234" y="670585"/>
                  <a:pt x="9162278" y="704724"/>
                </a:cubicBezTo>
                <a:cubicBezTo>
                  <a:pt x="9173017" y="730567"/>
                  <a:pt x="9063215" y="727685"/>
                  <a:pt x="9062863" y="754656"/>
                </a:cubicBezTo>
                <a:cubicBezTo>
                  <a:pt x="9021608" y="774940"/>
                  <a:pt x="8924639" y="816390"/>
                  <a:pt x="8914746" y="826428"/>
                </a:cubicBezTo>
                <a:lnTo>
                  <a:pt x="8917778" y="835198"/>
                </a:lnTo>
                <a:lnTo>
                  <a:pt x="8905560" y="838358"/>
                </a:lnTo>
                <a:lnTo>
                  <a:pt x="8897564" y="834287"/>
                </a:lnTo>
                <a:lnTo>
                  <a:pt x="8878040" y="844150"/>
                </a:lnTo>
                <a:cubicBezTo>
                  <a:pt x="8861112" y="848992"/>
                  <a:pt x="8812843" y="856499"/>
                  <a:pt x="8795998" y="863337"/>
                </a:cubicBezTo>
                <a:cubicBezTo>
                  <a:pt x="8792888" y="873975"/>
                  <a:pt x="8786153" y="880792"/>
                  <a:pt x="8776970" y="885177"/>
                </a:cubicBezTo>
                <a:lnTo>
                  <a:pt x="8755719" y="889754"/>
                </a:lnTo>
                <a:lnTo>
                  <a:pt x="8743257" y="904723"/>
                </a:lnTo>
                <a:cubicBezTo>
                  <a:pt x="8737642" y="908108"/>
                  <a:pt x="8730651" y="908759"/>
                  <a:pt x="8721366" y="904711"/>
                </a:cubicBezTo>
                <a:cubicBezTo>
                  <a:pt x="8711895" y="915873"/>
                  <a:pt x="8676250" y="900745"/>
                  <a:pt x="8678353" y="926318"/>
                </a:cubicBezTo>
                <a:cubicBezTo>
                  <a:pt x="8658506" y="928813"/>
                  <a:pt x="8647569" y="933735"/>
                  <a:pt x="8636849" y="937900"/>
                </a:cubicBezTo>
                <a:lnTo>
                  <a:pt x="8620213" y="943068"/>
                </a:lnTo>
                <a:lnTo>
                  <a:pt x="8612581" y="952695"/>
                </a:lnTo>
                <a:cubicBezTo>
                  <a:pt x="8605836" y="959769"/>
                  <a:pt x="8598255" y="964412"/>
                  <a:pt x="8589038" y="963892"/>
                </a:cubicBezTo>
                <a:lnTo>
                  <a:pt x="8579950" y="960899"/>
                </a:lnTo>
                <a:cubicBezTo>
                  <a:pt x="8579740" y="962476"/>
                  <a:pt x="8579529" y="964053"/>
                  <a:pt x="8579319" y="965630"/>
                </a:cubicBezTo>
                <a:cubicBezTo>
                  <a:pt x="8579138" y="972972"/>
                  <a:pt x="8576531" y="980010"/>
                  <a:pt x="8547429" y="984506"/>
                </a:cubicBezTo>
                <a:cubicBezTo>
                  <a:pt x="8529238" y="1001725"/>
                  <a:pt x="8505565" y="1015840"/>
                  <a:pt x="8478704" y="1025490"/>
                </a:cubicBezTo>
                <a:cubicBezTo>
                  <a:pt x="8473109" y="1019545"/>
                  <a:pt x="8465819" y="1032194"/>
                  <a:pt x="8461421" y="1035512"/>
                </a:cubicBezTo>
                <a:cubicBezTo>
                  <a:pt x="8459739" y="1031087"/>
                  <a:pt x="8447663" y="1032074"/>
                  <a:pt x="8445003" y="1036851"/>
                </a:cubicBezTo>
                <a:cubicBezTo>
                  <a:pt x="8366593" y="1075951"/>
                  <a:pt x="8398773" y="1021402"/>
                  <a:pt x="8357350" y="1060213"/>
                </a:cubicBezTo>
                <a:cubicBezTo>
                  <a:pt x="8349366" y="1063843"/>
                  <a:pt x="8342208" y="1063367"/>
                  <a:pt x="8335565" y="1061151"/>
                </a:cubicBezTo>
                <a:lnTo>
                  <a:pt x="8325267" y="1055919"/>
                </a:lnTo>
                <a:lnTo>
                  <a:pt x="8293586" y="1076144"/>
                </a:lnTo>
                <a:cubicBezTo>
                  <a:pt x="8277595" y="1084193"/>
                  <a:pt x="8260401" y="1090863"/>
                  <a:pt x="8242405" y="1095960"/>
                </a:cubicBezTo>
                <a:cubicBezTo>
                  <a:pt x="8226373" y="1101227"/>
                  <a:pt x="8224213" y="1102052"/>
                  <a:pt x="8197391" y="1107746"/>
                </a:cubicBezTo>
                <a:cubicBezTo>
                  <a:pt x="8090266" y="1152133"/>
                  <a:pt x="8141491" y="1082372"/>
                  <a:pt x="8081474" y="1130125"/>
                </a:cubicBezTo>
                <a:cubicBezTo>
                  <a:pt x="8070634" y="1134173"/>
                  <a:pt x="8061619" y="1132810"/>
                  <a:pt x="8053585" y="1129169"/>
                </a:cubicBezTo>
                <a:lnTo>
                  <a:pt x="8038422" y="1119092"/>
                </a:lnTo>
                <a:lnTo>
                  <a:pt x="8029450" y="1125592"/>
                </a:lnTo>
                <a:cubicBezTo>
                  <a:pt x="7992226" y="1133484"/>
                  <a:pt x="7978616" y="1122765"/>
                  <a:pt x="7959552" y="1140188"/>
                </a:cubicBezTo>
                <a:cubicBezTo>
                  <a:pt x="7922008" y="1119572"/>
                  <a:pt x="7937737" y="1141786"/>
                  <a:pt x="7914188" y="1150862"/>
                </a:cubicBezTo>
                <a:cubicBezTo>
                  <a:pt x="7896037" y="1160155"/>
                  <a:pt x="7933463" y="1163411"/>
                  <a:pt x="7914918" y="1168758"/>
                </a:cubicBezTo>
                <a:cubicBezTo>
                  <a:pt x="7893102" y="1165887"/>
                  <a:pt x="7898453" y="1187420"/>
                  <a:pt x="7875510" y="1183153"/>
                </a:cubicBezTo>
                <a:cubicBezTo>
                  <a:pt x="7877354" y="1165743"/>
                  <a:pt x="7834286" y="1194789"/>
                  <a:pt x="7829932" y="1180782"/>
                </a:cubicBezTo>
                <a:cubicBezTo>
                  <a:pt x="7816047" y="1204874"/>
                  <a:pt x="7801901" y="1181513"/>
                  <a:pt x="7779182" y="1192665"/>
                </a:cubicBezTo>
                <a:cubicBezTo>
                  <a:pt x="7769446" y="1202686"/>
                  <a:pt x="7761564" y="1205661"/>
                  <a:pt x="7748774" y="1199586"/>
                </a:cubicBezTo>
                <a:cubicBezTo>
                  <a:pt x="7704339" y="1247771"/>
                  <a:pt x="7717626" y="1207638"/>
                  <a:pt x="7671846" y="1231966"/>
                </a:cubicBezTo>
                <a:cubicBezTo>
                  <a:pt x="7632956" y="1255682"/>
                  <a:pt x="7587383" y="1275180"/>
                  <a:pt x="7554146" y="1319748"/>
                </a:cubicBezTo>
                <a:cubicBezTo>
                  <a:pt x="7548775" y="1331557"/>
                  <a:pt x="7531272" y="1339155"/>
                  <a:pt x="7515052" y="1336718"/>
                </a:cubicBezTo>
                <a:cubicBezTo>
                  <a:pt x="7512260" y="1336298"/>
                  <a:pt x="7509613" y="1335590"/>
                  <a:pt x="7507193" y="1334617"/>
                </a:cubicBezTo>
                <a:cubicBezTo>
                  <a:pt x="7488273" y="1365207"/>
                  <a:pt x="7468925" y="1356298"/>
                  <a:pt x="7461694" y="1375866"/>
                </a:cubicBezTo>
                <a:cubicBezTo>
                  <a:pt x="7422434" y="1391917"/>
                  <a:pt x="7384603" y="1382819"/>
                  <a:pt x="7377571" y="1400128"/>
                </a:cubicBezTo>
                <a:cubicBezTo>
                  <a:pt x="7356236" y="1403926"/>
                  <a:pt x="7322509" y="1393138"/>
                  <a:pt x="7311261" y="1412652"/>
                </a:cubicBezTo>
                <a:cubicBezTo>
                  <a:pt x="7305349" y="1400071"/>
                  <a:pt x="7289966" y="1428039"/>
                  <a:pt x="7275307" y="1422171"/>
                </a:cubicBezTo>
                <a:cubicBezTo>
                  <a:pt x="7264529" y="1416601"/>
                  <a:pt x="7257348" y="1423786"/>
                  <a:pt x="7247783" y="1426330"/>
                </a:cubicBezTo>
                <a:cubicBezTo>
                  <a:pt x="7233839" y="1423056"/>
                  <a:pt x="7194363" y="1442037"/>
                  <a:pt x="7185047" y="1451812"/>
                </a:cubicBezTo>
                <a:cubicBezTo>
                  <a:pt x="7164447" y="1483396"/>
                  <a:pt x="7101577" y="1475742"/>
                  <a:pt x="7084117" y="1500281"/>
                </a:cubicBezTo>
                <a:cubicBezTo>
                  <a:pt x="7076899" y="1504821"/>
                  <a:pt x="7069494" y="1507565"/>
                  <a:pt x="7062011" y="1509183"/>
                </a:cubicBezTo>
                <a:lnTo>
                  <a:pt x="7040555" y="1511207"/>
                </a:lnTo>
                <a:lnTo>
                  <a:pt x="7033438" y="1506772"/>
                </a:lnTo>
                <a:lnTo>
                  <a:pt x="7020886" y="1510764"/>
                </a:lnTo>
                <a:lnTo>
                  <a:pt x="7017033" y="1510650"/>
                </a:lnTo>
                <a:lnTo>
                  <a:pt x="6995460" y="1511173"/>
                </a:lnTo>
                <a:cubicBezTo>
                  <a:pt x="7010208" y="1537643"/>
                  <a:pt x="6938512" y="1522467"/>
                  <a:pt x="6962144" y="1541508"/>
                </a:cubicBezTo>
                <a:cubicBezTo>
                  <a:pt x="6926351" y="1550586"/>
                  <a:pt x="6958236" y="1566326"/>
                  <a:pt x="6910674" y="1554793"/>
                </a:cubicBezTo>
                <a:cubicBezTo>
                  <a:pt x="6859225" y="1589274"/>
                  <a:pt x="6769015" y="1598548"/>
                  <a:pt x="6732152" y="1642538"/>
                </a:cubicBezTo>
                <a:cubicBezTo>
                  <a:pt x="6734901" y="1628031"/>
                  <a:pt x="6709146" y="1622413"/>
                  <a:pt x="6694106" y="1632377"/>
                </a:cubicBezTo>
                <a:cubicBezTo>
                  <a:pt x="6702628" y="1575914"/>
                  <a:pt x="6638899" y="1692862"/>
                  <a:pt x="6617223" y="1659889"/>
                </a:cubicBezTo>
                <a:cubicBezTo>
                  <a:pt x="6623246" y="1693349"/>
                  <a:pt x="6561228" y="1764690"/>
                  <a:pt x="6521138" y="1744340"/>
                </a:cubicBezTo>
                <a:cubicBezTo>
                  <a:pt x="6469831" y="1761656"/>
                  <a:pt x="6438109" y="1796731"/>
                  <a:pt x="6380677" y="1796883"/>
                </a:cubicBezTo>
                <a:cubicBezTo>
                  <a:pt x="6379865" y="1801686"/>
                  <a:pt x="6377810" y="1805986"/>
                  <a:pt x="6374897" y="1809910"/>
                </a:cubicBezTo>
                <a:lnTo>
                  <a:pt x="6364545" y="1820090"/>
                </a:lnTo>
                <a:lnTo>
                  <a:pt x="6362126" y="1819991"/>
                </a:lnTo>
                <a:cubicBezTo>
                  <a:pt x="6353055" y="1821720"/>
                  <a:pt x="6348796" y="1824537"/>
                  <a:pt x="6346673" y="1827824"/>
                </a:cubicBezTo>
                <a:lnTo>
                  <a:pt x="6345588" y="1832232"/>
                </a:lnTo>
                <a:lnTo>
                  <a:pt x="6335708" y="1838451"/>
                </a:lnTo>
                <a:lnTo>
                  <a:pt x="6318182" y="1852975"/>
                </a:lnTo>
                <a:lnTo>
                  <a:pt x="6313084" y="1853561"/>
                </a:lnTo>
                <a:lnTo>
                  <a:pt x="6283816" y="1872148"/>
                </a:lnTo>
                <a:lnTo>
                  <a:pt x="6282550" y="1871392"/>
                </a:lnTo>
                <a:cubicBezTo>
                  <a:pt x="6279041" y="1870121"/>
                  <a:pt x="6275192" y="1869982"/>
                  <a:pt x="6270527" y="1872208"/>
                </a:cubicBezTo>
                <a:cubicBezTo>
                  <a:pt x="6265029" y="1853962"/>
                  <a:pt x="6262790" y="1867903"/>
                  <a:pt x="6249518" y="1876079"/>
                </a:cubicBezTo>
                <a:cubicBezTo>
                  <a:pt x="6238019" y="1849564"/>
                  <a:pt x="6207959" y="1881750"/>
                  <a:pt x="6190386" y="1872478"/>
                </a:cubicBezTo>
                <a:cubicBezTo>
                  <a:pt x="6180893" y="1879083"/>
                  <a:pt x="6170646" y="1885584"/>
                  <a:pt x="6159777" y="1891745"/>
                </a:cubicBezTo>
                <a:lnTo>
                  <a:pt x="6153131" y="1895079"/>
                </a:lnTo>
                <a:lnTo>
                  <a:pt x="6152798" y="1894920"/>
                </a:lnTo>
                <a:cubicBezTo>
                  <a:pt x="6150925" y="1895166"/>
                  <a:pt x="6148578" y="1896082"/>
                  <a:pt x="6145388" y="1897990"/>
                </a:cubicBezTo>
                <a:lnTo>
                  <a:pt x="6141014" y="1901155"/>
                </a:lnTo>
                <a:lnTo>
                  <a:pt x="6128122" y="1907623"/>
                </a:lnTo>
                <a:lnTo>
                  <a:pt x="6122351" y="1908359"/>
                </a:lnTo>
                <a:cubicBezTo>
                  <a:pt x="6099508" y="1905910"/>
                  <a:pt x="6088334" y="1869006"/>
                  <a:pt x="6064750" y="1896394"/>
                </a:cubicBezTo>
                <a:cubicBezTo>
                  <a:pt x="6025977" y="1903785"/>
                  <a:pt x="5997095" y="1889190"/>
                  <a:pt x="5964230" y="1910038"/>
                </a:cubicBezTo>
                <a:cubicBezTo>
                  <a:pt x="5927910" y="1916874"/>
                  <a:pt x="5894873" y="1914928"/>
                  <a:pt x="5865399" y="1926966"/>
                </a:cubicBezTo>
                <a:cubicBezTo>
                  <a:pt x="5851644" y="1923038"/>
                  <a:pt x="5839380" y="1922808"/>
                  <a:pt x="5829951" y="1934755"/>
                </a:cubicBezTo>
                <a:cubicBezTo>
                  <a:pt x="5795498" y="1938369"/>
                  <a:pt x="5784532" y="1926246"/>
                  <a:pt x="5765285" y="1941322"/>
                </a:cubicBezTo>
                <a:cubicBezTo>
                  <a:pt x="5741789" y="1922874"/>
                  <a:pt x="5742385" y="1931607"/>
                  <a:pt x="5734750" y="1939793"/>
                </a:cubicBezTo>
                <a:lnTo>
                  <a:pt x="5733569" y="1940505"/>
                </a:lnTo>
                <a:lnTo>
                  <a:pt x="5730329" y="1937845"/>
                </a:lnTo>
                <a:lnTo>
                  <a:pt x="5724661" y="1937455"/>
                </a:lnTo>
                <a:lnTo>
                  <a:pt x="5710186" y="1941370"/>
                </a:lnTo>
                <a:lnTo>
                  <a:pt x="5704910" y="1943663"/>
                </a:lnTo>
                <a:cubicBezTo>
                  <a:pt x="5701213" y="1944937"/>
                  <a:pt x="5698678" y="1945391"/>
                  <a:pt x="5696836" y="1945271"/>
                </a:cubicBezTo>
                <a:lnTo>
                  <a:pt x="5696583" y="1945050"/>
                </a:lnTo>
                <a:lnTo>
                  <a:pt x="5689123" y="1947067"/>
                </a:lnTo>
                <a:cubicBezTo>
                  <a:pt x="5676655" y="1951072"/>
                  <a:pt x="5664639" y="1955533"/>
                  <a:pt x="5653291" y="1960245"/>
                </a:cubicBezTo>
                <a:cubicBezTo>
                  <a:pt x="5640346" y="1947636"/>
                  <a:pt x="5600180" y="1973739"/>
                  <a:pt x="5599385" y="1945198"/>
                </a:cubicBezTo>
                <a:cubicBezTo>
                  <a:pt x="5583913" y="1950736"/>
                  <a:pt x="5576590" y="1964134"/>
                  <a:pt x="5578300" y="1944963"/>
                </a:cubicBezTo>
                <a:cubicBezTo>
                  <a:pt x="5573104" y="1946266"/>
                  <a:pt x="5569560" y="1945382"/>
                  <a:pt x="5566758" y="1943441"/>
                </a:cubicBezTo>
                <a:lnTo>
                  <a:pt x="5565857" y="1942445"/>
                </a:lnTo>
                <a:lnTo>
                  <a:pt x="5531534" y="1955208"/>
                </a:lnTo>
                <a:lnTo>
                  <a:pt x="5526552" y="1954799"/>
                </a:lnTo>
                <a:lnTo>
                  <a:pt x="5504723" y="1965811"/>
                </a:lnTo>
                <a:lnTo>
                  <a:pt x="5493156" y="1970063"/>
                </a:lnTo>
                <a:lnTo>
                  <a:pt x="5490486" y="1974227"/>
                </a:lnTo>
                <a:cubicBezTo>
                  <a:pt x="5487271" y="1977077"/>
                  <a:pt x="5482233" y="1979045"/>
                  <a:pt x="5473107" y="1979001"/>
                </a:cubicBezTo>
                <a:lnTo>
                  <a:pt x="5470885" y="1978432"/>
                </a:lnTo>
                <a:lnTo>
                  <a:pt x="5457393" y="1986525"/>
                </a:lnTo>
                <a:cubicBezTo>
                  <a:pt x="5453194" y="1989853"/>
                  <a:pt x="5449663" y="1993721"/>
                  <a:pt x="5447102" y="1998329"/>
                </a:cubicBezTo>
                <a:cubicBezTo>
                  <a:pt x="5386283" y="2017364"/>
                  <a:pt x="5223545" y="2015483"/>
                  <a:pt x="5159151" y="2029640"/>
                </a:cubicBezTo>
                <a:cubicBezTo>
                  <a:pt x="5141359" y="2036610"/>
                  <a:pt x="5090827" y="2076822"/>
                  <a:pt x="5098838" y="2062961"/>
                </a:cubicBezTo>
                <a:cubicBezTo>
                  <a:pt x="5047883" y="2099457"/>
                  <a:pt x="4922007" y="2111466"/>
                  <a:pt x="4860988" y="2135698"/>
                </a:cubicBezTo>
                <a:cubicBezTo>
                  <a:pt x="4805413" y="2152292"/>
                  <a:pt x="4784714" y="2158665"/>
                  <a:pt x="4765388" y="2162525"/>
                </a:cubicBezTo>
                <a:cubicBezTo>
                  <a:pt x="4758560" y="2161978"/>
                  <a:pt x="4751823" y="2160531"/>
                  <a:pt x="4745033" y="2158859"/>
                </a:cubicBezTo>
                <a:lnTo>
                  <a:pt x="4741475" y="2157998"/>
                </a:lnTo>
                <a:lnTo>
                  <a:pt x="4728247" y="2159526"/>
                </a:lnTo>
                <a:lnTo>
                  <a:pt x="4723263" y="2153742"/>
                </a:lnTo>
                <a:lnTo>
                  <a:pt x="4593061" y="2171597"/>
                </a:lnTo>
                <a:lnTo>
                  <a:pt x="4405765" y="2199902"/>
                </a:lnTo>
                <a:cubicBezTo>
                  <a:pt x="4403942" y="2198353"/>
                  <a:pt x="4402457" y="2196614"/>
                  <a:pt x="4401354" y="2194745"/>
                </a:cubicBezTo>
                <a:lnTo>
                  <a:pt x="4366646" y="2198564"/>
                </a:lnTo>
                <a:lnTo>
                  <a:pt x="4354009" y="2204984"/>
                </a:lnTo>
                <a:lnTo>
                  <a:pt x="4348284" y="2205270"/>
                </a:lnTo>
                <a:lnTo>
                  <a:pt x="4333906" y="2205251"/>
                </a:lnTo>
                <a:cubicBezTo>
                  <a:pt x="4326429" y="2204713"/>
                  <a:pt x="4318024" y="2203940"/>
                  <a:pt x="4308819" y="2203822"/>
                </a:cubicBezTo>
                <a:lnTo>
                  <a:pt x="4301210" y="2204456"/>
                </a:lnTo>
                <a:lnTo>
                  <a:pt x="4283095" y="2198177"/>
                </a:lnTo>
                <a:cubicBezTo>
                  <a:pt x="4269863" y="2193337"/>
                  <a:pt x="4259612" y="2190345"/>
                  <a:pt x="4250119" y="2196342"/>
                </a:cubicBezTo>
                <a:cubicBezTo>
                  <a:pt x="4230702" y="2190559"/>
                  <a:pt x="4213171" y="2166890"/>
                  <a:pt x="4189203" y="2178994"/>
                </a:cubicBezTo>
                <a:cubicBezTo>
                  <a:pt x="4194512" y="2165594"/>
                  <a:pt x="4160734" y="2183257"/>
                  <a:pt x="4154035" y="2171950"/>
                </a:cubicBezTo>
                <a:cubicBezTo>
                  <a:pt x="4150098" y="2162547"/>
                  <a:pt x="4138934" y="2165714"/>
                  <a:pt x="4129569" y="2163850"/>
                </a:cubicBezTo>
                <a:cubicBezTo>
                  <a:pt x="4121391" y="2155090"/>
                  <a:pt x="4076089" y="2154737"/>
                  <a:pt x="4061250" y="2159236"/>
                </a:cubicBezTo>
                <a:cubicBezTo>
                  <a:pt x="4020618" y="2177811"/>
                  <a:pt x="3978175" y="2144465"/>
                  <a:pt x="3945480" y="2158279"/>
                </a:cubicBezTo>
                <a:cubicBezTo>
                  <a:pt x="3936362" y="2159139"/>
                  <a:pt x="3928502" y="2158369"/>
                  <a:pt x="3921468" y="2156588"/>
                </a:cubicBezTo>
                <a:lnTo>
                  <a:pt x="3903348" y="2149220"/>
                </a:lnTo>
                <a:lnTo>
                  <a:pt x="3901342" y="2142355"/>
                </a:lnTo>
                <a:lnTo>
                  <a:pt x="3888539" y="2140476"/>
                </a:lnTo>
                <a:lnTo>
                  <a:pt x="3885662" y="2138740"/>
                </a:lnTo>
                <a:cubicBezTo>
                  <a:pt x="3880178" y="2135398"/>
                  <a:pt x="3874645" y="2132286"/>
                  <a:pt x="3868627" y="2130023"/>
                </a:cubicBezTo>
                <a:cubicBezTo>
                  <a:pt x="3859240" y="2159198"/>
                  <a:pt x="3815892" y="2115590"/>
                  <a:pt x="3819177" y="2142111"/>
                </a:cubicBezTo>
                <a:cubicBezTo>
                  <a:pt x="3784478" y="2134756"/>
                  <a:pt x="3796708" y="2161930"/>
                  <a:pt x="3769100" y="2131731"/>
                </a:cubicBezTo>
                <a:cubicBezTo>
                  <a:pt x="3702423" y="2139704"/>
                  <a:pt x="3625642" y="2109386"/>
                  <a:pt x="3562752" y="2131785"/>
                </a:cubicBezTo>
                <a:cubicBezTo>
                  <a:pt x="3576244" y="2120400"/>
                  <a:pt x="3560801" y="2104591"/>
                  <a:pt x="3541402" y="2106821"/>
                </a:cubicBezTo>
                <a:cubicBezTo>
                  <a:pt x="3592232" y="2061584"/>
                  <a:pt x="3356194" y="2115384"/>
                  <a:pt x="3365341" y="2077638"/>
                </a:cubicBezTo>
                <a:cubicBezTo>
                  <a:pt x="3303594" y="2079161"/>
                  <a:pt x="3221644" y="2111487"/>
                  <a:pt x="3170922" y="2115957"/>
                </a:cubicBezTo>
                <a:cubicBezTo>
                  <a:pt x="3166532" y="2119769"/>
                  <a:pt x="3161579" y="2122617"/>
                  <a:pt x="3156256" y="2124773"/>
                </a:cubicBezTo>
                <a:lnTo>
                  <a:pt x="3140298" y="2129182"/>
                </a:lnTo>
                <a:lnTo>
                  <a:pt x="3138514" y="2128069"/>
                </a:lnTo>
                <a:cubicBezTo>
                  <a:pt x="3130169" y="2125710"/>
                  <a:pt x="3124679" y="2126336"/>
                  <a:pt x="3120467" y="2128281"/>
                </a:cubicBezTo>
                <a:lnTo>
                  <a:pt x="3116175" y="2131633"/>
                </a:lnTo>
                <a:lnTo>
                  <a:pt x="3103685" y="2132814"/>
                </a:lnTo>
                <a:lnTo>
                  <a:pt x="3078794" y="2137935"/>
                </a:lnTo>
                <a:lnTo>
                  <a:pt x="3074407" y="2136274"/>
                </a:lnTo>
                <a:lnTo>
                  <a:pt x="3037285" y="2139919"/>
                </a:lnTo>
                <a:lnTo>
                  <a:pt x="3036901" y="2138726"/>
                </a:lnTo>
                <a:cubicBezTo>
                  <a:pt x="3035193" y="2136135"/>
                  <a:pt x="3032337" y="2134379"/>
                  <a:pt x="3026996" y="2134322"/>
                </a:cubicBezTo>
                <a:cubicBezTo>
                  <a:pt x="3037063" y="2116196"/>
                  <a:pt x="3024412" y="2127308"/>
                  <a:pt x="3007772" y="2128742"/>
                </a:cubicBezTo>
                <a:cubicBezTo>
                  <a:pt x="3019697" y="2100910"/>
                  <a:pt x="2971305" y="2115987"/>
                  <a:pt x="2965030" y="2100494"/>
                </a:cubicBezTo>
                <a:cubicBezTo>
                  <a:pt x="2952539" y="2102174"/>
                  <a:pt x="2939545" y="2103445"/>
                  <a:pt x="2926342" y="2104155"/>
                </a:cubicBezTo>
                <a:lnTo>
                  <a:pt x="2918608" y="2104215"/>
                </a:lnTo>
                <a:cubicBezTo>
                  <a:pt x="2918564" y="2104122"/>
                  <a:pt x="2918519" y="2104030"/>
                  <a:pt x="2918475" y="2103937"/>
                </a:cubicBezTo>
                <a:cubicBezTo>
                  <a:pt x="2916840" y="2103354"/>
                  <a:pt x="2914314" y="2103149"/>
                  <a:pt x="2910360" y="2103444"/>
                </a:cubicBezTo>
                <a:lnTo>
                  <a:pt x="2904507" y="2104326"/>
                </a:lnTo>
                <a:lnTo>
                  <a:pt x="2889503" y="2104443"/>
                </a:lnTo>
                <a:lnTo>
                  <a:pt x="2884480" y="2102626"/>
                </a:lnTo>
                <a:lnTo>
                  <a:pt x="2882689" y="2099228"/>
                </a:lnTo>
                <a:lnTo>
                  <a:pt x="2881291" y="2099618"/>
                </a:lnTo>
                <a:cubicBezTo>
                  <a:pt x="2870663" y="2105606"/>
                  <a:pt x="2867338" y="2114210"/>
                  <a:pt x="2853979" y="2090388"/>
                </a:cubicBezTo>
                <a:cubicBezTo>
                  <a:pt x="2829652" y="2100099"/>
                  <a:pt x="2824975" y="2085577"/>
                  <a:pt x="2791790" y="2080332"/>
                </a:cubicBezTo>
                <a:cubicBezTo>
                  <a:pt x="2777850" y="2089504"/>
                  <a:pt x="2766709" y="2086170"/>
                  <a:pt x="2755844" y="2078874"/>
                </a:cubicBezTo>
                <a:cubicBezTo>
                  <a:pt x="2723488" y="2083049"/>
                  <a:pt x="2694065" y="2072780"/>
                  <a:pt x="2657742" y="2070179"/>
                </a:cubicBezTo>
                <a:cubicBezTo>
                  <a:pt x="2618372" y="2082020"/>
                  <a:pt x="2598368" y="2060559"/>
                  <a:pt x="2559549" y="2057873"/>
                </a:cubicBezTo>
                <a:cubicBezTo>
                  <a:pt x="2525789" y="2078403"/>
                  <a:pt x="2531908" y="2039838"/>
                  <a:pt x="2512054" y="2031671"/>
                </a:cubicBezTo>
                <a:lnTo>
                  <a:pt x="2506437" y="2030918"/>
                </a:lnTo>
                <a:lnTo>
                  <a:pt x="2491752" y="2033906"/>
                </a:lnTo>
                <a:lnTo>
                  <a:pt x="2486338" y="2035862"/>
                </a:lnTo>
                <a:cubicBezTo>
                  <a:pt x="2482568" y="2036899"/>
                  <a:pt x="2480011" y="2037191"/>
                  <a:pt x="2478186" y="2036953"/>
                </a:cubicBezTo>
                <a:lnTo>
                  <a:pt x="2477950" y="2036715"/>
                </a:lnTo>
                <a:lnTo>
                  <a:pt x="2470381" y="2038256"/>
                </a:lnTo>
                <a:cubicBezTo>
                  <a:pt x="2457686" y="2041461"/>
                  <a:pt x="2445410" y="2045155"/>
                  <a:pt x="2433781" y="2049140"/>
                </a:cubicBezTo>
                <a:cubicBezTo>
                  <a:pt x="2421781" y="2035703"/>
                  <a:pt x="2379959" y="2059234"/>
                  <a:pt x="2381172" y="2030645"/>
                </a:cubicBezTo>
                <a:cubicBezTo>
                  <a:pt x="2365380" y="2035192"/>
                  <a:pt x="2357148" y="2048120"/>
                  <a:pt x="2360198" y="2029059"/>
                </a:cubicBezTo>
                <a:cubicBezTo>
                  <a:pt x="2354933" y="2030031"/>
                  <a:pt x="2351467" y="2028919"/>
                  <a:pt x="2348815" y="2026798"/>
                </a:cubicBezTo>
                <a:lnTo>
                  <a:pt x="2347988" y="2025745"/>
                </a:lnTo>
                <a:lnTo>
                  <a:pt x="2312920" y="2036311"/>
                </a:lnTo>
                <a:lnTo>
                  <a:pt x="2307986" y="2035583"/>
                </a:lnTo>
                <a:lnTo>
                  <a:pt x="2285481" y="2045197"/>
                </a:lnTo>
                <a:lnTo>
                  <a:pt x="2273666" y="2048710"/>
                </a:lnTo>
                <a:lnTo>
                  <a:pt x="2270719" y="2052702"/>
                </a:lnTo>
                <a:cubicBezTo>
                  <a:pt x="2267315" y="2055347"/>
                  <a:pt x="2262161" y="2056992"/>
                  <a:pt x="2253080" y="2056363"/>
                </a:cubicBezTo>
                <a:lnTo>
                  <a:pt x="2250906" y="2055654"/>
                </a:lnTo>
                <a:lnTo>
                  <a:pt x="2236905" y="2062882"/>
                </a:lnTo>
                <a:cubicBezTo>
                  <a:pt x="2232493" y="2065942"/>
                  <a:pt x="2228705" y="2069583"/>
                  <a:pt x="2225830" y="2074027"/>
                </a:cubicBezTo>
                <a:cubicBezTo>
                  <a:pt x="2173117" y="2059597"/>
                  <a:pt x="2128486" y="2085502"/>
                  <a:pt x="2073776" y="2089244"/>
                </a:cubicBezTo>
                <a:cubicBezTo>
                  <a:pt x="2046050" y="2059365"/>
                  <a:pt x="1957570" y="2112693"/>
                  <a:pt x="1948256" y="2146616"/>
                </a:cubicBezTo>
                <a:cubicBezTo>
                  <a:pt x="1943005" y="2109192"/>
                  <a:pt x="1832736" y="2206239"/>
                  <a:pt x="1865582" y="2153738"/>
                </a:cubicBezTo>
                <a:cubicBezTo>
                  <a:pt x="1847376" y="2159567"/>
                  <a:pt x="1826258" y="2147592"/>
                  <a:pt x="1835210" y="2134244"/>
                </a:cubicBezTo>
                <a:cubicBezTo>
                  <a:pt x="1781916" y="2167476"/>
                  <a:pt x="1695112" y="2153556"/>
                  <a:pt x="1632661" y="2173882"/>
                </a:cubicBezTo>
                <a:cubicBezTo>
                  <a:pt x="1594177" y="2150642"/>
                  <a:pt x="1616426" y="2173975"/>
                  <a:pt x="1579590" y="2173680"/>
                </a:cubicBezTo>
                <a:cubicBezTo>
                  <a:pt x="1592812" y="2198112"/>
                  <a:pt x="1533818" y="2165220"/>
                  <a:pt x="1535601" y="2194590"/>
                </a:cubicBezTo>
                <a:cubicBezTo>
                  <a:pt x="1528840" y="2193608"/>
                  <a:pt x="1522236" y="2191728"/>
                  <a:pt x="1515594" y="2189622"/>
                </a:cubicBezTo>
                <a:lnTo>
                  <a:pt x="1512113" y="2188534"/>
                </a:lnTo>
                <a:lnTo>
                  <a:pt x="1498838" y="2189213"/>
                </a:lnTo>
                <a:lnTo>
                  <a:pt x="1494279" y="2183112"/>
                </a:lnTo>
                <a:lnTo>
                  <a:pt x="1473714" y="2179625"/>
                </a:lnTo>
                <a:cubicBezTo>
                  <a:pt x="1466138" y="2179292"/>
                  <a:pt x="1458132" y="2180071"/>
                  <a:pt x="1449503" y="2182633"/>
                </a:cubicBezTo>
                <a:lnTo>
                  <a:pt x="1266687" y="2212688"/>
                </a:lnTo>
                <a:cubicBezTo>
                  <a:pt x="1256792" y="2212722"/>
                  <a:pt x="1247024" y="2217857"/>
                  <a:pt x="1239614" y="2209727"/>
                </a:cubicBezTo>
                <a:cubicBezTo>
                  <a:pt x="1228778" y="2200326"/>
                  <a:pt x="1202276" y="2223497"/>
                  <a:pt x="1202436" y="2209817"/>
                </a:cubicBezTo>
                <a:cubicBezTo>
                  <a:pt x="1183471" y="2225854"/>
                  <a:pt x="1157340" y="2206849"/>
                  <a:pt x="1136097" y="2205112"/>
                </a:cubicBezTo>
                <a:cubicBezTo>
                  <a:pt x="1100396" y="2209415"/>
                  <a:pt x="1013922" y="2231219"/>
                  <a:pt x="988232" y="2235635"/>
                </a:cubicBezTo>
                <a:cubicBezTo>
                  <a:pt x="986445" y="2234079"/>
                  <a:pt x="984332" y="2232722"/>
                  <a:pt x="981959" y="2231607"/>
                </a:cubicBezTo>
                <a:cubicBezTo>
                  <a:pt x="968170" y="2225130"/>
                  <a:pt x="948759" y="2228043"/>
                  <a:pt x="938600" y="2238113"/>
                </a:cubicBezTo>
                <a:cubicBezTo>
                  <a:pt x="888371" y="2272824"/>
                  <a:pt x="837950" y="2280135"/>
                  <a:pt x="791788" y="2293224"/>
                </a:cubicBezTo>
                <a:cubicBezTo>
                  <a:pt x="739035" y="2305159"/>
                  <a:pt x="769009" y="2269676"/>
                  <a:pt x="706914" y="2305046"/>
                </a:cubicBezTo>
                <a:cubicBezTo>
                  <a:pt x="697882" y="2295919"/>
                  <a:pt x="689339" y="2296797"/>
                  <a:pt x="675971" y="2304030"/>
                </a:cubicBezTo>
                <a:cubicBezTo>
                  <a:pt x="650201" y="2309060"/>
                  <a:pt x="647591" y="2282853"/>
                  <a:pt x="624180" y="2302650"/>
                </a:cubicBezTo>
                <a:cubicBezTo>
                  <a:pt x="626400" y="2287987"/>
                  <a:pt x="574045" y="2305175"/>
                  <a:pt x="583453" y="2288788"/>
                </a:cubicBezTo>
                <a:cubicBezTo>
                  <a:pt x="564313" y="2278832"/>
                  <a:pt x="559671" y="2301039"/>
                  <a:pt x="540946" y="2292721"/>
                </a:cubicBezTo>
                <a:cubicBezTo>
                  <a:pt x="521576" y="2293191"/>
                  <a:pt x="554439" y="2305843"/>
                  <a:pt x="533680" y="2310233"/>
                </a:cubicBezTo>
                <a:cubicBezTo>
                  <a:pt x="508069" y="2313043"/>
                  <a:pt x="512638" y="2338541"/>
                  <a:pt x="487366" y="2309053"/>
                </a:cubicBezTo>
                <a:cubicBezTo>
                  <a:pt x="462164" y="2321083"/>
                  <a:pt x="454441" y="2307251"/>
                  <a:pt x="416820" y="2305443"/>
                </a:cubicBezTo>
                <a:cubicBezTo>
                  <a:pt x="403012" y="2315890"/>
                  <a:pt x="390105" y="2313733"/>
                  <a:pt x="376805" y="2307647"/>
                </a:cubicBezTo>
                <a:cubicBezTo>
                  <a:pt x="341751" y="2315035"/>
                  <a:pt x="307408" y="2307897"/>
                  <a:pt x="266777" y="2309012"/>
                </a:cubicBezTo>
                <a:cubicBezTo>
                  <a:pt x="225310" y="2324664"/>
                  <a:pt x="199419" y="2305548"/>
                  <a:pt x="156013" y="2306832"/>
                </a:cubicBezTo>
                <a:cubicBezTo>
                  <a:pt x="117457" y="2333851"/>
                  <a:pt x="122965" y="2279562"/>
                  <a:pt x="87258" y="2285511"/>
                </a:cubicBezTo>
                <a:cubicBezTo>
                  <a:pt x="38977" y="2309189"/>
                  <a:pt x="74043" y="2277969"/>
                  <a:pt x="23798" y="2281822"/>
                </a:cubicBezTo>
                <a:lnTo>
                  <a:pt x="0" y="2285369"/>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solidFill>
            </a:endParaRPr>
          </a:p>
        </p:txBody>
      </p:sp>
      <p:sp>
        <p:nvSpPr>
          <p:cNvPr id="5" name="Title 4">
            <a:extLst>
              <a:ext uri="{FF2B5EF4-FFF2-40B4-BE49-F238E27FC236}">
                <a16:creationId xmlns:a16="http://schemas.microsoft.com/office/drawing/2014/main" id="{FA926C96-838F-3F6D-E9AB-9D1640CDE4C6}"/>
              </a:ext>
            </a:extLst>
          </p:cNvPr>
          <p:cNvSpPr>
            <a:spLocks noGrp="1"/>
          </p:cNvSpPr>
          <p:nvPr>
            <p:ph type="title"/>
          </p:nvPr>
        </p:nvSpPr>
        <p:spPr>
          <a:xfrm>
            <a:off x="542925" y="509587"/>
            <a:ext cx="5736930" cy="742951"/>
          </a:xfrm>
        </p:spPr>
        <p:txBody>
          <a:bodyPr vert="horz" lIns="91440" tIns="45720" rIns="91440" bIns="45720" rtlCol="0" anchor="ctr">
            <a:normAutofit/>
          </a:bodyPr>
          <a:lstStyle/>
          <a:p>
            <a:pPr algn="l" defTabSz="914400">
              <a:lnSpc>
                <a:spcPct val="90000"/>
              </a:lnSpc>
            </a:pPr>
            <a:r>
              <a:rPr lang="en-US" sz="3100" kern="1200">
                <a:solidFill>
                  <a:schemeClr val="tx1"/>
                </a:solidFill>
                <a:latin typeface="+mj-lt"/>
                <a:ea typeface="+mj-ea"/>
                <a:cs typeface="+mj-cs"/>
              </a:rPr>
              <a:t>Hypervisors v/s Container</a:t>
            </a:r>
          </a:p>
        </p:txBody>
      </p:sp>
      <p:pic>
        <p:nvPicPr>
          <p:cNvPr id="3080" name="Picture 8" descr="Virtual Machine (VM) vs. Container | by Martin Kaschke | Medium">
            <a:extLst>
              <a:ext uri="{FF2B5EF4-FFF2-40B4-BE49-F238E27FC236}">
                <a16:creationId xmlns:a16="http://schemas.microsoft.com/office/drawing/2014/main" id="{045EFA02-84CB-8F10-1EA3-5B06EC1D455D}"/>
              </a:ext>
            </a:extLst>
          </p:cNvPr>
          <p:cNvPicPr>
            <a:picLocks noGrp="1" noChangeAspect="1" noChangeArrowheads="1"/>
          </p:cNvPicPr>
          <p:nvPr>
            <p:ph idx="1"/>
          </p:nvPr>
        </p:nvPicPr>
        <p:blipFill>
          <a:blip r:embed="rId2" cstate="email">
            <a:extLst>
              <a:ext uri="{28A0092B-C50C-407E-A947-70E740481C1C}">
                <a14:useLocalDpi xmlns:a14="http://schemas.microsoft.com/office/drawing/2010/main"/>
              </a:ext>
            </a:extLst>
          </a:blip>
          <a:stretch>
            <a:fillRect/>
          </a:stretch>
        </p:blipFill>
        <p:spPr bwMode="auto">
          <a:xfrm>
            <a:off x="529479" y="2198435"/>
            <a:ext cx="8076135" cy="3876545"/>
          </a:xfrm>
          <a:prstGeom prst="rect">
            <a:avLst/>
          </a:prstGeom>
          <a:noFill/>
          <a:extLst>
            <a:ext uri="{909E8E84-426E-40DD-AFC4-6F175D3DCCD1}">
              <a14:hiddenFill xmlns:a14="http://schemas.microsoft.com/office/drawing/2010/main">
                <a:solidFill>
                  <a:srgbClr val="FFFFFF"/>
                </a:solidFill>
              </a14:hiddenFill>
            </a:ext>
          </a:extLst>
        </p:spPr>
      </p:pic>
      <p:sp>
        <p:nvSpPr>
          <p:cNvPr id="3089" name="Freeform: Shape 3088">
            <a:extLst>
              <a:ext uri="{FF2B5EF4-FFF2-40B4-BE49-F238E27FC236}">
                <a16:creationId xmlns:a16="http://schemas.microsoft.com/office/drawing/2014/main" id="{DEB62645-D4DA-4E99-8344-B1536F63D1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80316" y="6277971"/>
            <a:ext cx="5163684" cy="580030"/>
          </a:xfrm>
          <a:custGeom>
            <a:avLst/>
            <a:gdLst>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127968 w 6884912"/>
              <a:gd name="connsiteY58" fmla="*/ 287613 h 1161397"/>
              <a:gd name="connsiteX59" fmla="*/ 3222191 w 6884912"/>
              <a:gd name="connsiteY59" fmla="*/ 307887 h 1161397"/>
              <a:gd name="connsiteX60" fmla="*/ 3227953 w 6884912"/>
              <a:gd name="connsiteY60" fmla="*/ 297650 h 1161397"/>
              <a:gd name="connsiteX61" fmla="*/ 3287859 w 6884912"/>
              <a:gd name="connsiteY61" fmla="*/ 287558 h 1161397"/>
              <a:gd name="connsiteX62" fmla="*/ 3510042 w 6884912"/>
              <a:gd name="connsiteY62" fmla="*/ 311820 h 1161397"/>
              <a:gd name="connsiteX63" fmla="*/ 3626773 w 6884912"/>
              <a:gd name="connsiteY63" fmla="*/ 290452 h 1161397"/>
              <a:gd name="connsiteX64" fmla="*/ 3666217 w 6884912"/>
              <a:gd name="connsiteY64" fmla="*/ 273255 h 1161397"/>
              <a:gd name="connsiteX65" fmla="*/ 3732427 w 6884912"/>
              <a:gd name="connsiteY65" fmla="*/ 245039 h 1161397"/>
              <a:gd name="connsiteX66" fmla="*/ 3777022 w 6884912"/>
              <a:gd name="connsiteY66" fmla="*/ 200276 h 1161397"/>
              <a:gd name="connsiteX67" fmla="*/ 3791246 w 6884912"/>
              <a:gd name="connsiteY67" fmla="*/ 189996 h 1161397"/>
              <a:gd name="connsiteX68" fmla="*/ 3819864 w 6884912"/>
              <a:gd name="connsiteY68" fmla="*/ 194605 h 1161397"/>
              <a:gd name="connsiteX69" fmla="*/ 3830398 w 6884912"/>
              <a:gd name="connsiteY69" fmla="*/ 188383 h 1161397"/>
              <a:gd name="connsiteX70" fmla="*/ 3834360 w 6884912"/>
              <a:gd name="connsiteY70" fmla="*/ 188992 h 1161397"/>
              <a:gd name="connsiteX71" fmla="*/ 3843715 w 6884912"/>
              <a:gd name="connsiteY71" fmla="*/ 188752 h 1161397"/>
              <a:gd name="connsiteX72" fmla="*/ 3842609 w 6884912"/>
              <a:gd name="connsiteY72" fmla="*/ 197386 h 1161397"/>
              <a:gd name="connsiteX73" fmla="*/ 3853961 w 6884912"/>
              <a:gd name="connsiteY73" fmla="*/ 213380 h 1161397"/>
              <a:gd name="connsiteX74" fmla="*/ 3907640 w 6884912"/>
              <a:gd name="connsiteY74" fmla="*/ 207568 h 1161397"/>
              <a:gd name="connsiteX75" fmla="*/ 3910449 w 6884912"/>
              <a:gd name="connsiteY75" fmla="*/ 197808 h 1161397"/>
              <a:gd name="connsiteX76" fmla="*/ 3917197 w 6884912"/>
              <a:gd name="connsiteY76" fmla="*/ 196121 h 1161397"/>
              <a:gd name="connsiteX77" fmla="*/ 3922400 w 6884912"/>
              <a:gd name="connsiteY77" fmla="*/ 205056 h 1161397"/>
              <a:gd name="connsiteX78" fmla="*/ 4013061 w 6884912"/>
              <a:gd name="connsiteY78" fmla="*/ 224874 h 1161397"/>
              <a:gd name="connsiteX79" fmla="*/ 4134285 w 6884912"/>
              <a:gd name="connsiteY79" fmla="*/ 235592 h 1161397"/>
              <a:gd name="connsiteX80" fmla="*/ 4220717 w 6884912"/>
              <a:gd name="connsiteY80" fmla="*/ 192946 h 1161397"/>
              <a:gd name="connsiteX81" fmla="*/ 4228802 w 6884912"/>
              <a:gd name="connsiteY81" fmla="*/ 201468 h 1161397"/>
              <a:gd name="connsiteX82" fmla="*/ 4289361 w 6884912"/>
              <a:gd name="connsiteY82" fmla="*/ 196642 h 1161397"/>
              <a:gd name="connsiteX83" fmla="*/ 4498913 w 6884912"/>
              <a:gd name="connsiteY83" fmla="*/ 118915 h 1161397"/>
              <a:gd name="connsiteX84" fmla="*/ 4617330 w 6884912"/>
              <a:gd name="connsiteY84" fmla="*/ 111163 h 1161397"/>
              <a:gd name="connsiteX85" fmla="*/ 4659778 w 6884912"/>
              <a:gd name="connsiteY85" fmla="*/ 118219 h 1161397"/>
              <a:gd name="connsiteX86" fmla="*/ 4730870 w 6884912"/>
              <a:gd name="connsiteY86" fmla="*/ 129432 h 1161397"/>
              <a:gd name="connsiteX87" fmla="*/ 4785037 w 6884912"/>
              <a:gd name="connsiteY87" fmla="*/ 161964 h 1161397"/>
              <a:gd name="connsiteX88" fmla="*/ 4844073 w 6884912"/>
              <a:gd name="connsiteY88" fmla="*/ 161768 h 1161397"/>
              <a:gd name="connsiteX89" fmla="*/ 4856454 w 6884912"/>
              <a:gd name="connsiteY89" fmla="*/ 130488 h 1161397"/>
              <a:gd name="connsiteX90" fmla="*/ 4920038 w 6884912"/>
              <a:gd name="connsiteY90" fmla="*/ 140418 h 1161397"/>
              <a:gd name="connsiteX91" fmla="*/ 5016639 w 6884912"/>
              <a:gd name="connsiteY91" fmla="*/ 158905 h 1161397"/>
              <a:gd name="connsiteX92" fmla="*/ 5072009 w 6884912"/>
              <a:gd name="connsiteY92" fmla="*/ 161502 h 1161397"/>
              <a:gd name="connsiteX93" fmla="*/ 5223626 w 6884912"/>
              <a:gd name="connsiteY93" fmla="*/ 177356 h 1161397"/>
              <a:gd name="connsiteX94" fmla="*/ 5375773 w 6884912"/>
              <a:gd name="connsiteY94" fmla="*/ 199913 h 1161397"/>
              <a:gd name="connsiteX95" fmla="*/ 5467502 w 6884912"/>
              <a:gd name="connsiteY95" fmla="*/ 250963 h 1161397"/>
              <a:gd name="connsiteX96" fmla="*/ 5592395 w 6884912"/>
              <a:gd name="connsiteY96" fmla="*/ 265434 h 1161397"/>
              <a:gd name="connsiteX97" fmla="*/ 5613532 w 6884912"/>
              <a:gd name="connsiteY97" fmla="*/ 273379 h 1161397"/>
              <a:gd name="connsiteX98" fmla="*/ 5642173 w 6884912"/>
              <a:gd name="connsiteY98" fmla="*/ 266904 h 1161397"/>
              <a:gd name="connsiteX99" fmla="*/ 5756910 w 6884912"/>
              <a:gd name="connsiteY99" fmla="*/ 239211 h 1161397"/>
              <a:gd name="connsiteX100" fmla="*/ 5846667 w 6884912"/>
              <a:gd name="connsiteY100" fmla="*/ 201786 h 1161397"/>
              <a:gd name="connsiteX101" fmla="*/ 5960732 w 6884912"/>
              <a:gd name="connsiteY101" fmla="*/ 220708 h 1161397"/>
              <a:gd name="connsiteX102" fmla="*/ 6029542 w 6884912"/>
              <a:gd name="connsiteY102" fmla="*/ 210339 h 1161397"/>
              <a:gd name="connsiteX103" fmla="*/ 6141123 w 6884912"/>
              <a:gd name="connsiteY103" fmla="*/ 159923 h 1161397"/>
              <a:gd name="connsiteX104" fmla="*/ 6290640 w 6884912"/>
              <a:gd name="connsiteY104" fmla="*/ 167441 h 1161397"/>
              <a:gd name="connsiteX105" fmla="*/ 6322806 w 6884912"/>
              <a:gd name="connsiteY105" fmla="*/ 213293 h 1161397"/>
              <a:gd name="connsiteX106" fmla="*/ 6364914 w 6884912"/>
              <a:gd name="connsiteY106" fmla="*/ 240140 h 1161397"/>
              <a:gd name="connsiteX107" fmla="*/ 6380420 w 6884912"/>
              <a:gd name="connsiteY107" fmla="*/ 173195 h 1161397"/>
              <a:gd name="connsiteX108" fmla="*/ 6507891 w 6884912"/>
              <a:gd name="connsiteY108" fmla="*/ 118474 h 1161397"/>
              <a:gd name="connsiteX109" fmla="*/ 6571807 w 6884912"/>
              <a:gd name="connsiteY109" fmla="*/ 98636 h 1161397"/>
              <a:gd name="connsiteX110" fmla="*/ 6671880 w 6884912"/>
              <a:gd name="connsiteY110" fmla="*/ 82931 h 1161397"/>
              <a:gd name="connsiteX111" fmla="*/ 6702266 w 6884912"/>
              <a:gd name="connsiteY111" fmla="*/ 75470 h 1161397"/>
              <a:gd name="connsiteX112" fmla="*/ 6845802 w 6884912"/>
              <a:gd name="connsiteY112" fmla="*/ 24496 h 116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6884912" h="1161397">
                <a:moveTo>
                  <a:pt x="6884912" y="0"/>
                </a:moveTo>
                <a:lnTo>
                  <a:pt x="6884912" y="1161397"/>
                </a:lnTo>
                <a:lnTo>
                  <a:pt x="0" y="1161397"/>
                </a:lnTo>
                <a:lnTo>
                  <a:pt x="27135" y="1147460"/>
                </a:lnTo>
                <a:cubicBezTo>
                  <a:pt x="57431" y="1167048"/>
                  <a:pt x="61886" y="1135904"/>
                  <a:pt x="115388" y="1159043"/>
                </a:cubicBezTo>
                <a:cubicBezTo>
                  <a:pt x="116121" y="1155340"/>
                  <a:pt x="117370" y="1151777"/>
                  <a:pt x="119094" y="1148463"/>
                </a:cubicBezTo>
                <a:cubicBezTo>
                  <a:pt x="129121" y="1129214"/>
                  <a:pt x="152727" y="1122391"/>
                  <a:pt x="171824" y="1133224"/>
                </a:cubicBezTo>
                <a:cubicBezTo>
                  <a:pt x="254344" y="1161369"/>
                  <a:pt x="315458" y="1143220"/>
                  <a:pt x="376455" y="1137381"/>
                </a:cubicBezTo>
                <a:cubicBezTo>
                  <a:pt x="443775" y="1125614"/>
                  <a:pt x="382885" y="1083927"/>
                  <a:pt x="478946" y="1106011"/>
                </a:cubicBezTo>
                <a:cubicBezTo>
                  <a:pt x="481662" y="1085172"/>
                  <a:pt x="491731" y="1081489"/>
                  <a:pt x="512111" y="1085599"/>
                </a:cubicBezTo>
                <a:cubicBezTo>
                  <a:pt x="544368" y="1078502"/>
                  <a:pt x="526559" y="1032754"/>
                  <a:pt x="567875" y="1051976"/>
                </a:cubicBezTo>
                <a:cubicBezTo>
                  <a:pt x="553871" y="1028602"/>
                  <a:pt x="624901" y="1025930"/>
                  <a:pt x="601644" y="1003997"/>
                </a:cubicBezTo>
                <a:cubicBezTo>
                  <a:pt x="614803" y="975652"/>
                  <a:pt x="637415" y="1010272"/>
                  <a:pt x="651408" y="984938"/>
                </a:cubicBezTo>
                <a:cubicBezTo>
                  <a:pt x="673042" y="974024"/>
                  <a:pt x="646948" y="1015207"/>
                  <a:pt x="673197" y="1010060"/>
                </a:cubicBezTo>
                <a:cubicBezTo>
                  <a:pt x="703527" y="999318"/>
                  <a:pt x="718626" y="1045053"/>
                  <a:pt x="723108" y="980081"/>
                </a:cubicBezTo>
                <a:cubicBezTo>
                  <a:pt x="760262" y="985126"/>
                  <a:pt x="757827" y="957145"/>
                  <a:pt x="797699" y="931362"/>
                </a:cubicBezTo>
                <a:cubicBezTo>
                  <a:pt x="821097" y="940623"/>
                  <a:pt x="833565" y="929189"/>
                  <a:pt x="843359" y="910894"/>
                </a:cubicBezTo>
                <a:cubicBezTo>
                  <a:pt x="887668" y="902160"/>
                  <a:pt x="919738" y="869376"/>
                  <a:pt x="965215" y="846701"/>
                </a:cubicBezTo>
                <a:cubicBezTo>
                  <a:pt x="1023081" y="848019"/>
                  <a:pt x="1036422" y="800154"/>
                  <a:pt x="1085080" y="776086"/>
                </a:cubicBezTo>
                <a:cubicBezTo>
                  <a:pt x="1140763" y="795544"/>
                  <a:pt x="1110309" y="730471"/>
                  <a:pt x="1131224" y="706160"/>
                </a:cubicBezTo>
                <a:lnTo>
                  <a:pt x="1138051" y="702034"/>
                </a:lnTo>
                <a:lnTo>
                  <a:pt x="1158800" y="700004"/>
                </a:lnTo>
                <a:lnTo>
                  <a:pt x="1166947" y="700762"/>
                </a:lnTo>
                <a:cubicBezTo>
                  <a:pt x="1172432" y="700717"/>
                  <a:pt x="1175913" y="699961"/>
                  <a:pt x="1178135" y="698631"/>
                </a:cubicBezTo>
                <a:lnTo>
                  <a:pt x="1178301" y="698094"/>
                </a:lnTo>
                <a:lnTo>
                  <a:pt x="1188995" y="697048"/>
                </a:lnTo>
                <a:cubicBezTo>
                  <a:pt x="1207294" y="696390"/>
                  <a:pt x="1225337" y="696802"/>
                  <a:pt x="1242716" y="698052"/>
                </a:cubicBezTo>
                <a:cubicBezTo>
                  <a:pt x="1250387" y="668345"/>
                  <a:pt x="1318259" y="689091"/>
                  <a:pt x="1299977" y="639196"/>
                </a:cubicBezTo>
                <a:cubicBezTo>
                  <a:pt x="1323072" y="639367"/>
                  <a:pt x="1341279" y="658105"/>
                  <a:pt x="1326190" y="625955"/>
                </a:cubicBezTo>
                <a:cubicBezTo>
                  <a:pt x="1333572" y="625050"/>
                  <a:pt x="1337406" y="621362"/>
                  <a:pt x="1339600" y="616295"/>
                </a:cubicBezTo>
                <a:lnTo>
                  <a:pt x="1340054" y="614022"/>
                </a:lnTo>
                <a:lnTo>
                  <a:pt x="1391606" y="615229"/>
                </a:lnTo>
                <a:lnTo>
                  <a:pt x="1397565" y="611490"/>
                </a:lnTo>
                <a:lnTo>
                  <a:pt x="1432302" y="617267"/>
                </a:lnTo>
                <a:lnTo>
                  <a:pt x="1449644" y="617591"/>
                </a:lnTo>
                <a:lnTo>
                  <a:pt x="1455793" y="623174"/>
                </a:lnTo>
                <a:cubicBezTo>
                  <a:pt x="1461744" y="626151"/>
                  <a:pt x="1469373" y="626493"/>
                  <a:pt x="1480758" y="620863"/>
                </a:cubicBezTo>
                <a:lnTo>
                  <a:pt x="1483154" y="618527"/>
                </a:lnTo>
                <a:lnTo>
                  <a:pt x="1505495" y="624325"/>
                </a:lnTo>
                <a:cubicBezTo>
                  <a:pt x="1512992" y="627532"/>
                  <a:pt x="1520025" y="632078"/>
                  <a:pt x="1526340" y="638496"/>
                </a:cubicBezTo>
                <a:cubicBezTo>
                  <a:pt x="1586113" y="586768"/>
                  <a:pt x="1659006" y="610309"/>
                  <a:pt x="1731986" y="589682"/>
                </a:cubicBezTo>
                <a:cubicBezTo>
                  <a:pt x="1750397" y="523106"/>
                  <a:pt x="1896056" y="573257"/>
                  <a:pt x="1927935" y="628540"/>
                </a:cubicBezTo>
                <a:cubicBezTo>
                  <a:pt x="1912854" y="559823"/>
                  <a:pt x="2112261" y="676347"/>
                  <a:pt x="2039075" y="599964"/>
                </a:cubicBezTo>
                <a:cubicBezTo>
                  <a:pt x="2066036" y="601198"/>
                  <a:pt x="2086366" y="569532"/>
                  <a:pt x="2066980" y="550413"/>
                </a:cubicBezTo>
                <a:cubicBezTo>
                  <a:pt x="2155364" y="582582"/>
                  <a:pt x="2259548" y="514786"/>
                  <a:pt x="2352236" y="519602"/>
                </a:cubicBezTo>
                <a:cubicBezTo>
                  <a:pt x="2388450" y="459394"/>
                  <a:pt x="2373298" y="511682"/>
                  <a:pt x="2420791" y="492826"/>
                </a:cubicBezTo>
                <a:cubicBezTo>
                  <a:pt x="2417962" y="542563"/>
                  <a:pt x="2475071" y="455098"/>
                  <a:pt x="2489932" y="507864"/>
                </a:cubicBezTo>
                <a:cubicBezTo>
                  <a:pt x="2498105" y="502761"/>
                  <a:pt x="2505553" y="496153"/>
                  <a:pt x="2512917" y="489127"/>
                </a:cubicBezTo>
                <a:lnTo>
                  <a:pt x="2516783" y="485473"/>
                </a:lnTo>
                <a:lnTo>
                  <a:pt x="2534360" y="480064"/>
                </a:lnTo>
                <a:lnTo>
                  <a:pt x="2536691" y="467018"/>
                </a:lnTo>
                <a:lnTo>
                  <a:pt x="2561265" y="450623"/>
                </a:lnTo>
                <a:cubicBezTo>
                  <a:pt x="2570872" y="446262"/>
                  <a:pt x="2581686" y="443655"/>
                  <a:pt x="2594349" y="443884"/>
                </a:cubicBezTo>
                <a:cubicBezTo>
                  <a:pt x="2640435" y="464638"/>
                  <a:pt x="2696955" y="396361"/>
                  <a:pt x="2754324" y="424766"/>
                </a:cubicBezTo>
                <a:cubicBezTo>
                  <a:pt x="2775130" y="430896"/>
                  <a:pt x="2837731" y="423458"/>
                  <a:pt x="2848470" y="405966"/>
                </a:cubicBezTo>
                <a:cubicBezTo>
                  <a:pt x="2861295" y="401100"/>
                  <a:pt x="2876936" y="405309"/>
                  <a:pt x="2881772" y="387260"/>
                </a:cubicBezTo>
                <a:cubicBezTo>
                  <a:pt x="2890299" y="365261"/>
                  <a:pt x="2938134" y="392997"/>
                  <a:pt x="2929932" y="368912"/>
                </a:cubicBezTo>
                <a:cubicBezTo>
                  <a:pt x="2963844" y="387799"/>
                  <a:pt x="2986550" y="341223"/>
                  <a:pt x="3013020" y="327578"/>
                </a:cubicBezTo>
                <a:cubicBezTo>
                  <a:pt x="3040041" y="346996"/>
                  <a:pt x="3068934" y="299222"/>
                  <a:pt x="3127968" y="287613"/>
                </a:cubicBezTo>
                <a:cubicBezTo>
                  <a:pt x="3157770" y="310215"/>
                  <a:pt x="3167695" y="279445"/>
                  <a:pt x="3222191" y="307887"/>
                </a:cubicBezTo>
                <a:cubicBezTo>
                  <a:pt x="3223593" y="304249"/>
                  <a:pt x="3225533" y="300801"/>
                  <a:pt x="3227953" y="297650"/>
                </a:cubicBezTo>
                <a:cubicBezTo>
                  <a:pt x="3242008" y="279345"/>
                  <a:pt x="3268831" y="274825"/>
                  <a:pt x="3287859" y="287558"/>
                </a:cubicBezTo>
                <a:cubicBezTo>
                  <a:pt x="3373144" y="323866"/>
                  <a:pt x="3442657" y="311681"/>
                  <a:pt x="3510042" y="311820"/>
                </a:cubicBezTo>
                <a:cubicBezTo>
                  <a:pt x="3585274" y="306641"/>
                  <a:pt x="3525753" y="258887"/>
                  <a:pt x="3626773" y="290452"/>
                </a:cubicBezTo>
                <a:cubicBezTo>
                  <a:pt x="3633124" y="269835"/>
                  <a:pt x="3644693" y="267134"/>
                  <a:pt x="3666217" y="273255"/>
                </a:cubicBezTo>
                <a:cubicBezTo>
                  <a:pt x="3702502" y="269310"/>
                  <a:pt x="3690563" y="221720"/>
                  <a:pt x="3732427" y="245039"/>
                </a:cubicBezTo>
                <a:cubicBezTo>
                  <a:pt x="3720985" y="220241"/>
                  <a:pt x="3798776" y="224539"/>
                  <a:pt x="3777022" y="200276"/>
                </a:cubicBezTo>
                <a:cubicBezTo>
                  <a:pt x="3781759" y="193499"/>
                  <a:pt x="3786499" y="190723"/>
                  <a:pt x="3791246" y="189996"/>
                </a:cubicBezTo>
                <a:cubicBezTo>
                  <a:pt x="3800740" y="188542"/>
                  <a:pt x="3810265" y="195284"/>
                  <a:pt x="3819864" y="194605"/>
                </a:cubicBezTo>
                <a:lnTo>
                  <a:pt x="3830398" y="188383"/>
                </a:lnTo>
                <a:lnTo>
                  <a:pt x="3834360" y="188992"/>
                </a:lnTo>
                <a:lnTo>
                  <a:pt x="3843715" y="188752"/>
                </a:lnTo>
                <a:lnTo>
                  <a:pt x="3842609" y="197386"/>
                </a:lnTo>
                <a:cubicBezTo>
                  <a:pt x="3840673" y="205638"/>
                  <a:pt x="3839248" y="214671"/>
                  <a:pt x="3853961" y="213380"/>
                </a:cubicBezTo>
                <a:cubicBezTo>
                  <a:pt x="3884396" y="206569"/>
                  <a:pt x="3895082" y="241941"/>
                  <a:pt x="3907640" y="207568"/>
                </a:cubicBezTo>
                <a:lnTo>
                  <a:pt x="3910449" y="197808"/>
                </a:lnTo>
                <a:lnTo>
                  <a:pt x="3917197" y="196121"/>
                </a:lnTo>
                <a:cubicBezTo>
                  <a:pt x="3920833" y="196372"/>
                  <a:pt x="3922919" y="198717"/>
                  <a:pt x="3922400" y="205056"/>
                </a:cubicBezTo>
                <a:cubicBezTo>
                  <a:pt x="3950680" y="178467"/>
                  <a:pt x="3984062" y="218098"/>
                  <a:pt x="4013061" y="224874"/>
                </a:cubicBezTo>
                <a:cubicBezTo>
                  <a:pt x="4034530" y="199451"/>
                  <a:pt x="4074202" y="238734"/>
                  <a:pt x="4134285" y="235592"/>
                </a:cubicBezTo>
                <a:cubicBezTo>
                  <a:pt x="4157674" y="206403"/>
                  <a:pt x="4174806" y="233822"/>
                  <a:pt x="4220717" y="192946"/>
                </a:cubicBezTo>
                <a:cubicBezTo>
                  <a:pt x="4222964" y="196132"/>
                  <a:pt x="4225687" y="199002"/>
                  <a:pt x="4228802" y="201468"/>
                </a:cubicBezTo>
                <a:cubicBezTo>
                  <a:pt x="4246898" y="215792"/>
                  <a:pt x="4274013" y="213632"/>
                  <a:pt x="4289361" y="196642"/>
                </a:cubicBezTo>
                <a:cubicBezTo>
                  <a:pt x="4363212" y="140627"/>
                  <a:pt x="4433598" y="135488"/>
                  <a:pt x="4498913" y="118915"/>
                </a:cubicBezTo>
                <a:cubicBezTo>
                  <a:pt x="4573135" y="105586"/>
                  <a:pt x="4527062" y="166416"/>
                  <a:pt x="4617330" y="111163"/>
                </a:cubicBezTo>
                <a:cubicBezTo>
                  <a:pt x="4628518" y="129608"/>
                  <a:pt x="4640397" y="129405"/>
                  <a:pt x="4659778" y="118219"/>
                </a:cubicBezTo>
                <a:cubicBezTo>
                  <a:pt x="4695929" y="113193"/>
                  <a:pt x="4695958" y="162259"/>
                  <a:pt x="4730870" y="129432"/>
                </a:cubicBezTo>
                <a:cubicBezTo>
                  <a:pt x="4725822" y="156271"/>
                  <a:pt x="4800214" y="133127"/>
                  <a:pt x="4785037" y="161964"/>
                </a:cubicBezTo>
                <a:cubicBezTo>
                  <a:pt x="4810025" y="183633"/>
                  <a:pt x="4819434" y="143205"/>
                  <a:pt x="4844073" y="161768"/>
                </a:cubicBezTo>
                <a:cubicBezTo>
                  <a:pt x="4870797" y="164132"/>
                  <a:pt x="4827288" y="135164"/>
                  <a:pt x="4856454" y="130488"/>
                </a:cubicBezTo>
                <a:cubicBezTo>
                  <a:pt x="4892086" y="129553"/>
                  <a:pt x="4889263" y="81477"/>
                  <a:pt x="4920038" y="140418"/>
                </a:cubicBezTo>
                <a:cubicBezTo>
                  <a:pt x="4956358" y="122308"/>
                  <a:pt x="4965108" y="149263"/>
                  <a:pt x="5016639" y="158905"/>
                </a:cubicBezTo>
                <a:cubicBezTo>
                  <a:pt x="5037063" y="141828"/>
                  <a:pt x="5054534" y="147986"/>
                  <a:pt x="5072009" y="161502"/>
                </a:cubicBezTo>
                <a:cubicBezTo>
                  <a:pt x="5121260" y="153653"/>
                  <a:pt x="5167555" y="172635"/>
                  <a:pt x="5223626" y="177356"/>
                </a:cubicBezTo>
                <a:cubicBezTo>
                  <a:pt x="5282824" y="155243"/>
                  <a:pt x="5315859" y="195041"/>
                  <a:pt x="5375773" y="199913"/>
                </a:cubicBezTo>
                <a:cubicBezTo>
                  <a:pt x="5432511" y="156218"/>
                  <a:pt x="5417550" y="256036"/>
                  <a:pt x="5467502" y="250963"/>
                </a:cubicBezTo>
                <a:cubicBezTo>
                  <a:pt x="5547124" y="209975"/>
                  <a:pt x="5467171" y="283839"/>
                  <a:pt x="5592395" y="265434"/>
                </a:cubicBezTo>
                <a:cubicBezTo>
                  <a:pt x="5599201" y="258867"/>
                  <a:pt x="5614752" y="264706"/>
                  <a:pt x="5613532" y="273379"/>
                </a:cubicBezTo>
                <a:cubicBezTo>
                  <a:pt x="5621390" y="270408"/>
                  <a:pt x="5639720" y="253173"/>
                  <a:pt x="5642173" y="266904"/>
                </a:cubicBezTo>
                <a:cubicBezTo>
                  <a:pt x="5682296" y="267049"/>
                  <a:pt x="5721812" y="257513"/>
                  <a:pt x="5756910" y="239211"/>
                </a:cubicBezTo>
                <a:cubicBezTo>
                  <a:pt x="5834998" y="260050"/>
                  <a:pt x="5790596" y="197229"/>
                  <a:pt x="5846667" y="201786"/>
                </a:cubicBezTo>
                <a:cubicBezTo>
                  <a:pt x="5892444" y="227312"/>
                  <a:pt x="5908324" y="204527"/>
                  <a:pt x="5960732" y="220708"/>
                </a:cubicBezTo>
                <a:cubicBezTo>
                  <a:pt x="5977124" y="175349"/>
                  <a:pt x="6009640" y="223654"/>
                  <a:pt x="6029542" y="210339"/>
                </a:cubicBezTo>
                <a:cubicBezTo>
                  <a:pt x="6063108" y="261420"/>
                  <a:pt x="6107411" y="160034"/>
                  <a:pt x="6141123" y="159923"/>
                </a:cubicBezTo>
                <a:cubicBezTo>
                  <a:pt x="6198068" y="167749"/>
                  <a:pt x="6260628" y="219715"/>
                  <a:pt x="6290640" y="167441"/>
                </a:cubicBezTo>
                <a:cubicBezTo>
                  <a:pt x="6295193" y="188689"/>
                  <a:pt x="6290494" y="217816"/>
                  <a:pt x="6322806" y="213293"/>
                </a:cubicBezTo>
                <a:cubicBezTo>
                  <a:pt x="6335911" y="223881"/>
                  <a:pt x="6338726" y="256581"/>
                  <a:pt x="6364914" y="240140"/>
                </a:cubicBezTo>
                <a:cubicBezTo>
                  <a:pt x="6331888" y="211628"/>
                  <a:pt x="6385856" y="207033"/>
                  <a:pt x="6380420" y="173195"/>
                </a:cubicBezTo>
                <a:cubicBezTo>
                  <a:pt x="6420580" y="151473"/>
                  <a:pt x="6513519" y="179296"/>
                  <a:pt x="6507891" y="118474"/>
                </a:cubicBezTo>
                <a:cubicBezTo>
                  <a:pt x="6519398" y="82452"/>
                  <a:pt x="6571830" y="137398"/>
                  <a:pt x="6571807" y="98636"/>
                </a:cubicBezTo>
                <a:cubicBezTo>
                  <a:pt x="6594702" y="123421"/>
                  <a:pt x="6634676" y="82071"/>
                  <a:pt x="6671880" y="82931"/>
                </a:cubicBezTo>
                <a:cubicBezTo>
                  <a:pt x="6678855" y="65407"/>
                  <a:pt x="6687415" y="66196"/>
                  <a:pt x="6702266" y="75470"/>
                </a:cubicBezTo>
                <a:cubicBezTo>
                  <a:pt x="6747004" y="78450"/>
                  <a:pt x="6798307" y="53072"/>
                  <a:pt x="6845802" y="24496"/>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367985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FFB69B-ADCB-0E1D-DA9B-3AE0D29A264C}"/>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a:solidFill>
                  <a:schemeClr val="bg1"/>
                </a:solidFill>
                <a:latin typeface="+mj-lt"/>
                <a:ea typeface="+mj-ea"/>
                <a:cs typeface="+mj-cs"/>
              </a:rPr>
              <a:t>Container v/s VM</a:t>
            </a:r>
          </a:p>
        </p:txBody>
      </p:sp>
      <p:graphicFrame>
        <p:nvGraphicFramePr>
          <p:cNvPr id="5" name="Content Placeholder 4">
            <a:extLst>
              <a:ext uri="{FF2B5EF4-FFF2-40B4-BE49-F238E27FC236}">
                <a16:creationId xmlns:a16="http://schemas.microsoft.com/office/drawing/2014/main" id="{49AE9532-431F-C0C3-40DD-FF39CDDD6991}"/>
              </a:ext>
            </a:extLst>
          </p:cNvPr>
          <p:cNvGraphicFramePr>
            <a:graphicFrameLocks noGrp="1"/>
          </p:cNvGraphicFramePr>
          <p:nvPr>
            <p:ph idx="1"/>
            <p:extLst>
              <p:ext uri="{D42A27DB-BD31-4B8C-83A1-F6EECF244321}">
                <p14:modId xmlns:p14="http://schemas.microsoft.com/office/powerpoint/2010/main" val="1705369741"/>
              </p:ext>
            </p:extLst>
          </p:nvPr>
        </p:nvGraphicFramePr>
        <p:xfrm>
          <a:off x="482600" y="1940277"/>
          <a:ext cx="8178799" cy="3864103"/>
        </p:xfrm>
        <a:graphic>
          <a:graphicData uri="http://schemas.openxmlformats.org/drawingml/2006/table">
            <a:tbl>
              <a:tblPr firstRow="1" bandRow="1">
                <a:noFill/>
                <a:tableStyleId>{5940675A-B579-460E-94D1-54222C63F5DA}</a:tableStyleId>
              </a:tblPr>
              <a:tblGrid>
                <a:gridCol w="2319281">
                  <a:extLst>
                    <a:ext uri="{9D8B030D-6E8A-4147-A177-3AD203B41FA5}">
                      <a16:colId xmlns:a16="http://schemas.microsoft.com/office/drawing/2014/main" val="4292551671"/>
                    </a:ext>
                  </a:extLst>
                </a:gridCol>
                <a:gridCol w="3083299">
                  <a:extLst>
                    <a:ext uri="{9D8B030D-6E8A-4147-A177-3AD203B41FA5}">
                      <a16:colId xmlns:a16="http://schemas.microsoft.com/office/drawing/2014/main" val="899629752"/>
                    </a:ext>
                  </a:extLst>
                </a:gridCol>
                <a:gridCol w="2776219">
                  <a:extLst>
                    <a:ext uri="{9D8B030D-6E8A-4147-A177-3AD203B41FA5}">
                      <a16:colId xmlns:a16="http://schemas.microsoft.com/office/drawing/2014/main" val="2162221677"/>
                    </a:ext>
                  </a:extLst>
                </a:gridCol>
              </a:tblGrid>
              <a:tr h="428601">
                <a:tc>
                  <a:txBody>
                    <a:bodyPr/>
                    <a:lstStyle/>
                    <a:p>
                      <a:pPr algn="ctr"/>
                      <a:endParaRPr lang="en-US" sz="1800" b="0" cap="none" spc="0">
                        <a:solidFill>
                          <a:schemeClr val="tx1"/>
                        </a:solidFill>
                        <a:effectLst/>
                        <a:latin typeface="Calibri (body)"/>
                      </a:endParaRPr>
                    </a:p>
                  </a:txBody>
                  <a:tcPr marL="0" marR="41457" marT="20091" marB="100453" anchor="b">
                    <a:lnL w="12700" cmpd="sng">
                      <a:noFill/>
                    </a:lnL>
                    <a:lnR w="12700" cmpd="sng">
                      <a:noFill/>
                    </a:lnR>
                    <a:lnT w="9525" cap="flat" cmpd="sng" algn="ctr">
                      <a:noFill/>
                      <a:prstDash val="solid"/>
                    </a:lnT>
                    <a:lnB w="38100" cmpd="sng">
                      <a:noFill/>
                    </a:lnB>
                    <a:noFill/>
                  </a:tcPr>
                </a:tc>
                <a:tc>
                  <a:txBody>
                    <a:bodyPr/>
                    <a:lstStyle/>
                    <a:p>
                      <a:pPr algn="ctr"/>
                      <a:r>
                        <a:rPr lang="en-US" sz="1800" b="0" kern="1200" cap="none" spc="0">
                          <a:solidFill>
                            <a:schemeClr val="tx1"/>
                          </a:solidFill>
                          <a:effectLst/>
                        </a:rPr>
                        <a:t>Container</a:t>
                      </a:r>
                      <a:endParaRPr lang="en-US" sz="1800" b="0" kern="1200" cap="none" spc="0">
                        <a:solidFill>
                          <a:schemeClr val="tx1"/>
                        </a:solidFill>
                        <a:effectLst/>
                        <a:latin typeface="+mn-lt"/>
                        <a:ea typeface="+mn-ea"/>
                        <a:cs typeface="+mn-cs"/>
                      </a:endParaRPr>
                    </a:p>
                  </a:txBody>
                  <a:tcPr marL="0" marR="41457" marT="20091" marB="100453" anchor="b">
                    <a:lnL w="12700" cmpd="sng">
                      <a:noFill/>
                    </a:lnL>
                    <a:lnR w="12700" cmpd="sng">
                      <a:noFill/>
                    </a:lnR>
                    <a:lnT w="9525" cap="flat" cmpd="sng" algn="ctr">
                      <a:noFill/>
                      <a:prstDash val="solid"/>
                    </a:lnT>
                    <a:lnB w="38100" cmpd="sng">
                      <a:noFill/>
                    </a:lnB>
                    <a:noFill/>
                  </a:tcPr>
                </a:tc>
                <a:tc>
                  <a:txBody>
                    <a:bodyPr/>
                    <a:lstStyle/>
                    <a:p>
                      <a:pPr algn="ctr"/>
                      <a:r>
                        <a:rPr lang="en-US" sz="1800" b="0" kern="1200" cap="none" spc="0">
                          <a:solidFill>
                            <a:schemeClr val="tx1"/>
                          </a:solidFill>
                          <a:effectLst/>
                        </a:rPr>
                        <a:t>VM</a:t>
                      </a:r>
                      <a:endParaRPr lang="en-US" sz="1800" b="0" kern="1200" cap="none" spc="0">
                        <a:solidFill>
                          <a:schemeClr val="tx1"/>
                        </a:solidFill>
                        <a:effectLst/>
                        <a:latin typeface="+mn-lt"/>
                        <a:ea typeface="+mn-ea"/>
                        <a:cs typeface="+mn-cs"/>
                      </a:endParaRPr>
                    </a:p>
                  </a:txBody>
                  <a:tcPr marL="0" marR="41457" marT="20091" marB="100453" anchor="b">
                    <a:lnL w="12700" cmpd="sng">
                      <a:noFill/>
                    </a:lnL>
                    <a:lnR w="12700" cmpd="sng">
                      <a:noFill/>
                    </a:lnR>
                    <a:lnT w="9525" cap="flat" cmpd="sng" algn="ctr">
                      <a:noFill/>
                      <a:prstDash val="solid"/>
                    </a:lnT>
                    <a:lnB w="38100" cmpd="sng">
                      <a:noFill/>
                    </a:lnB>
                    <a:noFill/>
                  </a:tcPr>
                </a:tc>
                <a:extLst>
                  <a:ext uri="{0D108BD9-81ED-4DB2-BD59-A6C34878D82A}">
                    <a16:rowId xmlns:a16="http://schemas.microsoft.com/office/drawing/2014/main" val="1910871483"/>
                  </a:ext>
                </a:extLst>
              </a:tr>
              <a:tr h="371677">
                <a:tc>
                  <a:txBody>
                    <a:bodyPr/>
                    <a:lstStyle/>
                    <a:p>
                      <a:pPr algn="ctr"/>
                      <a:r>
                        <a:rPr lang="en-US" sz="1300" b="1" cap="none" spc="0">
                          <a:solidFill>
                            <a:schemeClr val="tx1"/>
                          </a:solidFill>
                          <a:effectLst/>
                        </a:rPr>
                        <a:t>Boot-Time</a:t>
                      </a:r>
                      <a:endParaRPr lang="en-US" sz="1300" cap="none" spc="0">
                        <a:solidFill>
                          <a:schemeClr val="tx1"/>
                        </a:solidFill>
                        <a:effectLst/>
                        <a:latin typeface="Calibri (body)"/>
                      </a:endParaRPr>
                    </a:p>
                  </a:txBody>
                  <a:tcPr marL="0" marR="27638" marT="30136" marB="100453" anchor="ctr">
                    <a:lnL w="12700" cmpd="sng">
                      <a:noFill/>
                      <a:prstDash val="solid"/>
                    </a:lnL>
                    <a:lnR w="12700" cmpd="sng">
                      <a:noFill/>
                      <a:prstDash val="solid"/>
                    </a:lnR>
                    <a:lnT w="38100" cmpd="sng">
                      <a:noFill/>
                    </a:lnT>
                    <a:lnB w="9525" cap="flat" cmpd="sng" algn="ctr">
                      <a:solidFill>
                        <a:schemeClr val="tx1"/>
                      </a:solidFill>
                      <a:prstDash val="solid"/>
                    </a:lnB>
                    <a:noFill/>
                  </a:tcPr>
                </a:tc>
                <a:tc>
                  <a:txBody>
                    <a:bodyPr/>
                    <a:lstStyle/>
                    <a:p>
                      <a:pPr algn="l"/>
                      <a:r>
                        <a:rPr lang="en-US" sz="1300" b="0" cap="none" spc="0">
                          <a:solidFill>
                            <a:schemeClr val="tx1"/>
                          </a:solidFill>
                          <a:effectLst/>
                        </a:rPr>
                        <a:t>Boots in a few seconds.</a:t>
                      </a:r>
                      <a:endParaRPr lang="en-US" sz="1300" cap="none" spc="0">
                        <a:solidFill>
                          <a:schemeClr val="tx1"/>
                        </a:solidFill>
                        <a:effectLst/>
                        <a:latin typeface="Calibri (body)"/>
                      </a:endParaRPr>
                    </a:p>
                  </a:txBody>
                  <a:tcPr marL="0" marR="41457" marT="30136" marB="100453" anchor="ctr">
                    <a:lnL w="12700" cmpd="sng">
                      <a:noFill/>
                      <a:prstDash val="solid"/>
                    </a:lnL>
                    <a:lnR w="12700" cmpd="sng">
                      <a:noFill/>
                      <a:prstDash val="solid"/>
                    </a:lnR>
                    <a:lnT w="38100" cmpd="sng">
                      <a:noFill/>
                    </a:lnT>
                    <a:lnB w="9525" cap="flat" cmpd="sng" algn="ctr">
                      <a:solidFill>
                        <a:schemeClr val="tx1"/>
                      </a:solidFill>
                      <a:prstDash val="solid"/>
                    </a:lnB>
                    <a:noFill/>
                  </a:tcPr>
                </a:tc>
                <a:tc>
                  <a:txBody>
                    <a:bodyPr/>
                    <a:lstStyle/>
                    <a:p>
                      <a:pPr algn="l"/>
                      <a:r>
                        <a:rPr lang="en-US" sz="1300" b="0" cap="none" spc="0">
                          <a:solidFill>
                            <a:schemeClr val="tx1"/>
                          </a:solidFill>
                          <a:effectLst/>
                        </a:rPr>
                        <a:t>Takes a few minutes</a:t>
                      </a:r>
                      <a:endParaRPr lang="en-US" sz="1300" cap="none" spc="0">
                        <a:solidFill>
                          <a:schemeClr val="tx1"/>
                        </a:solidFill>
                        <a:effectLst/>
                        <a:latin typeface="Calibri (body)"/>
                      </a:endParaRPr>
                    </a:p>
                  </a:txBody>
                  <a:tcPr marL="0" marR="27638" marT="30136" marB="100453" anchor="ctr">
                    <a:lnL w="12700" cmpd="sng">
                      <a:noFill/>
                      <a:prstDash val="solid"/>
                    </a:lnL>
                    <a:lnR w="12700" cmpd="sng">
                      <a:noFill/>
                      <a:prstDash val="solid"/>
                    </a:lnR>
                    <a:lnT w="38100" cmpd="sng">
                      <a:noFill/>
                    </a:lnT>
                    <a:lnB w="9525" cap="flat" cmpd="sng" algn="ctr">
                      <a:solidFill>
                        <a:schemeClr val="tx1"/>
                      </a:solidFill>
                      <a:prstDash val="solid"/>
                    </a:lnB>
                    <a:noFill/>
                  </a:tcPr>
                </a:tc>
                <a:extLst>
                  <a:ext uri="{0D108BD9-81ED-4DB2-BD59-A6C34878D82A}">
                    <a16:rowId xmlns:a16="http://schemas.microsoft.com/office/drawing/2014/main" val="1612551374"/>
                  </a:ext>
                </a:extLst>
              </a:tr>
              <a:tr h="572584">
                <a:tc>
                  <a:txBody>
                    <a:bodyPr/>
                    <a:lstStyle/>
                    <a:p>
                      <a:pPr algn="ctr"/>
                      <a:r>
                        <a:rPr lang="en-US" sz="1300" b="1" cap="none" spc="0">
                          <a:solidFill>
                            <a:schemeClr val="tx1"/>
                          </a:solidFill>
                          <a:effectLst/>
                        </a:rPr>
                        <a:t>Runs on</a:t>
                      </a:r>
                      <a:endParaRPr lang="en-US" sz="1300" cap="none" spc="0">
                        <a:solidFill>
                          <a:schemeClr val="tx1"/>
                        </a:solidFill>
                        <a:effectLst/>
                        <a:latin typeface="Calibri (body)"/>
                      </a:endParaRPr>
                    </a:p>
                  </a:txBody>
                  <a:tcPr marL="0" marR="27638" marT="30136" marB="100453"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algn="l"/>
                      <a:r>
                        <a:rPr lang="en-US" sz="1300" b="0" cap="none" spc="0">
                          <a:solidFill>
                            <a:schemeClr val="tx1"/>
                          </a:solidFill>
                          <a:effectLst/>
                        </a:rPr>
                        <a:t>Dockers make use of the execution engine.</a:t>
                      </a:r>
                      <a:endParaRPr lang="en-US" sz="1300" cap="none" spc="0">
                        <a:solidFill>
                          <a:schemeClr val="tx1"/>
                        </a:solidFill>
                        <a:effectLst/>
                        <a:latin typeface="Calibri (body)"/>
                      </a:endParaRPr>
                    </a:p>
                  </a:txBody>
                  <a:tcPr marL="0" marR="27638" marT="30136" marB="100453"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algn="l"/>
                      <a:r>
                        <a:rPr lang="en-US" sz="1300" b="0" cap="none" spc="0">
                          <a:solidFill>
                            <a:schemeClr val="tx1"/>
                          </a:solidFill>
                          <a:effectLst/>
                        </a:rPr>
                        <a:t>VMs make use of the hypervisor.</a:t>
                      </a:r>
                      <a:endParaRPr lang="en-US" sz="1300" cap="none" spc="0">
                        <a:solidFill>
                          <a:schemeClr val="tx1"/>
                        </a:solidFill>
                        <a:effectLst/>
                        <a:latin typeface="Calibri (body)"/>
                      </a:endParaRPr>
                    </a:p>
                  </a:txBody>
                  <a:tcPr marL="0" marR="27638" marT="30136" marB="100453"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531379449"/>
                  </a:ext>
                </a:extLst>
              </a:tr>
              <a:tr h="773490">
                <a:tc>
                  <a:txBody>
                    <a:bodyPr/>
                    <a:lstStyle/>
                    <a:p>
                      <a:pPr algn="ctr"/>
                      <a:r>
                        <a:rPr lang="en-US" sz="1300" b="1" cap="none" spc="0">
                          <a:solidFill>
                            <a:schemeClr val="tx1"/>
                          </a:solidFill>
                          <a:effectLst/>
                        </a:rPr>
                        <a:t>Memory Efficiency</a:t>
                      </a:r>
                      <a:endParaRPr lang="en-US" sz="1300" cap="none" spc="0">
                        <a:solidFill>
                          <a:schemeClr val="tx1"/>
                        </a:solidFill>
                        <a:effectLst/>
                        <a:latin typeface="Calibri (body)"/>
                      </a:endParaRPr>
                    </a:p>
                  </a:txBody>
                  <a:tcPr marL="0" marR="27638" marT="30136" marB="100453" anchor="ctr">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algn="l"/>
                      <a:r>
                        <a:rPr lang="en-US" sz="1300" b="0" cap="none" spc="0">
                          <a:solidFill>
                            <a:schemeClr val="tx1"/>
                          </a:solidFill>
                          <a:effectLst/>
                        </a:rPr>
                        <a:t>No space is needed to virtualize, hence less memory. </a:t>
                      </a:r>
                      <a:endParaRPr lang="en-US" sz="1300" cap="none" spc="0">
                        <a:solidFill>
                          <a:schemeClr val="tx1"/>
                        </a:solidFill>
                        <a:effectLst/>
                        <a:latin typeface="Calibri (body)"/>
                      </a:endParaRPr>
                    </a:p>
                  </a:txBody>
                  <a:tcPr marL="0" marR="27638" marT="30136" marB="100453" anchor="ctr">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algn="l"/>
                      <a:r>
                        <a:rPr lang="en-US" sz="1300" b="0" cap="none" spc="0">
                          <a:solidFill>
                            <a:schemeClr val="tx1"/>
                          </a:solidFill>
                          <a:effectLst/>
                        </a:rPr>
                        <a:t>Requires entire OS to be loaded before starting the surface, so less efficient. </a:t>
                      </a:r>
                      <a:endParaRPr lang="en-US" sz="1300" cap="none" spc="0">
                        <a:solidFill>
                          <a:schemeClr val="tx1"/>
                        </a:solidFill>
                        <a:effectLst/>
                        <a:latin typeface="Calibri (body)"/>
                      </a:endParaRPr>
                    </a:p>
                  </a:txBody>
                  <a:tcPr marL="0" marR="27638" marT="30136" marB="100453" anchor="ctr">
                    <a:lnL w="12700" cmpd="sng">
                      <a:noFill/>
                      <a:prstDash val="solid"/>
                    </a:lnL>
                    <a:lnR w="12700" cmpd="sng">
                      <a:noFill/>
                      <a:prstDash val="solid"/>
                    </a:lnR>
                    <a:lnT w="12700" cmpd="sng">
                      <a:noFill/>
                      <a:prstDash val="solid"/>
                    </a:lnT>
                    <a:lnB w="9525" cap="flat" cmpd="sng" algn="ctr">
                      <a:solidFill>
                        <a:schemeClr val="tx1"/>
                      </a:solidFill>
                      <a:prstDash val="solid"/>
                    </a:lnB>
                    <a:noFill/>
                  </a:tcPr>
                </a:tc>
                <a:extLst>
                  <a:ext uri="{0D108BD9-81ED-4DB2-BD59-A6C34878D82A}">
                    <a16:rowId xmlns:a16="http://schemas.microsoft.com/office/drawing/2014/main" val="3068475001"/>
                  </a:ext>
                </a:extLst>
              </a:tr>
              <a:tr h="572584">
                <a:tc>
                  <a:txBody>
                    <a:bodyPr/>
                    <a:lstStyle/>
                    <a:p>
                      <a:pPr algn="ctr"/>
                      <a:r>
                        <a:rPr lang="en-US" sz="1300" b="1" cap="none" spc="0">
                          <a:solidFill>
                            <a:schemeClr val="tx1"/>
                          </a:solidFill>
                          <a:effectLst/>
                        </a:rPr>
                        <a:t>Isolation</a:t>
                      </a:r>
                      <a:endParaRPr lang="en-US" sz="1300" cap="none" spc="0">
                        <a:solidFill>
                          <a:schemeClr val="tx1"/>
                        </a:solidFill>
                        <a:effectLst/>
                        <a:latin typeface="Calibri (body)"/>
                      </a:endParaRPr>
                    </a:p>
                  </a:txBody>
                  <a:tcPr marL="0" marR="27638" marT="30136" marB="100453"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algn="l"/>
                      <a:r>
                        <a:rPr lang="en-US" sz="1300" b="0" cap="none" spc="0">
                          <a:solidFill>
                            <a:schemeClr val="tx1"/>
                          </a:solidFill>
                          <a:effectLst/>
                        </a:rPr>
                        <a:t>Prone to risks as no provisions for isolation systems.</a:t>
                      </a:r>
                      <a:endParaRPr lang="en-US" sz="1300" cap="none" spc="0">
                        <a:solidFill>
                          <a:schemeClr val="tx1"/>
                        </a:solidFill>
                        <a:effectLst/>
                        <a:latin typeface="Calibri (body)"/>
                      </a:endParaRPr>
                    </a:p>
                  </a:txBody>
                  <a:tcPr marL="0" marR="27638" marT="30136" marB="100453"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algn="l"/>
                      <a:r>
                        <a:rPr lang="en-US" sz="1300" b="0" cap="none" spc="0">
                          <a:solidFill>
                            <a:schemeClr val="tx1"/>
                          </a:solidFill>
                          <a:effectLst/>
                        </a:rPr>
                        <a:t>efficient isolation mechanism</a:t>
                      </a:r>
                      <a:endParaRPr lang="en-US" sz="1300" cap="none" spc="0">
                        <a:solidFill>
                          <a:schemeClr val="tx1"/>
                        </a:solidFill>
                        <a:effectLst/>
                        <a:latin typeface="Calibri (body)"/>
                      </a:endParaRPr>
                    </a:p>
                  </a:txBody>
                  <a:tcPr marL="0" marR="27638" marT="30136" marB="100453"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056525680"/>
                  </a:ext>
                </a:extLst>
              </a:tr>
              <a:tr h="773490">
                <a:tc>
                  <a:txBody>
                    <a:bodyPr/>
                    <a:lstStyle/>
                    <a:p>
                      <a:pPr algn="ctr"/>
                      <a:r>
                        <a:rPr lang="en-US" sz="1300" b="1" cap="none" spc="0">
                          <a:solidFill>
                            <a:schemeClr val="tx1"/>
                          </a:solidFill>
                          <a:effectLst/>
                        </a:rPr>
                        <a:t>Deployment</a:t>
                      </a:r>
                      <a:endParaRPr lang="en-US" sz="1300" cap="none" spc="0">
                        <a:solidFill>
                          <a:schemeClr val="tx1"/>
                        </a:solidFill>
                        <a:effectLst/>
                        <a:latin typeface="Calibri (body)"/>
                      </a:endParaRPr>
                    </a:p>
                  </a:txBody>
                  <a:tcPr marL="0" marR="27638" marT="30136" marB="100453" anchor="ctr">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algn="l"/>
                      <a:r>
                        <a:rPr lang="en-US" sz="1300" b="0" cap="none" spc="0">
                          <a:solidFill>
                            <a:schemeClr val="tx1"/>
                          </a:solidFill>
                          <a:effectLst/>
                        </a:rPr>
                        <a:t>Deploying is easy as only a single image, containerized can be used across all platforms. </a:t>
                      </a:r>
                      <a:endParaRPr lang="en-US" sz="1300" cap="none" spc="0">
                        <a:solidFill>
                          <a:schemeClr val="tx1"/>
                        </a:solidFill>
                        <a:effectLst/>
                        <a:latin typeface="Calibri (body)"/>
                      </a:endParaRPr>
                    </a:p>
                  </a:txBody>
                  <a:tcPr marL="0" marR="27638" marT="30136" marB="100453" anchor="ctr">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algn="l"/>
                      <a:r>
                        <a:rPr lang="en-US" sz="1300" b="0" cap="none" spc="0">
                          <a:solidFill>
                            <a:schemeClr val="tx1"/>
                          </a:solidFill>
                          <a:effectLst/>
                        </a:rPr>
                        <a:t>comparatively lengthy as separate instances are responsible for execution.</a:t>
                      </a:r>
                      <a:endParaRPr lang="en-US" sz="1300" cap="none" spc="0">
                        <a:solidFill>
                          <a:schemeClr val="tx1"/>
                        </a:solidFill>
                        <a:effectLst/>
                        <a:latin typeface="Calibri (body)"/>
                      </a:endParaRPr>
                    </a:p>
                  </a:txBody>
                  <a:tcPr marL="0" marR="27638" marT="30136" marB="100453" anchor="ctr">
                    <a:lnL w="12700" cmpd="sng">
                      <a:noFill/>
                      <a:prstDash val="solid"/>
                    </a:lnL>
                    <a:lnR w="12700" cmpd="sng">
                      <a:noFill/>
                      <a:prstDash val="solid"/>
                    </a:lnR>
                    <a:lnT w="12700" cmpd="sng">
                      <a:noFill/>
                      <a:prstDash val="solid"/>
                    </a:lnT>
                    <a:lnB w="9525" cap="flat" cmpd="sng" algn="ctr">
                      <a:solidFill>
                        <a:schemeClr val="tx1"/>
                      </a:solidFill>
                      <a:prstDash val="solid"/>
                    </a:lnB>
                    <a:noFill/>
                  </a:tcPr>
                </a:tc>
                <a:extLst>
                  <a:ext uri="{0D108BD9-81ED-4DB2-BD59-A6C34878D82A}">
                    <a16:rowId xmlns:a16="http://schemas.microsoft.com/office/drawing/2014/main" val="2508185921"/>
                  </a:ext>
                </a:extLst>
              </a:tr>
              <a:tr h="371677">
                <a:tc>
                  <a:txBody>
                    <a:bodyPr/>
                    <a:lstStyle/>
                    <a:p>
                      <a:pPr algn="ctr"/>
                      <a:r>
                        <a:rPr lang="en-US" sz="1300" b="1" cap="none" spc="0">
                          <a:solidFill>
                            <a:schemeClr val="tx1"/>
                          </a:solidFill>
                          <a:effectLst/>
                        </a:rPr>
                        <a:t>Performance</a:t>
                      </a:r>
                      <a:endParaRPr lang="en-US" sz="1300" cap="none" spc="0">
                        <a:solidFill>
                          <a:schemeClr val="tx1"/>
                        </a:solidFill>
                        <a:effectLst/>
                        <a:latin typeface="Calibri (body)"/>
                      </a:endParaRPr>
                    </a:p>
                  </a:txBody>
                  <a:tcPr marL="0" marR="27638" marT="30136" marB="100453"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algn="l"/>
                      <a:r>
                        <a:rPr lang="en-US" sz="1300" cap="none" spc="0">
                          <a:solidFill>
                            <a:schemeClr val="tx1"/>
                          </a:solidFill>
                          <a:effectLst/>
                        </a:rPr>
                        <a:t>Limited performance</a:t>
                      </a:r>
                      <a:endParaRPr lang="en-US" sz="1300" cap="none" spc="0">
                        <a:solidFill>
                          <a:schemeClr val="tx1"/>
                        </a:solidFill>
                        <a:effectLst/>
                        <a:latin typeface="Calibri (body)"/>
                      </a:endParaRPr>
                    </a:p>
                  </a:txBody>
                  <a:tcPr marL="0" marR="27638" marT="30136" marB="100453"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algn="l"/>
                      <a:r>
                        <a:rPr lang="en-US" sz="1300" cap="none" spc="0" dirty="0">
                          <a:solidFill>
                            <a:schemeClr val="tx1"/>
                          </a:solidFill>
                          <a:effectLst/>
                        </a:rPr>
                        <a:t>Native performance</a:t>
                      </a:r>
                      <a:endParaRPr lang="en-US" sz="1300" cap="none" spc="0" dirty="0">
                        <a:solidFill>
                          <a:schemeClr val="tx1"/>
                        </a:solidFill>
                        <a:effectLst/>
                        <a:latin typeface="Calibri (body)"/>
                      </a:endParaRPr>
                    </a:p>
                  </a:txBody>
                  <a:tcPr marL="0" marR="27638" marT="30136" marB="100453"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2867689330"/>
                  </a:ext>
                </a:extLst>
              </a:tr>
            </a:tbl>
          </a:graphicData>
        </a:graphic>
      </p:graphicFrame>
    </p:spTree>
    <p:extLst>
      <p:ext uri="{BB962C8B-B14F-4D97-AF65-F5344CB8AC3E}">
        <p14:creationId xmlns:p14="http://schemas.microsoft.com/office/powerpoint/2010/main" val="13744604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1739CA5-F0F5-48E1-8E8C-F24B71827E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9144000" cy="6861324"/>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3">
            <a:extLst>
              <a:ext uri="{FF2B5EF4-FFF2-40B4-BE49-F238E27FC236}">
                <a16:creationId xmlns:a16="http://schemas.microsoft.com/office/drawing/2014/main" id="{3EAD2937-F230-41D4-B9C5-975B129BFC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5058" y="640080"/>
            <a:ext cx="8190312" cy="5577818"/>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CD444A3-C338-4886-B7F1-4BA2AF46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6018" y="960109"/>
            <a:ext cx="7708392" cy="49377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CF771A-1E5A-7BC2-F32F-1F54705642CD}"/>
              </a:ext>
            </a:extLst>
          </p:cNvPr>
          <p:cNvSpPr>
            <a:spLocks noGrp="1"/>
          </p:cNvSpPr>
          <p:nvPr>
            <p:ph type="title"/>
          </p:nvPr>
        </p:nvSpPr>
        <p:spPr>
          <a:xfrm>
            <a:off x="1089492" y="1444741"/>
            <a:ext cx="7018398" cy="1041901"/>
          </a:xfrm>
        </p:spPr>
        <p:txBody>
          <a:bodyPr>
            <a:normAutofit/>
          </a:bodyPr>
          <a:lstStyle/>
          <a:p>
            <a:r>
              <a:rPr lang="en-US" sz="3500"/>
              <a:t>Container</a:t>
            </a:r>
            <a:endParaRPr lang="en-PK" sz="3500"/>
          </a:p>
        </p:txBody>
      </p:sp>
      <p:sp>
        <p:nvSpPr>
          <p:cNvPr id="3" name="Content Placeholder 2">
            <a:extLst>
              <a:ext uri="{FF2B5EF4-FFF2-40B4-BE49-F238E27FC236}">
                <a16:creationId xmlns:a16="http://schemas.microsoft.com/office/drawing/2014/main" id="{E2FFF7E5-CB3F-F7CD-AF01-944D8BDB6770}"/>
              </a:ext>
            </a:extLst>
          </p:cNvPr>
          <p:cNvSpPr>
            <a:spLocks noGrp="1"/>
          </p:cNvSpPr>
          <p:nvPr>
            <p:ph sz="half" idx="1"/>
          </p:nvPr>
        </p:nvSpPr>
        <p:spPr>
          <a:xfrm>
            <a:off x="1089492" y="2701427"/>
            <a:ext cx="3362493" cy="2699968"/>
          </a:xfrm>
        </p:spPr>
        <p:txBody>
          <a:bodyPr>
            <a:normAutofit/>
          </a:bodyPr>
          <a:lstStyle/>
          <a:p>
            <a:pPr>
              <a:lnSpc>
                <a:spcPct val="90000"/>
              </a:lnSpc>
            </a:pPr>
            <a:r>
              <a:rPr lang="en-US" sz="1700"/>
              <a:t>Pros</a:t>
            </a:r>
          </a:p>
          <a:p>
            <a:pPr lvl="1">
              <a:lnSpc>
                <a:spcPct val="90000"/>
              </a:lnSpc>
            </a:pPr>
            <a:r>
              <a:rPr lang="en-US" sz="1700"/>
              <a:t>Containers can be as small as 10MB and one can easily limit their memory and CPU usage. </a:t>
            </a:r>
          </a:p>
          <a:p>
            <a:pPr lvl="1">
              <a:lnSpc>
                <a:spcPct val="90000"/>
              </a:lnSpc>
            </a:pPr>
            <a:r>
              <a:rPr lang="en-US" sz="1700"/>
              <a:t>Very lightweight and can boot up and scale faster.</a:t>
            </a:r>
          </a:p>
          <a:p>
            <a:pPr lvl="1">
              <a:lnSpc>
                <a:spcPct val="90000"/>
              </a:lnSpc>
            </a:pPr>
            <a:r>
              <a:rPr lang="en-US" sz="1700"/>
              <a:t>Very useful for </a:t>
            </a:r>
            <a:r>
              <a:rPr lang="en-US" sz="1700" b="1"/>
              <a:t>Continuous Integration &amp; Continuous Deployment (CI/CD).</a:t>
            </a:r>
            <a:endParaRPr lang="en-US" sz="1700"/>
          </a:p>
          <a:p>
            <a:pPr lvl="1">
              <a:lnSpc>
                <a:spcPct val="90000"/>
              </a:lnSpc>
            </a:pPr>
            <a:endParaRPr lang="en-PK" sz="1700"/>
          </a:p>
        </p:txBody>
      </p:sp>
      <p:sp>
        <p:nvSpPr>
          <p:cNvPr id="4" name="Content Placeholder 3">
            <a:extLst>
              <a:ext uri="{FF2B5EF4-FFF2-40B4-BE49-F238E27FC236}">
                <a16:creationId xmlns:a16="http://schemas.microsoft.com/office/drawing/2014/main" id="{015EBC31-C7BD-B3A7-EFD1-A12A3B155215}"/>
              </a:ext>
            </a:extLst>
          </p:cNvPr>
          <p:cNvSpPr>
            <a:spLocks noGrp="1"/>
          </p:cNvSpPr>
          <p:nvPr>
            <p:ph sz="half" idx="2"/>
          </p:nvPr>
        </p:nvSpPr>
        <p:spPr>
          <a:xfrm>
            <a:off x="4692015" y="2701427"/>
            <a:ext cx="3415875" cy="2699968"/>
          </a:xfrm>
        </p:spPr>
        <p:txBody>
          <a:bodyPr>
            <a:normAutofit/>
          </a:bodyPr>
          <a:lstStyle/>
          <a:p>
            <a:r>
              <a:rPr lang="en-US" sz="1700"/>
              <a:t>Cons</a:t>
            </a:r>
          </a:p>
          <a:p>
            <a:pPr lvl="1"/>
            <a:r>
              <a:rPr lang="en-US" sz="1700"/>
              <a:t>It has a dependency on the host OS.</a:t>
            </a:r>
          </a:p>
          <a:p>
            <a:pPr lvl="1"/>
            <a:r>
              <a:rPr lang="en-US" sz="1700"/>
              <a:t>Cannot all by themselves provide security at a commendable level.</a:t>
            </a:r>
          </a:p>
          <a:p>
            <a:pPr lvl="1"/>
            <a:r>
              <a:rPr lang="en-US" sz="1700"/>
              <a:t>When the container is deleted the data inside the container is lost. </a:t>
            </a:r>
          </a:p>
        </p:txBody>
      </p:sp>
    </p:spTree>
    <p:extLst>
      <p:ext uri="{BB962C8B-B14F-4D97-AF65-F5344CB8AC3E}">
        <p14:creationId xmlns:p14="http://schemas.microsoft.com/office/powerpoint/2010/main" val="39865740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71" name="Rectangle 1127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0C5B4A-B43F-B2A4-76F1-6239D44673E6}"/>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a:solidFill>
                  <a:schemeClr val="bg1"/>
                </a:solidFill>
                <a:latin typeface="+mj-lt"/>
                <a:ea typeface="+mj-ea"/>
                <a:cs typeface="+mj-cs"/>
              </a:rPr>
              <a:t>Types of Virtualization</a:t>
            </a:r>
          </a:p>
        </p:txBody>
      </p:sp>
      <p:pic>
        <p:nvPicPr>
          <p:cNvPr id="11266" name="Picture 2" descr="Types of Virtualization">
            <a:extLst>
              <a:ext uri="{FF2B5EF4-FFF2-40B4-BE49-F238E27FC236}">
                <a16:creationId xmlns:a16="http://schemas.microsoft.com/office/drawing/2014/main" id="{1640A576-3D75-0456-8177-579DE991B21A}"/>
              </a:ext>
            </a:extLst>
          </p:cNvPr>
          <p:cNvPicPr>
            <a:picLocks noGrp="1" noChangeAspect="1" noChangeArrowheads="1"/>
          </p:cNvPicPr>
          <p:nvPr>
            <p:ph idx="1"/>
          </p:nvPr>
        </p:nvPicPr>
        <p:blipFill>
          <a:blip r:embed="rId2" cstate="email">
            <a:extLst>
              <a:ext uri="{28A0092B-C50C-407E-A947-70E740481C1C}">
                <a14:useLocalDpi xmlns:a14="http://schemas.microsoft.com/office/drawing/2010/main"/>
              </a:ext>
            </a:extLst>
          </a:blip>
          <a:stretch>
            <a:fillRect/>
          </a:stretch>
        </p:blipFill>
        <p:spPr bwMode="auto">
          <a:xfrm>
            <a:off x="482600" y="2553496"/>
            <a:ext cx="8178799" cy="26376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65133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E914257E-1E2A-4AC7-89EC-1FB65C9C0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8" name="Freeform: Shape 1037">
            <a:extLst>
              <a:ext uri="{FF2B5EF4-FFF2-40B4-BE49-F238E27FC236}">
                <a16:creationId xmlns:a16="http://schemas.microsoft.com/office/drawing/2014/main" id="{03E1C8F1-97F5-489C-8308-958F096572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8452002" cy="2008639"/>
          </a:xfrm>
          <a:custGeom>
            <a:avLst/>
            <a:gdLst>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174645 w 11269336"/>
              <a:gd name="connsiteY140" fmla="*/ 2088358 h 2323145"/>
              <a:gd name="connsiteX141" fmla="*/ 5092476 w 11269336"/>
              <a:gd name="connsiteY141" fmla="*/ 2100737 h 2323145"/>
              <a:gd name="connsiteX142" fmla="*/ 5060738 w 11269336"/>
              <a:gd name="connsiteY142" fmla="*/ 2083274 h 2323145"/>
              <a:gd name="connsiteX143" fmla="*/ 4860988 w 11269336"/>
              <a:gd name="connsiteY143" fmla="*/ 2135698 h 2323145"/>
              <a:gd name="connsiteX144" fmla="*/ 4807902 w 11269336"/>
              <a:gd name="connsiteY144" fmla="*/ 2138894 h 2323145"/>
              <a:gd name="connsiteX145" fmla="*/ 4765388 w 11269336"/>
              <a:gd name="connsiteY145" fmla="*/ 2162525 h 2323145"/>
              <a:gd name="connsiteX146" fmla="*/ 4745033 w 11269336"/>
              <a:gd name="connsiteY146" fmla="*/ 2158859 h 2323145"/>
              <a:gd name="connsiteX147" fmla="*/ 4741475 w 11269336"/>
              <a:gd name="connsiteY147" fmla="*/ 2157998 h 2323145"/>
              <a:gd name="connsiteX148" fmla="*/ 4728247 w 11269336"/>
              <a:gd name="connsiteY148" fmla="*/ 2159526 h 2323145"/>
              <a:gd name="connsiteX149" fmla="*/ 4723263 w 11269336"/>
              <a:gd name="connsiteY149" fmla="*/ 2153742 h 2323145"/>
              <a:gd name="connsiteX150" fmla="*/ 4702453 w 11269336"/>
              <a:gd name="connsiteY150" fmla="*/ 2151586 h 2323145"/>
              <a:gd name="connsiteX151" fmla="*/ 4678455 w 11269336"/>
              <a:gd name="connsiteY151" fmla="*/ 2156131 h 2323145"/>
              <a:gd name="connsiteX152" fmla="*/ 4593061 w 11269336"/>
              <a:gd name="connsiteY152" fmla="*/ 2171597 h 2323145"/>
              <a:gd name="connsiteX153" fmla="*/ 4579902 w 11269336"/>
              <a:gd name="connsiteY153" fmla="*/ 2177927 h 2323145"/>
              <a:gd name="connsiteX154" fmla="*/ 4533444 w 11269336"/>
              <a:gd name="connsiteY154" fmla="*/ 2181200 h 2323145"/>
              <a:gd name="connsiteX155" fmla="*/ 4492832 w 11269336"/>
              <a:gd name="connsiteY155" fmla="*/ 2188033 h 2323145"/>
              <a:gd name="connsiteX156" fmla="*/ 4467257 w 11269336"/>
              <a:gd name="connsiteY156" fmla="*/ 2196121 h 2323145"/>
              <a:gd name="connsiteX157" fmla="*/ 4459937 w 11269336"/>
              <a:gd name="connsiteY157" fmla="*/ 2195182 h 2323145"/>
              <a:gd name="connsiteX158" fmla="*/ 4433312 w 11269336"/>
              <a:gd name="connsiteY158" fmla="*/ 2199004 h 2323145"/>
              <a:gd name="connsiteX159" fmla="*/ 4420601 w 11269336"/>
              <a:gd name="connsiteY159" fmla="*/ 2205158 h 2323145"/>
              <a:gd name="connsiteX160" fmla="*/ 4405765 w 11269336"/>
              <a:gd name="connsiteY160" fmla="*/ 2199902 h 2323145"/>
              <a:gd name="connsiteX161" fmla="*/ 4401354 w 11269336"/>
              <a:gd name="connsiteY161" fmla="*/ 2194745 h 2323145"/>
              <a:gd name="connsiteX162" fmla="*/ 4383151 w 11269336"/>
              <a:gd name="connsiteY162" fmla="*/ 2201140 h 2323145"/>
              <a:gd name="connsiteX163" fmla="*/ 4366646 w 11269336"/>
              <a:gd name="connsiteY163" fmla="*/ 2198564 h 2323145"/>
              <a:gd name="connsiteX164" fmla="*/ 4354009 w 11269336"/>
              <a:gd name="connsiteY164" fmla="*/ 2204984 h 2323145"/>
              <a:gd name="connsiteX165" fmla="*/ 4348284 w 11269336"/>
              <a:gd name="connsiteY165" fmla="*/ 2205270 h 2323145"/>
              <a:gd name="connsiteX166" fmla="*/ 4333906 w 11269336"/>
              <a:gd name="connsiteY166" fmla="*/ 2205251 h 2323145"/>
              <a:gd name="connsiteX167" fmla="*/ 4308819 w 11269336"/>
              <a:gd name="connsiteY167" fmla="*/ 2203822 h 2323145"/>
              <a:gd name="connsiteX168" fmla="*/ 4301210 w 11269336"/>
              <a:gd name="connsiteY168" fmla="*/ 2204456 h 2323145"/>
              <a:gd name="connsiteX169" fmla="*/ 4283095 w 11269336"/>
              <a:gd name="connsiteY169" fmla="*/ 2198177 h 2323145"/>
              <a:gd name="connsiteX170" fmla="*/ 4250119 w 11269336"/>
              <a:gd name="connsiteY170" fmla="*/ 2196342 h 2323145"/>
              <a:gd name="connsiteX171" fmla="*/ 4189203 w 11269336"/>
              <a:gd name="connsiteY171" fmla="*/ 2178994 h 2323145"/>
              <a:gd name="connsiteX172" fmla="*/ 4154035 w 11269336"/>
              <a:gd name="connsiteY172" fmla="*/ 2171950 h 2323145"/>
              <a:gd name="connsiteX173" fmla="*/ 4129569 w 11269336"/>
              <a:gd name="connsiteY173" fmla="*/ 2163850 h 2323145"/>
              <a:gd name="connsiteX174" fmla="*/ 4061250 w 11269336"/>
              <a:gd name="connsiteY174" fmla="*/ 2159236 h 2323145"/>
              <a:gd name="connsiteX175" fmla="*/ 3945480 w 11269336"/>
              <a:gd name="connsiteY175" fmla="*/ 2158279 h 2323145"/>
              <a:gd name="connsiteX176" fmla="*/ 3921468 w 11269336"/>
              <a:gd name="connsiteY176" fmla="*/ 2156588 h 2323145"/>
              <a:gd name="connsiteX177" fmla="*/ 3903348 w 11269336"/>
              <a:gd name="connsiteY177" fmla="*/ 2149220 h 2323145"/>
              <a:gd name="connsiteX178" fmla="*/ 3901342 w 11269336"/>
              <a:gd name="connsiteY178" fmla="*/ 2142355 h 2323145"/>
              <a:gd name="connsiteX179" fmla="*/ 3888539 w 11269336"/>
              <a:gd name="connsiteY179" fmla="*/ 2140476 h 2323145"/>
              <a:gd name="connsiteX180" fmla="*/ 3885662 w 11269336"/>
              <a:gd name="connsiteY180" fmla="*/ 2138740 h 2323145"/>
              <a:gd name="connsiteX181" fmla="*/ 3868627 w 11269336"/>
              <a:gd name="connsiteY181" fmla="*/ 2130023 h 2323145"/>
              <a:gd name="connsiteX182" fmla="*/ 3819177 w 11269336"/>
              <a:gd name="connsiteY182" fmla="*/ 2142111 h 2323145"/>
              <a:gd name="connsiteX183" fmla="*/ 3769100 w 11269336"/>
              <a:gd name="connsiteY183" fmla="*/ 2131731 h 2323145"/>
              <a:gd name="connsiteX184" fmla="*/ 3562752 w 11269336"/>
              <a:gd name="connsiteY184" fmla="*/ 2131785 h 2323145"/>
              <a:gd name="connsiteX185" fmla="*/ 3541402 w 11269336"/>
              <a:gd name="connsiteY185" fmla="*/ 2106821 h 2323145"/>
              <a:gd name="connsiteX186" fmla="*/ 3460591 w 11269336"/>
              <a:gd name="connsiteY186" fmla="*/ 2097951 h 2323145"/>
              <a:gd name="connsiteX187" fmla="*/ 3320348 w 11269336"/>
              <a:gd name="connsiteY187" fmla="*/ 2130191 h 2323145"/>
              <a:gd name="connsiteX188" fmla="*/ 3170922 w 11269336"/>
              <a:gd name="connsiteY188" fmla="*/ 2115957 h 2323145"/>
              <a:gd name="connsiteX189" fmla="*/ 3156256 w 11269336"/>
              <a:gd name="connsiteY189" fmla="*/ 2124773 h 2323145"/>
              <a:gd name="connsiteX190" fmla="*/ 3140298 w 11269336"/>
              <a:gd name="connsiteY190" fmla="*/ 2129182 h 2323145"/>
              <a:gd name="connsiteX191" fmla="*/ 3138514 w 11269336"/>
              <a:gd name="connsiteY191" fmla="*/ 2128069 h 2323145"/>
              <a:gd name="connsiteX192" fmla="*/ 3120467 w 11269336"/>
              <a:gd name="connsiteY192" fmla="*/ 2128281 h 2323145"/>
              <a:gd name="connsiteX193" fmla="*/ 3116175 w 11269336"/>
              <a:gd name="connsiteY193" fmla="*/ 2131633 h 2323145"/>
              <a:gd name="connsiteX194" fmla="*/ 3103685 w 11269336"/>
              <a:gd name="connsiteY194" fmla="*/ 2132814 h 2323145"/>
              <a:gd name="connsiteX195" fmla="*/ 3078794 w 11269336"/>
              <a:gd name="connsiteY195" fmla="*/ 2137935 h 2323145"/>
              <a:gd name="connsiteX196" fmla="*/ 3074407 w 11269336"/>
              <a:gd name="connsiteY196" fmla="*/ 2136274 h 2323145"/>
              <a:gd name="connsiteX197" fmla="*/ 3037285 w 11269336"/>
              <a:gd name="connsiteY197" fmla="*/ 2139919 h 2323145"/>
              <a:gd name="connsiteX198" fmla="*/ 3036901 w 11269336"/>
              <a:gd name="connsiteY198" fmla="*/ 2138726 h 2323145"/>
              <a:gd name="connsiteX199" fmla="*/ 3026996 w 11269336"/>
              <a:gd name="connsiteY199" fmla="*/ 2134322 h 2323145"/>
              <a:gd name="connsiteX200" fmla="*/ 3007772 w 11269336"/>
              <a:gd name="connsiteY200" fmla="*/ 2128742 h 2323145"/>
              <a:gd name="connsiteX201" fmla="*/ 2965030 w 11269336"/>
              <a:gd name="connsiteY201" fmla="*/ 2100494 h 2323145"/>
              <a:gd name="connsiteX202" fmla="*/ 2926342 w 11269336"/>
              <a:gd name="connsiteY202" fmla="*/ 2104155 h 2323145"/>
              <a:gd name="connsiteX203" fmla="*/ 2918608 w 11269336"/>
              <a:gd name="connsiteY203" fmla="*/ 2104215 h 2323145"/>
              <a:gd name="connsiteX204" fmla="*/ 2918475 w 11269336"/>
              <a:gd name="connsiteY204" fmla="*/ 2103937 h 2323145"/>
              <a:gd name="connsiteX205" fmla="*/ 2910360 w 11269336"/>
              <a:gd name="connsiteY205" fmla="*/ 2103444 h 2323145"/>
              <a:gd name="connsiteX206" fmla="*/ 2904507 w 11269336"/>
              <a:gd name="connsiteY206" fmla="*/ 2104326 h 2323145"/>
              <a:gd name="connsiteX207" fmla="*/ 2889503 w 11269336"/>
              <a:gd name="connsiteY207" fmla="*/ 2104443 h 2323145"/>
              <a:gd name="connsiteX208" fmla="*/ 2884480 w 11269336"/>
              <a:gd name="connsiteY208" fmla="*/ 2102626 h 2323145"/>
              <a:gd name="connsiteX209" fmla="*/ 2882689 w 11269336"/>
              <a:gd name="connsiteY209" fmla="*/ 2099228 h 2323145"/>
              <a:gd name="connsiteX210" fmla="*/ 2881291 w 11269336"/>
              <a:gd name="connsiteY210" fmla="*/ 2099618 h 2323145"/>
              <a:gd name="connsiteX211" fmla="*/ 2853979 w 11269336"/>
              <a:gd name="connsiteY211" fmla="*/ 2090388 h 2323145"/>
              <a:gd name="connsiteX212" fmla="*/ 2791790 w 11269336"/>
              <a:gd name="connsiteY212" fmla="*/ 2080332 h 2323145"/>
              <a:gd name="connsiteX213" fmla="*/ 2755844 w 11269336"/>
              <a:gd name="connsiteY213" fmla="*/ 2078874 h 2323145"/>
              <a:gd name="connsiteX214" fmla="*/ 2657742 w 11269336"/>
              <a:gd name="connsiteY214" fmla="*/ 2070179 h 2323145"/>
              <a:gd name="connsiteX215" fmla="*/ 2559549 w 11269336"/>
              <a:gd name="connsiteY215" fmla="*/ 2057873 h 2323145"/>
              <a:gd name="connsiteX216" fmla="*/ 2512054 w 11269336"/>
              <a:gd name="connsiteY216" fmla="*/ 2031671 h 2323145"/>
              <a:gd name="connsiteX217" fmla="*/ 2506437 w 11269336"/>
              <a:gd name="connsiteY217" fmla="*/ 2030918 h 2323145"/>
              <a:gd name="connsiteX218" fmla="*/ 2491752 w 11269336"/>
              <a:gd name="connsiteY218" fmla="*/ 2033906 h 2323145"/>
              <a:gd name="connsiteX219" fmla="*/ 2486338 w 11269336"/>
              <a:gd name="connsiteY219" fmla="*/ 2035862 h 2323145"/>
              <a:gd name="connsiteX220" fmla="*/ 2478186 w 11269336"/>
              <a:gd name="connsiteY220" fmla="*/ 2036953 h 2323145"/>
              <a:gd name="connsiteX221" fmla="*/ 2477950 w 11269336"/>
              <a:gd name="connsiteY221" fmla="*/ 2036715 h 2323145"/>
              <a:gd name="connsiteX222" fmla="*/ 2470381 w 11269336"/>
              <a:gd name="connsiteY222" fmla="*/ 2038256 h 2323145"/>
              <a:gd name="connsiteX223" fmla="*/ 2433781 w 11269336"/>
              <a:gd name="connsiteY223" fmla="*/ 2049140 h 2323145"/>
              <a:gd name="connsiteX224" fmla="*/ 2381172 w 11269336"/>
              <a:gd name="connsiteY224" fmla="*/ 2030645 h 2323145"/>
              <a:gd name="connsiteX225" fmla="*/ 2360198 w 11269336"/>
              <a:gd name="connsiteY225" fmla="*/ 2029059 h 2323145"/>
              <a:gd name="connsiteX226" fmla="*/ 2348815 w 11269336"/>
              <a:gd name="connsiteY226" fmla="*/ 2026798 h 2323145"/>
              <a:gd name="connsiteX227" fmla="*/ 2347988 w 11269336"/>
              <a:gd name="connsiteY227" fmla="*/ 2025745 h 2323145"/>
              <a:gd name="connsiteX228" fmla="*/ 2312920 w 11269336"/>
              <a:gd name="connsiteY228" fmla="*/ 2036311 h 2323145"/>
              <a:gd name="connsiteX229" fmla="*/ 2307986 w 11269336"/>
              <a:gd name="connsiteY229" fmla="*/ 2035583 h 2323145"/>
              <a:gd name="connsiteX230" fmla="*/ 2285481 w 11269336"/>
              <a:gd name="connsiteY230" fmla="*/ 2045197 h 2323145"/>
              <a:gd name="connsiteX231" fmla="*/ 2273666 w 11269336"/>
              <a:gd name="connsiteY231" fmla="*/ 2048710 h 2323145"/>
              <a:gd name="connsiteX232" fmla="*/ 2270719 w 11269336"/>
              <a:gd name="connsiteY232" fmla="*/ 2052702 h 2323145"/>
              <a:gd name="connsiteX233" fmla="*/ 2253080 w 11269336"/>
              <a:gd name="connsiteY233" fmla="*/ 2056363 h 2323145"/>
              <a:gd name="connsiteX234" fmla="*/ 2250906 w 11269336"/>
              <a:gd name="connsiteY234" fmla="*/ 2055654 h 2323145"/>
              <a:gd name="connsiteX235" fmla="*/ 2236905 w 11269336"/>
              <a:gd name="connsiteY235" fmla="*/ 2062882 h 2323145"/>
              <a:gd name="connsiteX236" fmla="*/ 2225830 w 11269336"/>
              <a:gd name="connsiteY236" fmla="*/ 2074027 h 2323145"/>
              <a:gd name="connsiteX237" fmla="*/ 2073776 w 11269336"/>
              <a:gd name="connsiteY237" fmla="*/ 2089244 h 2323145"/>
              <a:gd name="connsiteX238" fmla="*/ 1948256 w 11269336"/>
              <a:gd name="connsiteY238" fmla="*/ 2146616 h 2323145"/>
              <a:gd name="connsiteX239" fmla="*/ 1865582 w 11269336"/>
              <a:gd name="connsiteY239" fmla="*/ 2153738 h 2323145"/>
              <a:gd name="connsiteX240" fmla="*/ 1835210 w 11269336"/>
              <a:gd name="connsiteY240" fmla="*/ 2134244 h 2323145"/>
              <a:gd name="connsiteX241" fmla="*/ 1632661 w 11269336"/>
              <a:gd name="connsiteY241" fmla="*/ 2173882 h 2323145"/>
              <a:gd name="connsiteX242" fmla="*/ 1579590 w 11269336"/>
              <a:gd name="connsiteY242" fmla="*/ 2173680 h 2323145"/>
              <a:gd name="connsiteX243" fmla="*/ 1535601 w 11269336"/>
              <a:gd name="connsiteY243" fmla="*/ 2194590 h 2323145"/>
              <a:gd name="connsiteX244" fmla="*/ 1515594 w 11269336"/>
              <a:gd name="connsiteY244" fmla="*/ 2189622 h 2323145"/>
              <a:gd name="connsiteX245" fmla="*/ 1512113 w 11269336"/>
              <a:gd name="connsiteY245" fmla="*/ 2188534 h 2323145"/>
              <a:gd name="connsiteX246" fmla="*/ 1498838 w 11269336"/>
              <a:gd name="connsiteY246" fmla="*/ 2189213 h 2323145"/>
              <a:gd name="connsiteX247" fmla="*/ 1494279 w 11269336"/>
              <a:gd name="connsiteY247" fmla="*/ 2183112 h 2323145"/>
              <a:gd name="connsiteX248" fmla="*/ 1473714 w 11269336"/>
              <a:gd name="connsiteY248" fmla="*/ 2179625 h 2323145"/>
              <a:gd name="connsiteX249" fmla="*/ 1449503 w 11269336"/>
              <a:gd name="connsiteY249" fmla="*/ 2182633 h 2323145"/>
              <a:gd name="connsiteX250" fmla="*/ 1335495 w 11269336"/>
              <a:gd name="connsiteY250" fmla="*/ 2203940 h 2323145"/>
              <a:gd name="connsiteX251" fmla="*/ 1266687 w 11269336"/>
              <a:gd name="connsiteY251" fmla="*/ 2212688 h 2323145"/>
              <a:gd name="connsiteX252" fmla="*/ 1239614 w 11269336"/>
              <a:gd name="connsiteY252" fmla="*/ 2209727 h 2323145"/>
              <a:gd name="connsiteX253" fmla="*/ 1202436 w 11269336"/>
              <a:gd name="connsiteY253" fmla="*/ 2209817 h 2323145"/>
              <a:gd name="connsiteX254" fmla="*/ 1136097 w 11269336"/>
              <a:gd name="connsiteY254" fmla="*/ 2205112 h 2323145"/>
              <a:gd name="connsiteX255" fmla="*/ 1048229 w 11269336"/>
              <a:gd name="connsiteY255" fmla="*/ 2207249 h 2323145"/>
              <a:gd name="connsiteX256" fmla="*/ 988232 w 11269336"/>
              <a:gd name="connsiteY256" fmla="*/ 2235635 h 2323145"/>
              <a:gd name="connsiteX257" fmla="*/ 981959 w 11269336"/>
              <a:gd name="connsiteY257" fmla="*/ 2231607 h 2323145"/>
              <a:gd name="connsiteX258" fmla="*/ 938600 w 11269336"/>
              <a:gd name="connsiteY258" fmla="*/ 2238113 h 2323145"/>
              <a:gd name="connsiteX259" fmla="*/ 791788 w 11269336"/>
              <a:gd name="connsiteY259" fmla="*/ 2293224 h 2323145"/>
              <a:gd name="connsiteX260" fmla="*/ 706914 w 11269336"/>
              <a:gd name="connsiteY260" fmla="*/ 2305046 h 2323145"/>
              <a:gd name="connsiteX261" fmla="*/ 675971 w 11269336"/>
              <a:gd name="connsiteY261" fmla="*/ 2304030 h 2323145"/>
              <a:gd name="connsiteX262" fmla="*/ 624180 w 11269336"/>
              <a:gd name="connsiteY262" fmla="*/ 2302650 h 2323145"/>
              <a:gd name="connsiteX263" fmla="*/ 583453 w 11269336"/>
              <a:gd name="connsiteY263" fmla="*/ 2288788 h 2323145"/>
              <a:gd name="connsiteX264" fmla="*/ 540946 w 11269336"/>
              <a:gd name="connsiteY264" fmla="*/ 2292721 h 2323145"/>
              <a:gd name="connsiteX265" fmla="*/ 533680 w 11269336"/>
              <a:gd name="connsiteY265" fmla="*/ 2310233 h 2323145"/>
              <a:gd name="connsiteX266" fmla="*/ 487366 w 11269336"/>
              <a:gd name="connsiteY266" fmla="*/ 2309053 h 2323145"/>
              <a:gd name="connsiteX267" fmla="*/ 416820 w 11269336"/>
              <a:gd name="connsiteY267" fmla="*/ 2305443 h 2323145"/>
              <a:gd name="connsiteX268" fmla="*/ 376805 w 11269336"/>
              <a:gd name="connsiteY268" fmla="*/ 2307647 h 2323145"/>
              <a:gd name="connsiteX269" fmla="*/ 266777 w 11269336"/>
              <a:gd name="connsiteY269" fmla="*/ 2309012 h 2323145"/>
              <a:gd name="connsiteX270" fmla="*/ 156013 w 11269336"/>
              <a:gd name="connsiteY270" fmla="*/ 2306832 h 2323145"/>
              <a:gd name="connsiteX271" fmla="*/ 87258 w 11269336"/>
              <a:gd name="connsiteY271" fmla="*/ 2285511 h 2323145"/>
              <a:gd name="connsiteX272" fmla="*/ 23798 w 11269336"/>
              <a:gd name="connsiteY272" fmla="*/ 2281822 h 2323145"/>
              <a:gd name="connsiteX273" fmla="*/ 0 w 11269336"/>
              <a:gd name="connsiteY273" fmla="*/ 2285369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092476 w 11269336"/>
              <a:gd name="connsiteY140" fmla="*/ 2100737 h 2323145"/>
              <a:gd name="connsiteX141" fmla="*/ 5060738 w 11269336"/>
              <a:gd name="connsiteY141" fmla="*/ 2083274 h 2323145"/>
              <a:gd name="connsiteX142" fmla="*/ 4860988 w 11269336"/>
              <a:gd name="connsiteY142" fmla="*/ 2135698 h 2323145"/>
              <a:gd name="connsiteX143" fmla="*/ 4807902 w 11269336"/>
              <a:gd name="connsiteY143" fmla="*/ 2138894 h 2323145"/>
              <a:gd name="connsiteX144" fmla="*/ 4765388 w 11269336"/>
              <a:gd name="connsiteY144" fmla="*/ 2162525 h 2323145"/>
              <a:gd name="connsiteX145" fmla="*/ 4745033 w 11269336"/>
              <a:gd name="connsiteY145" fmla="*/ 2158859 h 2323145"/>
              <a:gd name="connsiteX146" fmla="*/ 4741475 w 11269336"/>
              <a:gd name="connsiteY146" fmla="*/ 2157998 h 2323145"/>
              <a:gd name="connsiteX147" fmla="*/ 4728247 w 11269336"/>
              <a:gd name="connsiteY147" fmla="*/ 2159526 h 2323145"/>
              <a:gd name="connsiteX148" fmla="*/ 4723263 w 11269336"/>
              <a:gd name="connsiteY148" fmla="*/ 2153742 h 2323145"/>
              <a:gd name="connsiteX149" fmla="*/ 4702453 w 11269336"/>
              <a:gd name="connsiteY149" fmla="*/ 2151586 h 2323145"/>
              <a:gd name="connsiteX150" fmla="*/ 4678455 w 11269336"/>
              <a:gd name="connsiteY150" fmla="*/ 2156131 h 2323145"/>
              <a:gd name="connsiteX151" fmla="*/ 4593061 w 11269336"/>
              <a:gd name="connsiteY151" fmla="*/ 2171597 h 2323145"/>
              <a:gd name="connsiteX152" fmla="*/ 4579902 w 11269336"/>
              <a:gd name="connsiteY152" fmla="*/ 2177927 h 2323145"/>
              <a:gd name="connsiteX153" fmla="*/ 4533444 w 11269336"/>
              <a:gd name="connsiteY153" fmla="*/ 2181200 h 2323145"/>
              <a:gd name="connsiteX154" fmla="*/ 4492832 w 11269336"/>
              <a:gd name="connsiteY154" fmla="*/ 2188033 h 2323145"/>
              <a:gd name="connsiteX155" fmla="*/ 4467257 w 11269336"/>
              <a:gd name="connsiteY155" fmla="*/ 2196121 h 2323145"/>
              <a:gd name="connsiteX156" fmla="*/ 4459937 w 11269336"/>
              <a:gd name="connsiteY156" fmla="*/ 2195182 h 2323145"/>
              <a:gd name="connsiteX157" fmla="*/ 4433312 w 11269336"/>
              <a:gd name="connsiteY157" fmla="*/ 2199004 h 2323145"/>
              <a:gd name="connsiteX158" fmla="*/ 4420601 w 11269336"/>
              <a:gd name="connsiteY158" fmla="*/ 2205158 h 2323145"/>
              <a:gd name="connsiteX159" fmla="*/ 4405765 w 11269336"/>
              <a:gd name="connsiteY159" fmla="*/ 2199902 h 2323145"/>
              <a:gd name="connsiteX160" fmla="*/ 4401354 w 11269336"/>
              <a:gd name="connsiteY160" fmla="*/ 2194745 h 2323145"/>
              <a:gd name="connsiteX161" fmla="*/ 4383151 w 11269336"/>
              <a:gd name="connsiteY161" fmla="*/ 2201140 h 2323145"/>
              <a:gd name="connsiteX162" fmla="*/ 4366646 w 11269336"/>
              <a:gd name="connsiteY162" fmla="*/ 2198564 h 2323145"/>
              <a:gd name="connsiteX163" fmla="*/ 4354009 w 11269336"/>
              <a:gd name="connsiteY163" fmla="*/ 2204984 h 2323145"/>
              <a:gd name="connsiteX164" fmla="*/ 4348284 w 11269336"/>
              <a:gd name="connsiteY164" fmla="*/ 2205270 h 2323145"/>
              <a:gd name="connsiteX165" fmla="*/ 4333906 w 11269336"/>
              <a:gd name="connsiteY165" fmla="*/ 2205251 h 2323145"/>
              <a:gd name="connsiteX166" fmla="*/ 4308819 w 11269336"/>
              <a:gd name="connsiteY166" fmla="*/ 2203822 h 2323145"/>
              <a:gd name="connsiteX167" fmla="*/ 4301210 w 11269336"/>
              <a:gd name="connsiteY167" fmla="*/ 2204456 h 2323145"/>
              <a:gd name="connsiteX168" fmla="*/ 4283095 w 11269336"/>
              <a:gd name="connsiteY168" fmla="*/ 2198177 h 2323145"/>
              <a:gd name="connsiteX169" fmla="*/ 4250119 w 11269336"/>
              <a:gd name="connsiteY169" fmla="*/ 2196342 h 2323145"/>
              <a:gd name="connsiteX170" fmla="*/ 4189203 w 11269336"/>
              <a:gd name="connsiteY170" fmla="*/ 2178994 h 2323145"/>
              <a:gd name="connsiteX171" fmla="*/ 4154035 w 11269336"/>
              <a:gd name="connsiteY171" fmla="*/ 2171950 h 2323145"/>
              <a:gd name="connsiteX172" fmla="*/ 4129569 w 11269336"/>
              <a:gd name="connsiteY172" fmla="*/ 2163850 h 2323145"/>
              <a:gd name="connsiteX173" fmla="*/ 4061250 w 11269336"/>
              <a:gd name="connsiteY173" fmla="*/ 2159236 h 2323145"/>
              <a:gd name="connsiteX174" fmla="*/ 3945480 w 11269336"/>
              <a:gd name="connsiteY174" fmla="*/ 2158279 h 2323145"/>
              <a:gd name="connsiteX175" fmla="*/ 3921468 w 11269336"/>
              <a:gd name="connsiteY175" fmla="*/ 2156588 h 2323145"/>
              <a:gd name="connsiteX176" fmla="*/ 3903348 w 11269336"/>
              <a:gd name="connsiteY176" fmla="*/ 2149220 h 2323145"/>
              <a:gd name="connsiteX177" fmla="*/ 3901342 w 11269336"/>
              <a:gd name="connsiteY177" fmla="*/ 2142355 h 2323145"/>
              <a:gd name="connsiteX178" fmla="*/ 3888539 w 11269336"/>
              <a:gd name="connsiteY178" fmla="*/ 2140476 h 2323145"/>
              <a:gd name="connsiteX179" fmla="*/ 3885662 w 11269336"/>
              <a:gd name="connsiteY179" fmla="*/ 2138740 h 2323145"/>
              <a:gd name="connsiteX180" fmla="*/ 3868627 w 11269336"/>
              <a:gd name="connsiteY180" fmla="*/ 2130023 h 2323145"/>
              <a:gd name="connsiteX181" fmla="*/ 3819177 w 11269336"/>
              <a:gd name="connsiteY181" fmla="*/ 2142111 h 2323145"/>
              <a:gd name="connsiteX182" fmla="*/ 3769100 w 11269336"/>
              <a:gd name="connsiteY182" fmla="*/ 2131731 h 2323145"/>
              <a:gd name="connsiteX183" fmla="*/ 3562752 w 11269336"/>
              <a:gd name="connsiteY183" fmla="*/ 2131785 h 2323145"/>
              <a:gd name="connsiteX184" fmla="*/ 3541402 w 11269336"/>
              <a:gd name="connsiteY184" fmla="*/ 2106821 h 2323145"/>
              <a:gd name="connsiteX185" fmla="*/ 3460591 w 11269336"/>
              <a:gd name="connsiteY185" fmla="*/ 2097951 h 2323145"/>
              <a:gd name="connsiteX186" fmla="*/ 3320348 w 11269336"/>
              <a:gd name="connsiteY186" fmla="*/ 2130191 h 2323145"/>
              <a:gd name="connsiteX187" fmla="*/ 3170922 w 11269336"/>
              <a:gd name="connsiteY187" fmla="*/ 2115957 h 2323145"/>
              <a:gd name="connsiteX188" fmla="*/ 3156256 w 11269336"/>
              <a:gd name="connsiteY188" fmla="*/ 2124773 h 2323145"/>
              <a:gd name="connsiteX189" fmla="*/ 3140298 w 11269336"/>
              <a:gd name="connsiteY189" fmla="*/ 2129182 h 2323145"/>
              <a:gd name="connsiteX190" fmla="*/ 3138514 w 11269336"/>
              <a:gd name="connsiteY190" fmla="*/ 2128069 h 2323145"/>
              <a:gd name="connsiteX191" fmla="*/ 3120467 w 11269336"/>
              <a:gd name="connsiteY191" fmla="*/ 2128281 h 2323145"/>
              <a:gd name="connsiteX192" fmla="*/ 3116175 w 11269336"/>
              <a:gd name="connsiteY192" fmla="*/ 2131633 h 2323145"/>
              <a:gd name="connsiteX193" fmla="*/ 3103685 w 11269336"/>
              <a:gd name="connsiteY193" fmla="*/ 2132814 h 2323145"/>
              <a:gd name="connsiteX194" fmla="*/ 3078794 w 11269336"/>
              <a:gd name="connsiteY194" fmla="*/ 2137935 h 2323145"/>
              <a:gd name="connsiteX195" fmla="*/ 3074407 w 11269336"/>
              <a:gd name="connsiteY195" fmla="*/ 2136274 h 2323145"/>
              <a:gd name="connsiteX196" fmla="*/ 3037285 w 11269336"/>
              <a:gd name="connsiteY196" fmla="*/ 2139919 h 2323145"/>
              <a:gd name="connsiteX197" fmla="*/ 3036901 w 11269336"/>
              <a:gd name="connsiteY197" fmla="*/ 2138726 h 2323145"/>
              <a:gd name="connsiteX198" fmla="*/ 3026996 w 11269336"/>
              <a:gd name="connsiteY198" fmla="*/ 2134322 h 2323145"/>
              <a:gd name="connsiteX199" fmla="*/ 3007772 w 11269336"/>
              <a:gd name="connsiteY199" fmla="*/ 2128742 h 2323145"/>
              <a:gd name="connsiteX200" fmla="*/ 2965030 w 11269336"/>
              <a:gd name="connsiteY200" fmla="*/ 2100494 h 2323145"/>
              <a:gd name="connsiteX201" fmla="*/ 2926342 w 11269336"/>
              <a:gd name="connsiteY201" fmla="*/ 2104155 h 2323145"/>
              <a:gd name="connsiteX202" fmla="*/ 2918608 w 11269336"/>
              <a:gd name="connsiteY202" fmla="*/ 2104215 h 2323145"/>
              <a:gd name="connsiteX203" fmla="*/ 2918475 w 11269336"/>
              <a:gd name="connsiteY203" fmla="*/ 2103937 h 2323145"/>
              <a:gd name="connsiteX204" fmla="*/ 2910360 w 11269336"/>
              <a:gd name="connsiteY204" fmla="*/ 2103444 h 2323145"/>
              <a:gd name="connsiteX205" fmla="*/ 2904507 w 11269336"/>
              <a:gd name="connsiteY205" fmla="*/ 2104326 h 2323145"/>
              <a:gd name="connsiteX206" fmla="*/ 2889503 w 11269336"/>
              <a:gd name="connsiteY206" fmla="*/ 2104443 h 2323145"/>
              <a:gd name="connsiteX207" fmla="*/ 2884480 w 11269336"/>
              <a:gd name="connsiteY207" fmla="*/ 2102626 h 2323145"/>
              <a:gd name="connsiteX208" fmla="*/ 2882689 w 11269336"/>
              <a:gd name="connsiteY208" fmla="*/ 2099228 h 2323145"/>
              <a:gd name="connsiteX209" fmla="*/ 2881291 w 11269336"/>
              <a:gd name="connsiteY209" fmla="*/ 2099618 h 2323145"/>
              <a:gd name="connsiteX210" fmla="*/ 2853979 w 11269336"/>
              <a:gd name="connsiteY210" fmla="*/ 2090388 h 2323145"/>
              <a:gd name="connsiteX211" fmla="*/ 2791790 w 11269336"/>
              <a:gd name="connsiteY211" fmla="*/ 2080332 h 2323145"/>
              <a:gd name="connsiteX212" fmla="*/ 2755844 w 11269336"/>
              <a:gd name="connsiteY212" fmla="*/ 2078874 h 2323145"/>
              <a:gd name="connsiteX213" fmla="*/ 2657742 w 11269336"/>
              <a:gd name="connsiteY213" fmla="*/ 2070179 h 2323145"/>
              <a:gd name="connsiteX214" fmla="*/ 2559549 w 11269336"/>
              <a:gd name="connsiteY214" fmla="*/ 2057873 h 2323145"/>
              <a:gd name="connsiteX215" fmla="*/ 2512054 w 11269336"/>
              <a:gd name="connsiteY215" fmla="*/ 2031671 h 2323145"/>
              <a:gd name="connsiteX216" fmla="*/ 2506437 w 11269336"/>
              <a:gd name="connsiteY216" fmla="*/ 2030918 h 2323145"/>
              <a:gd name="connsiteX217" fmla="*/ 2491752 w 11269336"/>
              <a:gd name="connsiteY217" fmla="*/ 2033906 h 2323145"/>
              <a:gd name="connsiteX218" fmla="*/ 2486338 w 11269336"/>
              <a:gd name="connsiteY218" fmla="*/ 2035862 h 2323145"/>
              <a:gd name="connsiteX219" fmla="*/ 2478186 w 11269336"/>
              <a:gd name="connsiteY219" fmla="*/ 2036953 h 2323145"/>
              <a:gd name="connsiteX220" fmla="*/ 2477950 w 11269336"/>
              <a:gd name="connsiteY220" fmla="*/ 2036715 h 2323145"/>
              <a:gd name="connsiteX221" fmla="*/ 2470381 w 11269336"/>
              <a:gd name="connsiteY221" fmla="*/ 2038256 h 2323145"/>
              <a:gd name="connsiteX222" fmla="*/ 2433781 w 11269336"/>
              <a:gd name="connsiteY222" fmla="*/ 2049140 h 2323145"/>
              <a:gd name="connsiteX223" fmla="*/ 2381172 w 11269336"/>
              <a:gd name="connsiteY223" fmla="*/ 2030645 h 2323145"/>
              <a:gd name="connsiteX224" fmla="*/ 2360198 w 11269336"/>
              <a:gd name="connsiteY224" fmla="*/ 2029059 h 2323145"/>
              <a:gd name="connsiteX225" fmla="*/ 2348815 w 11269336"/>
              <a:gd name="connsiteY225" fmla="*/ 2026798 h 2323145"/>
              <a:gd name="connsiteX226" fmla="*/ 2347988 w 11269336"/>
              <a:gd name="connsiteY226" fmla="*/ 2025745 h 2323145"/>
              <a:gd name="connsiteX227" fmla="*/ 2312920 w 11269336"/>
              <a:gd name="connsiteY227" fmla="*/ 2036311 h 2323145"/>
              <a:gd name="connsiteX228" fmla="*/ 2307986 w 11269336"/>
              <a:gd name="connsiteY228" fmla="*/ 2035583 h 2323145"/>
              <a:gd name="connsiteX229" fmla="*/ 2285481 w 11269336"/>
              <a:gd name="connsiteY229" fmla="*/ 2045197 h 2323145"/>
              <a:gd name="connsiteX230" fmla="*/ 2273666 w 11269336"/>
              <a:gd name="connsiteY230" fmla="*/ 2048710 h 2323145"/>
              <a:gd name="connsiteX231" fmla="*/ 2270719 w 11269336"/>
              <a:gd name="connsiteY231" fmla="*/ 2052702 h 2323145"/>
              <a:gd name="connsiteX232" fmla="*/ 2253080 w 11269336"/>
              <a:gd name="connsiteY232" fmla="*/ 2056363 h 2323145"/>
              <a:gd name="connsiteX233" fmla="*/ 2250906 w 11269336"/>
              <a:gd name="connsiteY233" fmla="*/ 2055654 h 2323145"/>
              <a:gd name="connsiteX234" fmla="*/ 2236905 w 11269336"/>
              <a:gd name="connsiteY234" fmla="*/ 2062882 h 2323145"/>
              <a:gd name="connsiteX235" fmla="*/ 2225830 w 11269336"/>
              <a:gd name="connsiteY235" fmla="*/ 2074027 h 2323145"/>
              <a:gd name="connsiteX236" fmla="*/ 2073776 w 11269336"/>
              <a:gd name="connsiteY236" fmla="*/ 2089244 h 2323145"/>
              <a:gd name="connsiteX237" fmla="*/ 1948256 w 11269336"/>
              <a:gd name="connsiteY237" fmla="*/ 2146616 h 2323145"/>
              <a:gd name="connsiteX238" fmla="*/ 1865582 w 11269336"/>
              <a:gd name="connsiteY238" fmla="*/ 2153738 h 2323145"/>
              <a:gd name="connsiteX239" fmla="*/ 1835210 w 11269336"/>
              <a:gd name="connsiteY239" fmla="*/ 2134244 h 2323145"/>
              <a:gd name="connsiteX240" fmla="*/ 1632661 w 11269336"/>
              <a:gd name="connsiteY240" fmla="*/ 2173882 h 2323145"/>
              <a:gd name="connsiteX241" fmla="*/ 1579590 w 11269336"/>
              <a:gd name="connsiteY241" fmla="*/ 2173680 h 2323145"/>
              <a:gd name="connsiteX242" fmla="*/ 1535601 w 11269336"/>
              <a:gd name="connsiteY242" fmla="*/ 2194590 h 2323145"/>
              <a:gd name="connsiteX243" fmla="*/ 1515594 w 11269336"/>
              <a:gd name="connsiteY243" fmla="*/ 2189622 h 2323145"/>
              <a:gd name="connsiteX244" fmla="*/ 1512113 w 11269336"/>
              <a:gd name="connsiteY244" fmla="*/ 2188534 h 2323145"/>
              <a:gd name="connsiteX245" fmla="*/ 1498838 w 11269336"/>
              <a:gd name="connsiteY245" fmla="*/ 2189213 h 2323145"/>
              <a:gd name="connsiteX246" fmla="*/ 1494279 w 11269336"/>
              <a:gd name="connsiteY246" fmla="*/ 2183112 h 2323145"/>
              <a:gd name="connsiteX247" fmla="*/ 1473714 w 11269336"/>
              <a:gd name="connsiteY247" fmla="*/ 2179625 h 2323145"/>
              <a:gd name="connsiteX248" fmla="*/ 1449503 w 11269336"/>
              <a:gd name="connsiteY248" fmla="*/ 2182633 h 2323145"/>
              <a:gd name="connsiteX249" fmla="*/ 1335495 w 11269336"/>
              <a:gd name="connsiteY249" fmla="*/ 2203940 h 2323145"/>
              <a:gd name="connsiteX250" fmla="*/ 1266687 w 11269336"/>
              <a:gd name="connsiteY250" fmla="*/ 2212688 h 2323145"/>
              <a:gd name="connsiteX251" fmla="*/ 1239614 w 11269336"/>
              <a:gd name="connsiteY251" fmla="*/ 2209727 h 2323145"/>
              <a:gd name="connsiteX252" fmla="*/ 1202436 w 11269336"/>
              <a:gd name="connsiteY252" fmla="*/ 2209817 h 2323145"/>
              <a:gd name="connsiteX253" fmla="*/ 1136097 w 11269336"/>
              <a:gd name="connsiteY253" fmla="*/ 2205112 h 2323145"/>
              <a:gd name="connsiteX254" fmla="*/ 1048229 w 11269336"/>
              <a:gd name="connsiteY254" fmla="*/ 2207249 h 2323145"/>
              <a:gd name="connsiteX255" fmla="*/ 988232 w 11269336"/>
              <a:gd name="connsiteY255" fmla="*/ 2235635 h 2323145"/>
              <a:gd name="connsiteX256" fmla="*/ 981959 w 11269336"/>
              <a:gd name="connsiteY256" fmla="*/ 2231607 h 2323145"/>
              <a:gd name="connsiteX257" fmla="*/ 938600 w 11269336"/>
              <a:gd name="connsiteY257" fmla="*/ 2238113 h 2323145"/>
              <a:gd name="connsiteX258" fmla="*/ 791788 w 11269336"/>
              <a:gd name="connsiteY258" fmla="*/ 2293224 h 2323145"/>
              <a:gd name="connsiteX259" fmla="*/ 706914 w 11269336"/>
              <a:gd name="connsiteY259" fmla="*/ 2305046 h 2323145"/>
              <a:gd name="connsiteX260" fmla="*/ 675971 w 11269336"/>
              <a:gd name="connsiteY260" fmla="*/ 2304030 h 2323145"/>
              <a:gd name="connsiteX261" fmla="*/ 624180 w 11269336"/>
              <a:gd name="connsiteY261" fmla="*/ 2302650 h 2323145"/>
              <a:gd name="connsiteX262" fmla="*/ 583453 w 11269336"/>
              <a:gd name="connsiteY262" fmla="*/ 2288788 h 2323145"/>
              <a:gd name="connsiteX263" fmla="*/ 540946 w 11269336"/>
              <a:gd name="connsiteY263" fmla="*/ 2292721 h 2323145"/>
              <a:gd name="connsiteX264" fmla="*/ 533680 w 11269336"/>
              <a:gd name="connsiteY264" fmla="*/ 2310233 h 2323145"/>
              <a:gd name="connsiteX265" fmla="*/ 487366 w 11269336"/>
              <a:gd name="connsiteY265" fmla="*/ 2309053 h 2323145"/>
              <a:gd name="connsiteX266" fmla="*/ 416820 w 11269336"/>
              <a:gd name="connsiteY266" fmla="*/ 2305443 h 2323145"/>
              <a:gd name="connsiteX267" fmla="*/ 376805 w 11269336"/>
              <a:gd name="connsiteY267" fmla="*/ 2307647 h 2323145"/>
              <a:gd name="connsiteX268" fmla="*/ 266777 w 11269336"/>
              <a:gd name="connsiteY268" fmla="*/ 2309012 h 2323145"/>
              <a:gd name="connsiteX269" fmla="*/ 156013 w 11269336"/>
              <a:gd name="connsiteY269" fmla="*/ 2306832 h 2323145"/>
              <a:gd name="connsiteX270" fmla="*/ 87258 w 11269336"/>
              <a:gd name="connsiteY270" fmla="*/ 2285511 h 2323145"/>
              <a:gd name="connsiteX271" fmla="*/ 23798 w 11269336"/>
              <a:gd name="connsiteY271" fmla="*/ 2281822 h 2323145"/>
              <a:gd name="connsiteX272" fmla="*/ 0 w 11269336"/>
              <a:gd name="connsiteY272" fmla="*/ 2285369 h 2323145"/>
              <a:gd name="connsiteX273" fmla="*/ 0 w 11269336"/>
              <a:gd name="connsiteY27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092476 w 11269336"/>
              <a:gd name="connsiteY139" fmla="*/ 2100737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988232 w 11269336"/>
              <a:gd name="connsiteY252" fmla="*/ 2235635 h 2323145"/>
              <a:gd name="connsiteX253" fmla="*/ 981959 w 11269336"/>
              <a:gd name="connsiteY253" fmla="*/ 2231607 h 2323145"/>
              <a:gd name="connsiteX254" fmla="*/ 938600 w 11269336"/>
              <a:gd name="connsiteY254" fmla="*/ 2238113 h 2323145"/>
              <a:gd name="connsiteX255" fmla="*/ 791788 w 11269336"/>
              <a:gd name="connsiteY255" fmla="*/ 2293224 h 2323145"/>
              <a:gd name="connsiteX256" fmla="*/ 706914 w 11269336"/>
              <a:gd name="connsiteY256" fmla="*/ 2305046 h 2323145"/>
              <a:gd name="connsiteX257" fmla="*/ 675971 w 11269336"/>
              <a:gd name="connsiteY257" fmla="*/ 2304030 h 2323145"/>
              <a:gd name="connsiteX258" fmla="*/ 624180 w 11269336"/>
              <a:gd name="connsiteY258" fmla="*/ 2302650 h 2323145"/>
              <a:gd name="connsiteX259" fmla="*/ 583453 w 11269336"/>
              <a:gd name="connsiteY259" fmla="*/ 2288788 h 2323145"/>
              <a:gd name="connsiteX260" fmla="*/ 540946 w 11269336"/>
              <a:gd name="connsiteY260" fmla="*/ 2292721 h 2323145"/>
              <a:gd name="connsiteX261" fmla="*/ 533680 w 11269336"/>
              <a:gd name="connsiteY261" fmla="*/ 2310233 h 2323145"/>
              <a:gd name="connsiteX262" fmla="*/ 487366 w 11269336"/>
              <a:gd name="connsiteY262" fmla="*/ 2309053 h 2323145"/>
              <a:gd name="connsiteX263" fmla="*/ 416820 w 11269336"/>
              <a:gd name="connsiteY263" fmla="*/ 2305443 h 2323145"/>
              <a:gd name="connsiteX264" fmla="*/ 376805 w 11269336"/>
              <a:gd name="connsiteY264" fmla="*/ 2307647 h 2323145"/>
              <a:gd name="connsiteX265" fmla="*/ 266777 w 11269336"/>
              <a:gd name="connsiteY265" fmla="*/ 2309012 h 2323145"/>
              <a:gd name="connsiteX266" fmla="*/ 156013 w 11269336"/>
              <a:gd name="connsiteY266" fmla="*/ 2306832 h 2323145"/>
              <a:gd name="connsiteX267" fmla="*/ 87258 w 11269336"/>
              <a:gd name="connsiteY267" fmla="*/ 2285511 h 2323145"/>
              <a:gd name="connsiteX268" fmla="*/ 23798 w 11269336"/>
              <a:gd name="connsiteY268" fmla="*/ 2281822 h 2323145"/>
              <a:gd name="connsiteX269" fmla="*/ 0 w 11269336"/>
              <a:gd name="connsiteY269" fmla="*/ 2285369 h 2323145"/>
              <a:gd name="connsiteX270" fmla="*/ 0 w 11269336"/>
              <a:gd name="connsiteY27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266687 w 11269336"/>
              <a:gd name="connsiteY247" fmla="*/ 2212688 h 2323145"/>
              <a:gd name="connsiteX248" fmla="*/ 1239614 w 11269336"/>
              <a:gd name="connsiteY248" fmla="*/ 2209727 h 2323145"/>
              <a:gd name="connsiteX249" fmla="*/ 1202436 w 11269336"/>
              <a:gd name="connsiteY249" fmla="*/ 2209817 h 2323145"/>
              <a:gd name="connsiteX250" fmla="*/ 1136097 w 11269336"/>
              <a:gd name="connsiteY250" fmla="*/ 2205112 h 2323145"/>
              <a:gd name="connsiteX251" fmla="*/ 988232 w 11269336"/>
              <a:gd name="connsiteY251" fmla="*/ 2235635 h 2323145"/>
              <a:gd name="connsiteX252" fmla="*/ 981959 w 11269336"/>
              <a:gd name="connsiteY252" fmla="*/ 2231607 h 2323145"/>
              <a:gd name="connsiteX253" fmla="*/ 938600 w 11269336"/>
              <a:gd name="connsiteY253" fmla="*/ 2238113 h 2323145"/>
              <a:gd name="connsiteX254" fmla="*/ 791788 w 11269336"/>
              <a:gd name="connsiteY254" fmla="*/ 2293224 h 2323145"/>
              <a:gd name="connsiteX255" fmla="*/ 706914 w 11269336"/>
              <a:gd name="connsiteY255" fmla="*/ 2305046 h 2323145"/>
              <a:gd name="connsiteX256" fmla="*/ 675971 w 11269336"/>
              <a:gd name="connsiteY256" fmla="*/ 2304030 h 2323145"/>
              <a:gd name="connsiteX257" fmla="*/ 624180 w 11269336"/>
              <a:gd name="connsiteY257" fmla="*/ 2302650 h 2323145"/>
              <a:gd name="connsiteX258" fmla="*/ 583453 w 11269336"/>
              <a:gd name="connsiteY258" fmla="*/ 2288788 h 2323145"/>
              <a:gd name="connsiteX259" fmla="*/ 540946 w 11269336"/>
              <a:gd name="connsiteY259" fmla="*/ 2292721 h 2323145"/>
              <a:gd name="connsiteX260" fmla="*/ 533680 w 11269336"/>
              <a:gd name="connsiteY260" fmla="*/ 2310233 h 2323145"/>
              <a:gd name="connsiteX261" fmla="*/ 487366 w 11269336"/>
              <a:gd name="connsiteY261" fmla="*/ 2309053 h 2323145"/>
              <a:gd name="connsiteX262" fmla="*/ 416820 w 11269336"/>
              <a:gd name="connsiteY262" fmla="*/ 2305443 h 2323145"/>
              <a:gd name="connsiteX263" fmla="*/ 376805 w 11269336"/>
              <a:gd name="connsiteY263" fmla="*/ 2307647 h 2323145"/>
              <a:gd name="connsiteX264" fmla="*/ 266777 w 11269336"/>
              <a:gd name="connsiteY264" fmla="*/ 2309012 h 2323145"/>
              <a:gd name="connsiteX265" fmla="*/ 156013 w 11269336"/>
              <a:gd name="connsiteY265" fmla="*/ 2306832 h 2323145"/>
              <a:gd name="connsiteX266" fmla="*/ 87258 w 11269336"/>
              <a:gd name="connsiteY266" fmla="*/ 2285511 h 2323145"/>
              <a:gd name="connsiteX267" fmla="*/ 23798 w 11269336"/>
              <a:gd name="connsiteY267" fmla="*/ 2281822 h 2323145"/>
              <a:gd name="connsiteX268" fmla="*/ 0 w 11269336"/>
              <a:gd name="connsiteY268" fmla="*/ 2285369 h 2323145"/>
              <a:gd name="connsiteX269" fmla="*/ 0 w 11269336"/>
              <a:gd name="connsiteY26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197391 w 11269336"/>
              <a:gd name="connsiteY54" fmla="*/ 1107746 h 2323145"/>
              <a:gd name="connsiteX55" fmla="*/ 8081474 w 11269336"/>
              <a:gd name="connsiteY55" fmla="*/ 1130125 h 2323145"/>
              <a:gd name="connsiteX56" fmla="*/ 8053585 w 11269336"/>
              <a:gd name="connsiteY56" fmla="*/ 1129169 h 2323145"/>
              <a:gd name="connsiteX57" fmla="*/ 8038422 w 11269336"/>
              <a:gd name="connsiteY57" fmla="*/ 1119092 h 2323145"/>
              <a:gd name="connsiteX58" fmla="*/ 8029450 w 11269336"/>
              <a:gd name="connsiteY58" fmla="*/ 1125592 h 2323145"/>
              <a:gd name="connsiteX59" fmla="*/ 7959552 w 11269336"/>
              <a:gd name="connsiteY59" fmla="*/ 1140188 h 2323145"/>
              <a:gd name="connsiteX60" fmla="*/ 7914188 w 11269336"/>
              <a:gd name="connsiteY60" fmla="*/ 1150862 h 2323145"/>
              <a:gd name="connsiteX61" fmla="*/ 7914918 w 11269336"/>
              <a:gd name="connsiteY61" fmla="*/ 1168758 h 2323145"/>
              <a:gd name="connsiteX62" fmla="*/ 7875510 w 11269336"/>
              <a:gd name="connsiteY62" fmla="*/ 1183153 h 2323145"/>
              <a:gd name="connsiteX63" fmla="*/ 7829932 w 11269336"/>
              <a:gd name="connsiteY63" fmla="*/ 1180782 h 2323145"/>
              <a:gd name="connsiteX64" fmla="*/ 7779182 w 11269336"/>
              <a:gd name="connsiteY64" fmla="*/ 1192665 h 2323145"/>
              <a:gd name="connsiteX65" fmla="*/ 7748774 w 11269336"/>
              <a:gd name="connsiteY65" fmla="*/ 1199586 h 2323145"/>
              <a:gd name="connsiteX66" fmla="*/ 7671846 w 11269336"/>
              <a:gd name="connsiteY66" fmla="*/ 1231966 h 2323145"/>
              <a:gd name="connsiteX67" fmla="*/ 7554146 w 11269336"/>
              <a:gd name="connsiteY67" fmla="*/ 1319748 h 2323145"/>
              <a:gd name="connsiteX68" fmla="*/ 7515052 w 11269336"/>
              <a:gd name="connsiteY68" fmla="*/ 1336718 h 2323145"/>
              <a:gd name="connsiteX69" fmla="*/ 7507193 w 11269336"/>
              <a:gd name="connsiteY69" fmla="*/ 1334617 h 2323145"/>
              <a:gd name="connsiteX70" fmla="*/ 7461694 w 11269336"/>
              <a:gd name="connsiteY70" fmla="*/ 1375866 h 2323145"/>
              <a:gd name="connsiteX71" fmla="*/ 7377571 w 11269336"/>
              <a:gd name="connsiteY71" fmla="*/ 1400128 h 2323145"/>
              <a:gd name="connsiteX72" fmla="*/ 7311261 w 11269336"/>
              <a:gd name="connsiteY72" fmla="*/ 1412652 h 2323145"/>
              <a:gd name="connsiteX73" fmla="*/ 7275307 w 11269336"/>
              <a:gd name="connsiteY73" fmla="*/ 1422171 h 2323145"/>
              <a:gd name="connsiteX74" fmla="*/ 7247783 w 11269336"/>
              <a:gd name="connsiteY74" fmla="*/ 1426330 h 2323145"/>
              <a:gd name="connsiteX75" fmla="*/ 7185047 w 11269336"/>
              <a:gd name="connsiteY75" fmla="*/ 1451812 h 2323145"/>
              <a:gd name="connsiteX76" fmla="*/ 7084117 w 11269336"/>
              <a:gd name="connsiteY76" fmla="*/ 1500281 h 2323145"/>
              <a:gd name="connsiteX77" fmla="*/ 7062011 w 11269336"/>
              <a:gd name="connsiteY77" fmla="*/ 1509183 h 2323145"/>
              <a:gd name="connsiteX78" fmla="*/ 7040555 w 11269336"/>
              <a:gd name="connsiteY78" fmla="*/ 1511207 h 2323145"/>
              <a:gd name="connsiteX79" fmla="*/ 7033438 w 11269336"/>
              <a:gd name="connsiteY79" fmla="*/ 1506772 h 2323145"/>
              <a:gd name="connsiteX80" fmla="*/ 7020886 w 11269336"/>
              <a:gd name="connsiteY80" fmla="*/ 1510764 h 2323145"/>
              <a:gd name="connsiteX81" fmla="*/ 7017033 w 11269336"/>
              <a:gd name="connsiteY81" fmla="*/ 1510650 h 2323145"/>
              <a:gd name="connsiteX82" fmla="*/ 6995460 w 11269336"/>
              <a:gd name="connsiteY82" fmla="*/ 1511173 h 2323145"/>
              <a:gd name="connsiteX83" fmla="*/ 6962144 w 11269336"/>
              <a:gd name="connsiteY83" fmla="*/ 1541508 h 2323145"/>
              <a:gd name="connsiteX84" fmla="*/ 6910674 w 11269336"/>
              <a:gd name="connsiteY84" fmla="*/ 1554793 h 2323145"/>
              <a:gd name="connsiteX85" fmla="*/ 6732152 w 11269336"/>
              <a:gd name="connsiteY85" fmla="*/ 1642538 h 2323145"/>
              <a:gd name="connsiteX86" fmla="*/ 6694106 w 11269336"/>
              <a:gd name="connsiteY86" fmla="*/ 1632377 h 2323145"/>
              <a:gd name="connsiteX87" fmla="*/ 6617223 w 11269336"/>
              <a:gd name="connsiteY87" fmla="*/ 1659889 h 2323145"/>
              <a:gd name="connsiteX88" fmla="*/ 6521138 w 11269336"/>
              <a:gd name="connsiteY88" fmla="*/ 1744340 h 2323145"/>
              <a:gd name="connsiteX89" fmla="*/ 6380677 w 11269336"/>
              <a:gd name="connsiteY89" fmla="*/ 1796883 h 2323145"/>
              <a:gd name="connsiteX90" fmla="*/ 6374897 w 11269336"/>
              <a:gd name="connsiteY90" fmla="*/ 1809910 h 2323145"/>
              <a:gd name="connsiteX91" fmla="*/ 6364545 w 11269336"/>
              <a:gd name="connsiteY91" fmla="*/ 1820090 h 2323145"/>
              <a:gd name="connsiteX92" fmla="*/ 6362126 w 11269336"/>
              <a:gd name="connsiteY92" fmla="*/ 1819991 h 2323145"/>
              <a:gd name="connsiteX93" fmla="*/ 6346673 w 11269336"/>
              <a:gd name="connsiteY93" fmla="*/ 1827824 h 2323145"/>
              <a:gd name="connsiteX94" fmla="*/ 6345588 w 11269336"/>
              <a:gd name="connsiteY94" fmla="*/ 1832232 h 2323145"/>
              <a:gd name="connsiteX95" fmla="*/ 6335708 w 11269336"/>
              <a:gd name="connsiteY95" fmla="*/ 1838451 h 2323145"/>
              <a:gd name="connsiteX96" fmla="*/ 6318182 w 11269336"/>
              <a:gd name="connsiteY96" fmla="*/ 1852975 h 2323145"/>
              <a:gd name="connsiteX97" fmla="*/ 6313084 w 11269336"/>
              <a:gd name="connsiteY97" fmla="*/ 1853561 h 2323145"/>
              <a:gd name="connsiteX98" fmla="*/ 6283816 w 11269336"/>
              <a:gd name="connsiteY98" fmla="*/ 1872148 h 2323145"/>
              <a:gd name="connsiteX99" fmla="*/ 6282550 w 11269336"/>
              <a:gd name="connsiteY99" fmla="*/ 1871392 h 2323145"/>
              <a:gd name="connsiteX100" fmla="*/ 6270527 w 11269336"/>
              <a:gd name="connsiteY100" fmla="*/ 1872208 h 2323145"/>
              <a:gd name="connsiteX101" fmla="*/ 6249518 w 11269336"/>
              <a:gd name="connsiteY101" fmla="*/ 1876079 h 2323145"/>
              <a:gd name="connsiteX102" fmla="*/ 6190386 w 11269336"/>
              <a:gd name="connsiteY102" fmla="*/ 1872478 h 2323145"/>
              <a:gd name="connsiteX103" fmla="*/ 6159777 w 11269336"/>
              <a:gd name="connsiteY103" fmla="*/ 1891745 h 2323145"/>
              <a:gd name="connsiteX104" fmla="*/ 6153131 w 11269336"/>
              <a:gd name="connsiteY104" fmla="*/ 1895079 h 2323145"/>
              <a:gd name="connsiteX105" fmla="*/ 6152798 w 11269336"/>
              <a:gd name="connsiteY105" fmla="*/ 1894920 h 2323145"/>
              <a:gd name="connsiteX106" fmla="*/ 6145388 w 11269336"/>
              <a:gd name="connsiteY106" fmla="*/ 1897990 h 2323145"/>
              <a:gd name="connsiteX107" fmla="*/ 6141014 w 11269336"/>
              <a:gd name="connsiteY107" fmla="*/ 1901155 h 2323145"/>
              <a:gd name="connsiteX108" fmla="*/ 6128122 w 11269336"/>
              <a:gd name="connsiteY108" fmla="*/ 1907623 h 2323145"/>
              <a:gd name="connsiteX109" fmla="*/ 6122351 w 11269336"/>
              <a:gd name="connsiteY109" fmla="*/ 1908359 h 2323145"/>
              <a:gd name="connsiteX110" fmla="*/ 6064750 w 11269336"/>
              <a:gd name="connsiteY110" fmla="*/ 1896394 h 2323145"/>
              <a:gd name="connsiteX111" fmla="*/ 5964230 w 11269336"/>
              <a:gd name="connsiteY111" fmla="*/ 1910038 h 2323145"/>
              <a:gd name="connsiteX112" fmla="*/ 5865399 w 11269336"/>
              <a:gd name="connsiteY112" fmla="*/ 1926966 h 2323145"/>
              <a:gd name="connsiteX113" fmla="*/ 5829951 w 11269336"/>
              <a:gd name="connsiteY113" fmla="*/ 1934755 h 2323145"/>
              <a:gd name="connsiteX114" fmla="*/ 5765285 w 11269336"/>
              <a:gd name="connsiteY114" fmla="*/ 1941322 h 2323145"/>
              <a:gd name="connsiteX115" fmla="*/ 5734750 w 11269336"/>
              <a:gd name="connsiteY115" fmla="*/ 1939793 h 2323145"/>
              <a:gd name="connsiteX116" fmla="*/ 5733569 w 11269336"/>
              <a:gd name="connsiteY116" fmla="*/ 1940505 h 2323145"/>
              <a:gd name="connsiteX117" fmla="*/ 5730329 w 11269336"/>
              <a:gd name="connsiteY117" fmla="*/ 1937845 h 2323145"/>
              <a:gd name="connsiteX118" fmla="*/ 5724661 w 11269336"/>
              <a:gd name="connsiteY118" fmla="*/ 1937455 h 2323145"/>
              <a:gd name="connsiteX119" fmla="*/ 5710186 w 11269336"/>
              <a:gd name="connsiteY119" fmla="*/ 1941370 h 2323145"/>
              <a:gd name="connsiteX120" fmla="*/ 5704910 w 11269336"/>
              <a:gd name="connsiteY120" fmla="*/ 1943663 h 2323145"/>
              <a:gd name="connsiteX121" fmla="*/ 5696836 w 11269336"/>
              <a:gd name="connsiteY121" fmla="*/ 1945271 h 2323145"/>
              <a:gd name="connsiteX122" fmla="*/ 5696583 w 11269336"/>
              <a:gd name="connsiteY122" fmla="*/ 1945050 h 2323145"/>
              <a:gd name="connsiteX123" fmla="*/ 5689123 w 11269336"/>
              <a:gd name="connsiteY123" fmla="*/ 1947067 h 2323145"/>
              <a:gd name="connsiteX124" fmla="*/ 5653291 w 11269336"/>
              <a:gd name="connsiteY124" fmla="*/ 1960245 h 2323145"/>
              <a:gd name="connsiteX125" fmla="*/ 5599385 w 11269336"/>
              <a:gd name="connsiteY125" fmla="*/ 1945198 h 2323145"/>
              <a:gd name="connsiteX126" fmla="*/ 5578300 w 11269336"/>
              <a:gd name="connsiteY126" fmla="*/ 1944963 h 2323145"/>
              <a:gd name="connsiteX127" fmla="*/ 5566758 w 11269336"/>
              <a:gd name="connsiteY127" fmla="*/ 1943441 h 2323145"/>
              <a:gd name="connsiteX128" fmla="*/ 5565857 w 11269336"/>
              <a:gd name="connsiteY128" fmla="*/ 1942445 h 2323145"/>
              <a:gd name="connsiteX129" fmla="*/ 5531534 w 11269336"/>
              <a:gd name="connsiteY129" fmla="*/ 1955208 h 2323145"/>
              <a:gd name="connsiteX130" fmla="*/ 5526552 w 11269336"/>
              <a:gd name="connsiteY130" fmla="*/ 1954799 h 2323145"/>
              <a:gd name="connsiteX131" fmla="*/ 5504723 w 11269336"/>
              <a:gd name="connsiteY131" fmla="*/ 1965811 h 2323145"/>
              <a:gd name="connsiteX132" fmla="*/ 5493156 w 11269336"/>
              <a:gd name="connsiteY132" fmla="*/ 1970063 h 2323145"/>
              <a:gd name="connsiteX133" fmla="*/ 5490486 w 11269336"/>
              <a:gd name="connsiteY133" fmla="*/ 1974227 h 2323145"/>
              <a:gd name="connsiteX134" fmla="*/ 5473107 w 11269336"/>
              <a:gd name="connsiteY134" fmla="*/ 1979001 h 2323145"/>
              <a:gd name="connsiteX135" fmla="*/ 5470885 w 11269336"/>
              <a:gd name="connsiteY135" fmla="*/ 1978432 h 2323145"/>
              <a:gd name="connsiteX136" fmla="*/ 5457393 w 11269336"/>
              <a:gd name="connsiteY136" fmla="*/ 1986525 h 2323145"/>
              <a:gd name="connsiteX137" fmla="*/ 5447102 w 11269336"/>
              <a:gd name="connsiteY137" fmla="*/ 1998329 h 2323145"/>
              <a:gd name="connsiteX138" fmla="*/ 5159151 w 11269336"/>
              <a:gd name="connsiteY138" fmla="*/ 2029640 h 2323145"/>
              <a:gd name="connsiteX139" fmla="*/ 5041688 w 11269336"/>
              <a:gd name="connsiteY139" fmla="*/ 2022334 h 2323145"/>
              <a:gd name="connsiteX140" fmla="*/ 4860988 w 11269336"/>
              <a:gd name="connsiteY140" fmla="*/ 2135698 h 2323145"/>
              <a:gd name="connsiteX141" fmla="*/ 4807902 w 11269336"/>
              <a:gd name="connsiteY141" fmla="*/ 2138894 h 2323145"/>
              <a:gd name="connsiteX142" fmla="*/ 4765388 w 11269336"/>
              <a:gd name="connsiteY142" fmla="*/ 2162525 h 2323145"/>
              <a:gd name="connsiteX143" fmla="*/ 4745033 w 11269336"/>
              <a:gd name="connsiteY143" fmla="*/ 2158859 h 2323145"/>
              <a:gd name="connsiteX144" fmla="*/ 4741475 w 11269336"/>
              <a:gd name="connsiteY144" fmla="*/ 2157998 h 2323145"/>
              <a:gd name="connsiteX145" fmla="*/ 4728247 w 11269336"/>
              <a:gd name="connsiteY145" fmla="*/ 2159526 h 2323145"/>
              <a:gd name="connsiteX146" fmla="*/ 4723263 w 11269336"/>
              <a:gd name="connsiteY146" fmla="*/ 2153742 h 2323145"/>
              <a:gd name="connsiteX147" fmla="*/ 4702453 w 11269336"/>
              <a:gd name="connsiteY147" fmla="*/ 2151586 h 2323145"/>
              <a:gd name="connsiteX148" fmla="*/ 4678455 w 11269336"/>
              <a:gd name="connsiteY148" fmla="*/ 2156131 h 2323145"/>
              <a:gd name="connsiteX149" fmla="*/ 4593061 w 11269336"/>
              <a:gd name="connsiteY149" fmla="*/ 2171597 h 2323145"/>
              <a:gd name="connsiteX150" fmla="*/ 4579902 w 11269336"/>
              <a:gd name="connsiteY150" fmla="*/ 2177927 h 2323145"/>
              <a:gd name="connsiteX151" fmla="*/ 4533444 w 11269336"/>
              <a:gd name="connsiteY151" fmla="*/ 2181200 h 2323145"/>
              <a:gd name="connsiteX152" fmla="*/ 4492832 w 11269336"/>
              <a:gd name="connsiteY152" fmla="*/ 2188033 h 2323145"/>
              <a:gd name="connsiteX153" fmla="*/ 4467257 w 11269336"/>
              <a:gd name="connsiteY153" fmla="*/ 2196121 h 2323145"/>
              <a:gd name="connsiteX154" fmla="*/ 4459937 w 11269336"/>
              <a:gd name="connsiteY154" fmla="*/ 2195182 h 2323145"/>
              <a:gd name="connsiteX155" fmla="*/ 4433312 w 11269336"/>
              <a:gd name="connsiteY155" fmla="*/ 2199004 h 2323145"/>
              <a:gd name="connsiteX156" fmla="*/ 4420601 w 11269336"/>
              <a:gd name="connsiteY156" fmla="*/ 2205158 h 2323145"/>
              <a:gd name="connsiteX157" fmla="*/ 4405765 w 11269336"/>
              <a:gd name="connsiteY157" fmla="*/ 2199902 h 2323145"/>
              <a:gd name="connsiteX158" fmla="*/ 4401354 w 11269336"/>
              <a:gd name="connsiteY158" fmla="*/ 2194745 h 2323145"/>
              <a:gd name="connsiteX159" fmla="*/ 4383151 w 11269336"/>
              <a:gd name="connsiteY159" fmla="*/ 2201140 h 2323145"/>
              <a:gd name="connsiteX160" fmla="*/ 4366646 w 11269336"/>
              <a:gd name="connsiteY160" fmla="*/ 2198564 h 2323145"/>
              <a:gd name="connsiteX161" fmla="*/ 4354009 w 11269336"/>
              <a:gd name="connsiteY161" fmla="*/ 2204984 h 2323145"/>
              <a:gd name="connsiteX162" fmla="*/ 4348284 w 11269336"/>
              <a:gd name="connsiteY162" fmla="*/ 2205270 h 2323145"/>
              <a:gd name="connsiteX163" fmla="*/ 4333906 w 11269336"/>
              <a:gd name="connsiteY163" fmla="*/ 2205251 h 2323145"/>
              <a:gd name="connsiteX164" fmla="*/ 4308819 w 11269336"/>
              <a:gd name="connsiteY164" fmla="*/ 2203822 h 2323145"/>
              <a:gd name="connsiteX165" fmla="*/ 4301210 w 11269336"/>
              <a:gd name="connsiteY165" fmla="*/ 2204456 h 2323145"/>
              <a:gd name="connsiteX166" fmla="*/ 4283095 w 11269336"/>
              <a:gd name="connsiteY166" fmla="*/ 2198177 h 2323145"/>
              <a:gd name="connsiteX167" fmla="*/ 4250119 w 11269336"/>
              <a:gd name="connsiteY167" fmla="*/ 2196342 h 2323145"/>
              <a:gd name="connsiteX168" fmla="*/ 4189203 w 11269336"/>
              <a:gd name="connsiteY168" fmla="*/ 2178994 h 2323145"/>
              <a:gd name="connsiteX169" fmla="*/ 4154035 w 11269336"/>
              <a:gd name="connsiteY169" fmla="*/ 2171950 h 2323145"/>
              <a:gd name="connsiteX170" fmla="*/ 4129569 w 11269336"/>
              <a:gd name="connsiteY170" fmla="*/ 2163850 h 2323145"/>
              <a:gd name="connsiteX171" fmla="*/ 4061250 w 11269336"/>
              <a:gd name="connsiteY171" fmla="*/ 2159236 h 2323145"/>
              <a:gd name="connsiteX172" fmla="*/ 3945480 w 11269336"/>
              <a:gd name="connsiteY172" fmla="*/ 2158279 h 2323145"/>
              <a:gd name="connsiteX173" fmla="*/ 3921468 w 11269336"/>
              <a:gd name="connsiteY173" fmla="*/ 2156588 h 2323145"/>
              <a:gd name="connsiteX174" fmla="*/ 3903348 w 11269336"/>
              <a:gd name="connsiteY174" fmla="*/ 2149220 h 2323145"/>
              <a:gd name="connsiteX175" fmla="*/ 3901342 w 11269336"/>
              <a:gd name="connsiteY175" fmla="*/ 2142355 h 2323145"/>
              <a:gd name="connsiteX176" fmla="*/ 3888539 w 11269336"/>
              <a:gd name="connsiteY176" fmla="*/ 2140476 h 2323145"/>
              <a:gd name="connsiteX177" fmla="*/ 3885662 w 11269336"/>
              <a:gd name="connsiteY177" fmla="*/ 2138740 h 2323145"/>
              <a:gd name="connsiteX178" fmla="*/ 3868627 w 11269336"/>
              <a:gd name="connsiteY178" fmla="*/ 2130023 h 2323145"/>
              <a:gd name="connsiteX179" fmla="*/ 3819177 w 11269336"/>
              <a:gd name="connsiteY179" fmla="*/ 2142111 h 2323145"/>
              <a:gd name="connsiteX180" fmla="*/ 3769100 w 11269336"/>
              <a:gd name="connsiteY180" fmla="*/ 2131731 h 2323145"/>
              <a:gd name="connsiteX181" fmla="*/ 3562752 w 11269336"/>
              <a:gd name="connsiteY181" fmla="*/ 2131785 h 2323145"/>
              <a:gd name="connsiteX182" fmla="*/ 3541402 w 11269336"/>
              <a:gd name="connsiteY182" fmla="*/ 2106821 h 2323145"/>
              <a:gd name="connsiteX183" fmla="*/ 3365341 w 11269336"/>
              <a:gd name="connsiteY183" fmla="*/ 2077638 h 2323145"/>
              <a:gd name="connsiteX184" fmla="*/ 3170922 w 11269336"/>
              <a:gd name="connsiteY184" fmla="*/ 2115957 h 2323145"/>
              <a:gd name="connsiteX185" fmla="*/ 3156256 w 11269336"/>
              <a:gd name="connsiteY185" fmla="*/ 2124773 h 2323145"/>
              <a:gd name="connsiteX186" fmla="*/ 3140298 w 11269336"/>
              <a:gd name="connsiteY186" fmla="*/ 2129182 h 2323145"/>
              <a:gd name="connsiteX187" fmla="*/ 3138514 w 11269336"/>
              <a:gd name="connsiteY187" fmla="*/ 2128069 h 2323145"/>
              <a:gd name="connsiteX188" fmla="*/ 3120467 w 11269336"/>
              <a:gd name="connsiteY188" fmla="*/ 2128281 h 2323145"/>
              <a:gd name="connsiteX189" fmla="*/ 3116175 w 11269336"/>
              <a:gd name="connsiteY189" fmla="*/ 2131633 h 2323145"/>
              <a:gd name="connsiteX190" fmla="*/ 3103685 w 11269336"/>
              <a:gd name="connsiteY190" fmla="*/ 2132814 h 2323145"/>
              <a:gd name="connsiteX191" fmla="*/ 3078794 w 11269336"/>
              <a:gd name="connsiteY191" fmla="*/ 2137935 h 2323145"/>
              <a:gd name="connsiteX192" fmla="*/ 3074407 w 11269336"/>
              <a:gd name="connsiteY192" fmla="*/ 2136274 h 2323145"/>
              <a:gd name="connsiteX193" fmla="*/ 3037285 w 11269336"/>
              <a:gd name="connsiteY193" fmla="*/ 2139919 h 2323145"/>
              <a:gd name="connsiteX194" fmla="*/ 3036901 w 11269336"/>
              <a:gd name="connsiteY194" fmla="*/ 2138726 h 2323145"/>
              <a:gd name="connsiteX195" fmla="*/ 3026996 w 11269336"/>
              <a:gd name="connsiteY195" fmla="*/ 2134322 h 2323145"/>
              <a:gd name="connsiteX196" fmla="*/ 3007772 w 11269336"/>
              <a:gd name="connsiteY196" fmla="*/ 2128742 h 2323145"/>
              <a:gd name="connsiteX197" fmla="*/ 2965030 w 11269336"/>
              <a:gd name="connsiteY197" fmla="*/ 2100494 h 2323145"/>
              <a:gd name="connsiteX198" fmla="*/ 2926342 w 11269336"/>
              <a:gd name="connsiteY198" fmla="*/ 2104155 h 2323145"/>
              <a:gd name="connsiteX199" fmla="*/ 2918608 w 11269336"/>
              <a:gd name="connsiteY199" fmla="*/ 2104215 h 2323145"/>
              <a:gd name="connsiteX200" fmla="*/ 2918475 w 11269336"/>
              <a:gd name="connsiteY200" fmla="*/ 2103937 h 2323145"/>
              <a:gd name="connsiteX201" fmla="*/ 2910360 w 11269336"/>
              <a:gd name="connsiteY201" fmla="*/ 2103444 h 2323145"/>
              <a:gd name="connsiteX202" fmla="*/ 2904507 w 11269336"/>
              <a:gd name="connsiteY202" fmla="*/ 2104326 h 2323145"/>
              <a:gd name="connsiteX203" fmla="*/ 2889503 w 11269336"/>
              <a:gd name="connsiteY203" fmla="*/ 2104443 h 2323145"/>
              <a:gd name="connsiteX204" fmla="*/ 2884480 w 11269336"/>
              <a:gd name="connsiteY204" fmla="*/ 2102626 h 2323145"/>
              <a:gd name="connsiteX205" fmla="*/ 2882689 w 11269336"/>
              <a:gd name="connsiteY205" fmla="*/ 2099228 h 2323145"/>
              <a:gd name="connsiteX206" fmla="*/ 2881291 w 11269336"/>
              <a:gd name="connsiteY206" fmla="*/ 2099618 h 2323145"/>
              <a:gd name="connsiteX207" fmla="*/ 2853979 w 11269336"/>
              <a:gd name="connsiteY207" fmla="*/ 2090388 h 2323145"/>
              <a:gd name="connsiteX208" fmla="*/ 2791790 w 11269336"/>
              <a:gd name="connsiteY208" fmla="*/ 2080332 h 2323145"/>
              <a:gd name="connsiteX209" fmla="*/ 2755844 w 11269336"/>
              <a:gd name="connsiteY209" fmla="*/ 2078874 h 2323145"/>
              <a:gd name="connsiteX210" fmla="*/ 2657742 w 11269336"/>
              <a:gd name="connsiteY210" fmla="*/ 2070179 h 2323145"/>
              <a:gd name="connsiteX211" fmla="*/ 2559549 w 11269336"/>
              <a:gd name="connsiteY211" fmla="*/ 2057873 h 2323145"/>
              <a:gd name="connsiteX212" fmla="*/ 2512054 w 11269336"/>
              <a:gd name="connsiteY212" fmla="*/ 2031671 h 2323145"/>
              <a:gd name="connsiteX213" fmla="*/ 2506437 w 11269336"/>
              <a:gd name="connsiteY213" fmla="*/ 2030918 h 2323145"/>
              <a:gd name="connsiteX214" fmla="*/ 2491752 w 11269336"/>
              <a:gd name="connsiteY214" fmla="*/ 2033906 h 2323145"/>
              <a:gd name="connsiteX215" fmla="*/ 2486338 w 11269336"/>
              <a:gd name="connsiteY215" fmla="*/ 2035862 h 2323145"/>
              <a:gd name="connsiteX216" fmla="*/ 2478186 w 11269336"/>
              <a:gd name="connsiteY216" fmla="*/ 2036953 h 2323145"/>
              <a:gd name="connsiteX217" fmla="*/ 2477950 w 11269336"/>
              <a:gd name="connsiteY217" fmla="*/ 2036715 h 2323145"/>
              <a:gd name="connsiteX218" fmla="*/ 2470381 w 11269336"/>
              <a:gd name="connsiteY218" fmla="*/ 2038256 h 2323145"/>
              <a:gd name="connsiteX219" fmla="*/ 2433781 w 11269336"/>
              <a:gd name="connsiteY219" fmla="*/ 2049140 h 2323145"/>
              <a:gd name="connsiteX220" fmla="*/ 2381172 w 11269336"/>
              <a:gd name="connsiteY220" fmla="*/ 2030645 h 2323145"/>
              <a:gd name="connsiteX221" fmla="*/ 2360198 w 11269336"/>
              <a:gd name="connsiteY221" fmla="*/ 2029059 h 2323145"/>
              <a:gd name="connsiteX222" fmla="*/ 2348815 w 11269336"/>
              <a:gd name="connsiteY222" fmla="*/ 2026798 h 2323145"/>
              <a:gd name="connsiteX223" fmla="*/ 2347988 w 11269336"/>
              <a:gd name="connsiteY223" fmla="*/ 2025745 h 2323145"/>
              <a:gd name="connsiteX224" fmla="*/ 2312920 w 11269336"/>
              <a:gd name="connsiteY224" fmla="*/ 2036311 h 2323145"/>
              <a:gd name="connsiteX225" fmla="*/ 2307986 w 11269336"/>
              <a:gd name="connsiteY225" fmla="*/ 2035583 h 2323145"/>
              <a:gd name="connsiteX226" fmla="*/ 2285481 w 11269336"/>
              <a:gd name="connsiteY226" fmla="*/ 2045197 h 2323145"/>
              <a:gd name="connsiteX227" fmla="*/ 2273666 w 11269336"/>
              <a:gd name="connsiteY227" fmla="*/ 2048710 h 2323145"/>
              <a:gd name="connsiteX228" fmla="*/ 2270719 w 11269336"/>
              <a:gd name="connsiteY228" fmla="*/ 2052702 h 2323145"/>
              <a:gd name="connsiteX229" fmla="*/ 2253080 w 11269336"/>
              <a:gd name="connsiteY229" fmla="*/ 2056363 h 2323145"/>
              <a:gd name="connsiteX230" fmla="*/ 2250906 w 11269336"/>
              <a:gd name="connsiteY230" fmla="*/ 2055654 h 2323145"/>
              <a:gd name="connsiteX231" fmla="*/ 2236905 w 11269336"/>
              <a:gd name="connsiteY231" fmla="*/ 2062882 h 2323145"/>
              <a:gd name="connsiteX232" fmla="*/ 2225830 w 11269336"/>
              <a:gd name="connsiteY232" fmla="*/ 2074027 h 2323145"/>
              <a:gd name="connsiteX233" fmla="*/ 2073776 w 11269336"/>
              <a:gd name="connsiteY233" fmla="*/ 2089244 h 2323145"/>
              <a:gd name="connsiteX234" fmla="*/ 1948256 w 11269336"/>
              <a:gd name="connsiteY234" fmla="*/ 2146616 h 2323145"/>
              <a:gd name="connsiteX235" fmla="*/ 1865582 w 11269336"/>
              <a:gd name="connsiteY235" fmla="*/ 2153738 h 2323145"/>
              <a:gd name="connsiteX236" fmla="*/ 1835210 w 11269336"/>
              <a:gd name="connsiteY236" fmla="*/ 2134244 h 2323145"/>
              <a:gd name="connsiteX237" fmla="*/ 1632661 w 11269336"/>
              <a:gd name="connsiteY237" fmla="*/ 2173882 h 2323145"/>
              <a:gd name="connsiteX238" fmla="*/ 1579590 w 11269336"/>
              <a:gd name="connsiteY238" fmla="*/ 2173680 h 2323145"/>
              <a:gd name="connsiteX239" fmla="*/ 1535601 w 11269336"/>
              <a:gd name="connsiteY239" fmla="*/ 2194590 h 2323145"/>
              <a:gd name="connsiteX240" fmla="*/ 1515594 w 11269336"/>
              <a:gd name="connsiteY240" fmla="*/ 2189622 h 2323145"/>
              <a:gd name="connsiteX241" fmla="*/ 1512113 w 11269336"/>
              <a:gd name="connsiteY241" fmla="*/ 2188534 h 2323145"/>
              <a:gd name="connsiteX242" fmla="*/ 1498838 w 11269336"/>
              <a:gd name="connsiteY242" fmla="*/ 2189213 h 2323145"/>
              <a:gd name="connsiteX243" fmla="*/ 1494279 w 11269336"/>
              <a:gd name="connsiteY243" fmla="*/ 2183112 h 2323145"/>
              <a:gd name="connsiteX244" fmla="*/ 1473714 w 11269336"/>
              <a:gd name="connsiteY244" fmla="*/ 2179625 h 2323145"/>
              <a:gd name="connsiteX245" fmla="*/ 1449503 w 11269336"/>
              <a:gd name="connsiteY245" fmla="*/ 2182633 h 2323145"/>
              <a:gd name="connsiteX246" fmla="*/ 1266687 w 11269336"/>
              <a:gd name="connsiteY246" fmla="*/ 2212688 h 2323145"/>
              <a:gd name="connsiteX247" fmla="*/ 1239614 w 11269336"/>
              <a:gd name="connsiteY247" fmla="*/ 2209727 h 2323145"/>
              <a:gd name="connsiteX248" fmla="*/ 1202436 w 11269336"/>
              <a:gd name="connsiteY248" fmla="*/ 2209817 h 2323145"/>
              <a:gd name="connsiteX249" fmla="*/ 1136097 w 11269336"/>
              <a:gd name="connsiteY249" fmla="*/ 2205112 h 2323145"/>
              <a:gd name="connsiteX250" fmla="*/ 988232 w 11269336"/>
              <a:gd name="connsiteY250" fmla="*/ 2235635 h 2323145"/>
              <a:gd name="connsiteX251" fmla="*/ 981959 w 11269336"/>
              <a:gd name="connsiteY251" fmla="*/ 2231607 h 2323145"/>
              <a:gd name="connsiteX252" fmla="*/ 938600 w 11269336"/>
              <a:gd name="connsiteY252" fmla="*/ 2238113 h 2323145"/>
              <a:gd name="connsiteX253" fmla="*/ 791788 w 11269336"/>
              <a:gd name="connsiteY253" fmla="*/ 2293224 h 2323145"/>
              <a:gd name="connsiteX254" fmla="*/ 706914 w 11269336"/>
              <a:gd name="connsiteY254" fmla="*/ 2305046 h 2323145"/>
              <a:gd name="connsiteX255" fmla="*/ 675971 w 11269336"/>
              <a:gd name="connsiteY255" fmla="*/ 2304030 h 2323145"/>
              <a:gd name="connsiteX256" fmla="*/ 624180 w 11269336"/>
              <a:gd name="connsiteY256" fmla="*/ 2302650 h 2323145"/>
              <a:gd name="connsiteX257" fmla="*/ 583453 w 11269336"/>
              <a:gd name="connsiteY257" fmla="*/ 2288788 h 2323145"/>
              <a:gd name="connsiteX258" fmla="*/ 540946 w 11269336"/>
              <a:gd name="connsiteY258" fmla="*/ 2292721 h 2323145"/>
              <a:gd name="connsiteX259" fmla="*/ 533680 w 11269336"/>
              <a:gd name="connsiteY259" fmla="*/ 2310233 h 2323145"/>
              <a:gd name="connsiteX260" fmla="*/ 487366 w 11269336"/>
              <a:gd name="connsiteY260" fmla="*/ 2309053 h 2323145"/>
              <a:gd name="connsiteX261" fmla="*/ 416820 w 11269336"/>
              <a:gd name="connsiteY261" fmla="*/ 2305443 h 2323145"/>
              <a:gd name="connsiteX262" fmla="*/ 376805 w 11269336"/>
              <a:gd name="connsiteY262" fmla="*/ 2307647 h 2323145"/>
              <a:gd name="connsiteX263" fmla="*/ 266777 w 11269336"/>
              <a:gd name="connsiteY263" fmla="*/ 2309012 h 2323145"/>
              <a:gd name="connsiteX264" fmla="*/ 156013 w 11269336"/>
              <a:gd name="connsiteY264" fmla="*/ 2306832 h 2323145"/>
              <a:gd name="connsiteX265" fmla="*/ 87258 w 11269336"/>
              <a:gd name="connsiteY265" fmla="*/ 2285511 h 2323145"/>
              <a:gd name="connsiteX266" fmla="*/ 23798 w 11269336"/>
              <a:gd name="connsiteY266" fmla="*/ 2281822 h 2323145"/>
              <a:gd name="connsiteX267" fmla="*/ 0 w 11269336"/>
              <a:gd name="connsiteY267" fmla="*/ 2285369 h 2323145"/>
              <a:gd name="connsiteX268" fmla="*/ 0 w 11269336"/>
              <a:gd name="connsiteY26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795998 w 11269336"/>
              <a:gd name="connsiteY32" fmla="*/ 863337 h 2323145"/>
              <a:gd name="connsiteX33" fmla="*/ 8776970 w 11269336"/>
              <a:gd name="connsiteY33" fmla="*/ 885177 h 2323145"/>
              <a:gd name="connsiteX34" fmla="*/ 8755719 w 11269336"/>
              <a:gd name="connsiteY34" fmla="*/ 889754 h 2323145"/>
              <a:gd name="connsiteX35" fmla="*/ 8743257 w 11269336"/>
              <a:gd name="connsiteY35" fmla="*/ 904723 h 2323145"/>
              <a:gd name="connsiteX36" fmla="*/ 8721366 w 11269336"/>
              <a:gd name="connsiteY36" fmla="*/ 904711 h 2323145"/>
              <a:gd name="connsiteX37" fmla="*/ 8678353 w 11269336"/>
              <a:gd name="connsiteY37" fmla="*/ 926318 h 2323145"/>
              <a:gd name="connsiteX38" fmla="*/ 8636849 w 11269336"/>
              <a:gd name="connsiteY38" fmla="*/ 937900 h 2323145"/>
              <a:gd name="connsiteX39" fmla="*/ 8620213 w 11269336"/>
              <a:gd name="connsiteY39" fmla="*/ 943068 h 2323145"/>
              <a:gd name="connsiteX40" fmla="*/ 8612581 w 11269336"/>
              <a:gd name="connsiteY40" fmla="*/ 952695 h 2323145"/>
              <a:gd name="connsiteX41" fmla="*/ 8589038 w 11269336"/>
              <a:gd name="connsiteY41" fmla="*/ 963892 h 2323145"/>
              <a:gd name="connsiteX42" fmla="*/ 8579950 w 11269336"/>
              <a:gd name="connsiteY42" fmla="*/ 960899 h 2323145"/>
              <a:gd name="connsiteX43" fmla="*/ 8579319 w 11269336"/>
              <a:gd name="connsiteY43" fmla="*/ 965630 h 2323145"/>
              <a:gd name="connsiteX44" fmla="*/ 8547429 w 11269336"/>
              <a:gd name="connsiteY44" fmla="*/ 984506 h 2323145"/>
              <a:gd name="connsiteX45" fmla="*/ 8478704 w 11269336"/>
              <a:gd name="connsiteY45" fmla="*/ 1025490 h 2323145"/>
              <a:gd name="connsiteX46" fmla="*/ 8461421 w 11269336"/>
              <a:gd name="connsiteY46" fmla="*/ 1035512 h 2323145"/>
              <a:gd name="connsiteX47" fmla="*/ 8445003 w 11269336"/>
              <a:gd name="connsiteY47" fmla="*/ 1036851 h 2323145"/>
              <a:gd name="connsiteX48" fmla="*/ 8357350 w 11269336"/>
              <a:gd name="connsiteY48" fmla="*/ 1060213 h 2323145"/>
              <a:gd name="connsiteX49" fmla="*/ 8335565 w 11269336"/>
              <a:gd name="connsiteY49" fmla="*/ 1061151 h 2323145"/>
              <a:gd name="connsiteX50" fmla="*/ 8325267 w 11269336"/>
              <a:gd name="connsiteY50" fmla="*/ 1055919 h 2323145"/>
              <a:gd name="connsiteX51" fmla="*/ 8293586 w 11269336"/>
              <a:gd name="connsiteY51" fmla="*/ 1076144 h 2323145"/>
              <a:gd name="connsiteX52" fmla="*/ 8242405 w 11269336"/>
              <a:gd name="connsiteY52" fmla="*/ 1095960 h 2323145"/>
              <a:gd name="connsiteX53" fmla="*/ 8197391 w 11269336"/>
              <a:gd name="connsiteY53" fmla="*/ 1107746 h 2323145"/>
              <a:gd name="connsiteX54" fmla="*/ 8081474 w 11269336"/>
              <a:gd name="connsiteY54" fmla="*/ 1130125 h 2323145"/>
              <a:gd name="connsiteX55" fmla="*/ 8053585 w 11269336"/>
              <a:gd name="connsiteY55" fmla="*/ 1129169 h 2323145"/>
              <a:gd name="connsiteX56" fmla="*/ 8038422 w 11269336"/>
              <a:gd name="connsiteY56" fmla="*/ 1119092 h 2323145"/>
              <a:gd name="connsiteX57" fmla="*/ 8029450 w 11269336"/>
              <a:gd name="connsiteY57" fmla="*/ 1125592 h 2323145"/>
              <a:gd name="connsiteX58" fmla="*/ 7959552 w 11269336"/>
              <a:gd name="connsiteY58" fmla="*/ 1140188 h 2323145"/>
              <a:gd name="connsiteX59" fmla="*/ 7914188 w 11269336"/>
              <a:gd name="connsiteY59" fmla="*/ 1150862 h 2323145"/>
              <a:gd name="connsiteX60" fmla="*/ 7914918 w 11269336"/>
              <a:gd name="connsiteY60" fmla="*/ 1168758 h 2323145"/>
              <a:gd name="connsiteX61" fmla="*/ 7875510 w 11269336"/>
              <a:gd name="connsiteY61" fmla="*/ 1183153 h 2323145"/>
              <a:gd name="connsiteX62" fmla="*/ 7829932 w 11269336"/>
              <a:gd name="connsiteY62" fmla="*/ 1180782 h 2323145"/>
              <a:gd name="connsiteX63" fmla="*/ 7779182 w 11269336"/>
              <a:gd name="connsiteY63" fmla="*/ 1192665 h 2323145"/>
              <a:gd name="connsiteX64" fmla="*/ 7748774 w 11269336"/>
              <a:gd name="connsiteY64" fmla="*/ 1199586 h 2323145"/>
              <a:gd name="connsiteX65" fmla="*/ 7671846 w 11269336"/>
              <a:gd name="connsiteY65" fmla="*/ 1231966 h 2323145"/>
              <a:gd name="connsiteX66" fmla="*/ 7554146 w 11269336"/>
              <a:gd name="connsiteY66" fmla="*/ 1319748 h 2323145"/>
              <a:gd name="connsiteX67" fmla="*/ 7515052 w 11269336"/>
              <a:gd name="connsiteY67" fmla="*/ 1336718 h 2323145"/>
              <a:gd name="connsiteX68" fmla="*/ 7507193 w 11269336"/>
              <a:gd name="connsiteY68" fmla="*/ 1334617 h 2323145"/>
              <a:gd name="connsiteX69" fmla="*/ 7461694 w 11269336"/>
              <a:gd name="connsiteY69" fmla="*/ 1375866 h 2323145"/>
              <a:gd name="connsiteX70" fmla="*/ 7377571 w 11269336"/>
              <a:gd name="connsiteY70" fmla="*/ 1400128 h 2323145"/>
              <a:gd name="connsiteX71" fmla="*/ 7311261 w 11269336"/>
              <a:gd name="connsiteY71" fmla="*/ 1412652 h 2323145"/>
              <a:gd name="connsiteX72" fmla="*/ 7275307 w 11269336"/>
              <a:gd name="connsiteY72" fmla="*/ 1422171 h 2323145"/>
              <a:gd name="connsiteX73" fmla="*/ 7247783 w 11269336"/>
              <a:gd name="connsiteY73" fmla="*/ 1426330 h 2323145"/>
              <a:gd name="connsiteX74" fmla="*/ 7185047 w 11269336"/>
              <a:gd name="connsiteY74" fmla="*/ 1451812 h 2323145"/>
              <a:gd name="connsiteX75" fmla="*/ 7084117 w 11269336"/>
              <a:gd name="connsiteY75" fmla="*/ 1500281 h 2323145"/>
              <a:gd name="connsiteX76" fmla="*/ 7062011 w 11269336"/>
              <a:gd name="connsiteY76" fmla="*/ 1509183 h 2323145"/>
              <a:gd name="connsiteX77" fmla="*/ 7040555 w 11269336"/>
              <a:gd name="connsiteY77" fmla="*/ 1511207 h 2323145"/>
              <a:gd name="connsiteX78" fmla="*/ 7033438 w 11269336"/>
              <a:gd name="connsiteY78" fmla="*/ 1506772 h 2323145"/>
              <a:gd name="connsiteX79" fmla="*/ 7020886 w 11269336"/>
              <a:gd name="connsiteY79" fmla="*/ 1510764 h 2323145"/>
              <a:gd name="connsiteX80" fmla="*/ 7017033 w 11269336"/>
              <a:gd name="connsiteY80" fmla="*/ 1510650 h 2323145"/>
              <a:gd name="connsiteX81" fmla="*/ 6995460 w 11269336"/>
              <a:gd name="connsiteY81" fmla="*/ 1511173 h 2323145"/>
              <a:gd name="connsiteX82" fmla="*/ 6962144 w 11269336"/>
              <a:gd name="connsiteY82" fmla="*/ 1541508 h 2323145"/>
              <a:gd name="connsiteX83" fmla="*/ 6910674 w 11269336"/>
              <a:gd name="connsiteY83" fmla="*/ 1554793 h 2323145"/>
              <a:gd name="connsiteX84" fmla="*/ 6732152 w 11269336"/>
              <a:gd name="connsiteY84" fmla="*/ 1642538 h 2323145"/>
              <a:gd name="connsiteX85" fmla="*/ 6694106 w 11269336"/>
              <a:gd name="connsiteY85" fmla="*/ 1632377 h 2323145"/>
              <a:gd name="connsiteX86" fmla="*/ 6617223 w 11269336"/>
              <a:gd name="connsiteY86" fmla="*/ 1659889 h 2323145"/>
              <a:gd name="connsiteX87" fmla="*/ 6521138 w 11269336"/>
              <a:gd name="connsiteY87" fmla="*/ 1744340 h 2323145"/>
              <a:gd name="connsiteX88" fmla="*/ 6380677 w 11269336"/>
              <a:gd name="connsiteY88" fmla="*/ 1796883 h 2323145"/>
              <a:gd name="connsiteX89" fmla="*/ 6374897 w 11269336"/>
              <a:gd name="connsiteY89" fmla="*/ 1809910 h 2323145"/>
              <a:gd name="connsiteX90" fmla="*/ 6364545 w 11269336"/>
              <a:gd name="connsiteY90" fmla="*/ 1820090 h 2323145"/>
              <a:gd name="connsiteX91" fmla="*/ 6362126 w 11269336"/>
              <a:gd name="connsiteY91" fmla="*/ 1819991 h 2323145"/>
              <a:gd name="connsiteX92" fmla="*/ 6346673 w 11269336"/>
              <a:gd name="connsiteY92" fmla="*/ 1827824 h 2323145"/>
              <a:gd name="connsiteX93" fmla="*/ 6345588 w 11269336"/>
              <a:gd name="connsiteY93" fmla="*/ 1832232 h 2323145"/>
              <a:gd name="connsiteX94" fmla="*/ 6335708 w 11269336"/>
              <a:gd name="connsiteY94" fmla="*/ 1838451 h 2323145"/>
              <a:gd name="connsiteX95" fmla="*/ 6318182 w 11269336"/>
              <a:gd name="connsiteY95" fmla="*/ 1852975 h 2323145"/>
              <a:gd name="connsiteX96" fmla="*/ 6313084 w 11269336"/>
              <a:gd name="connsiteY96" fmla="*/ 1853561 h 2323145"/>
              <a:gd name="connsiteX97" fmla="*/ 6283816 w 11269336"/>
              <a:gd name="connsiteY97" fmla="*/ 1872148 h 2323145"/>
              <a:gd name="connsiteX98" fmla="*/ 6282550 w 11269336"/>
              <a:gd name="connsiteY98" fmla="*/ 1871392 h 2323145"/>
              <a:gd name="connsiteX99" fmla="*/ 6270527 w 11269336"/>
              <a:gd name="connsiteY99" fmla="*/ 1872208 h 2323145"/>
              <a:gd name="connsiteX100" fmla="*/ 6249518 w 11269336"/>
              <a:gd name="connsiteY100" fmla="*/ 1876079 h 2323145"/>
              <a:gd name="connsiteX101" fmla="*/ 6190386 w 11269336"/>
              <a:gd name="connsiteY101" fmla="*/ 1872478 h 2323145"/>
              <a:gd name="connsiteX102" fmla="*/ 6159777 w 11269336"/>
              <a:gd name="connsiteY102" fmla="*/ 1891745 h 2323145"/>
              <a:gd name="connsiteX103" fmla="*/ 6153131 w 11269336"/>
              <a:gd name="connsiteY103" fmla="*/ 1895079 h 2323145"/>
              <a:gd name="connsiteX104" fmla="*/ 6152798 w 11269336"/>
              <a:gd name="connsiteY104" fmla="*/ 1894920 h 2323145"/>
              <a:gd name="connsiteX105" fmla="*/ 6145388 w 11269336"/>
              <a:gd name="connsiteY105" fmla="*/ 1897990 h 2323145"/>
              <a:gd name="connsiteX106" fmla="*/ 6141014 w 11269336"/>
              <a:gd name="connsiteY106" fmla="*/ 1901155 h 2323145"/>
              <a:gd name="connsiteX107" fmla="*/ 6128122 w 11269336"/>
              <a:gd name="connsiteY107" fmla="*/ 1907623 h 2323145"/>
              <a:gd name="connsiteX108" fmla="*/ 6122351 w 11269336"/>
              <a:gd name="connsiteY108" fmla="*/ 1908359 h 2323145"/>
              <a:gd name="connsiteX109" fmla="*/ 6064750 w 11269336"/>
              <a:gd name="connsiteY109" fmla="*/ 1896394 h 2323145"/>
              <a:gd name="connsiteX110" fmla="*/ 5964230 w 11269336"/>
              <a:gd name="connsiteY110" fmla="*/ 1910038 h 2323145"/>
              <a:gd name="connsiteX111" fmla="*/ 5865399 w 11269336"/>
              <a:gd name="connsiteY111" fmla="*/ 1926966 h 2323145"/>
              <a:gd name="connsiteX112" fmla="*/ 5829951 w 11269336"/>
              <a:gd name="connsiteY112" fmla="*/ 1934755 h 2323145"/>
              <a:gd name="connsiteX113" fmla="*/ 5765285 w 11269336"/>
              <a:gd name="connsiteY113" fmla="*/ 1941322 h 2323145"/>
              <a:gd name="connsiteX114" fmla="*/ 5734750 w 11269336"/>
              <a:gd name="connsiteY114" fmla="*/ 1939793 h 2323145"/>
              <a:gd name="connsiteX115" fmla="*/ 5733569 w 11269336"/>
              <a:gd name="connsiteY115" fmla="*/ 1940505 h 2323145"/>
              <a:gd name="connsiteX116" fmla="*/ 5730329 w 11269336"/>
              <a:gd name="connsiteY116" fmla="*/ 1937845 h 2323145"/>
              <a:gd name="connsiteX117" fmla="*/ 5724661 w 11269336"/>
              <a:gd name="connsiteY117" fmla="*/ 1937455 h 2323145"/>
              <a:gd name="connsiteX118" fmla="*/ 5710186 w 11269336"/>
              <a:gd name="connsiteY118" fmla="*/ 1941370 h 2323145"/>
              <a:gd name="connsiteX119" fmla="*/ 5704910 w 11269336"/>
              <a:gd name="connsiteY119" fmla="*/ 1943663 h 2323145"/>
              <a:gd name="connsiteX120" fmla="*/ 5696836 w 11269336"/>
              <a:gd name="connsiteY120" fmla="*/ 1945271 h 2323145"/>
              <a:gd name="connsiteX121" fmla="*/ 5696583 w 11269336"/>
              <a:gd name="connsiteY121" fmla="*/ 1945050 h 2323145"/>
              <a:gd name="connsiteX122" fmla="*/ 5689123 w 11269336"/>
              <a:gd name="connsiteY122" fmla="*/ 1947067 h 2323145"/>
              <a:gd name="connsiteX123" fmla="*/ 5653291 w 11269336"/>
              <a:gd name="connsiteY123" fmla="*/ 1960245 h 2323145"/>
              <a:gd name="connsiteX124" fmla="*/ 5599385 w 11269336"/>
              <a:gd name="connsiteY124" fmla="*/ 1945198 h 2323145"/>
              <a:gd name="connsiteX125" fmla="*/ 5578300 w 11269336"/>
              <a:gd name="connsiteY125" fmla="*/ 1944963 h 2323145"/>
              <a:gd name="connsiteX126" fmla="*/ 5566758 w 11269336"/>
              <a:gd name="connsiteY126" fmla="*/ 1943441 h 2323145"/>
              <a:gd name="connsiteX127" fmla="*/ 5565857 w 11269336"/>
              <a:gd name="connsiteY127" fmla="*/ 1942445 h 2323145"/>
              <a:gd name="connsiteX128" fmla="*/ 5531534 w 11269336"/>
              <a:gd name="connsiteY128" fmla="*/ 1955208 h 2323145"/>
              <a:gd name="connsiteX129" fmla="*/ 5526552 w 11269336"/>
              <a:gd name="connsiteY129" fmla="*/ 1954799 h 2323145"/>
              <a:gd name="connsiteX130" fmla="*/ 5504723 w 11269336"/>
              <a:gd name="connsiteY130" fmla="*/ 1965811 h 2323145"/>
              <a:gd name="connsiteX131" fmla="*/ 5493156 w 11269336"/>
              <a:gd name="connsiteY131" fmla="*/ 1970063 h 2323145"/>
              <a:gd name="connsiteX132" fmla="*/ 5490486 w 11269336"/>
              <a:gd name="connsiteY132" fmla="*/ 1974227 h 2323145"/>
              <a:gd name="connsiteX133" fmla="*/ 5473107 w 11269336"/>
              <a:gd name="connsiteY133" fmla="*/ 1979001 h 2323145"/>
              <a:gd name="connsiteX134" fmla="*/ 5470885 w 11269336"/>
              <a:gd name="connsiteY134" fmla="*/ 1978432 h 2323145"/>
              <a:gd name="connsiteX135" fmla="*/ 5457393 w 11269336"/>
              <a:gd name="connsiteY135" fmla="*/ 1986525 h 2323145"/>
              <a:gd name="connsiteX136" fmla="*/ 5447102 w 11269336"/>
              <a:gd name="connsiteY136" fmla="*/ 1998329 h 2323145"/>
              <a:gd name="connsiteX137" fmla="*/ 5159151 w 11269336"/>
              <a:gd name="connsiteY137" fmla="*/ 2029640 h 2323145"/>
              <a:gd name="connsiteX138" fmla="*/ 5041688 w 11269336"/>
              <a:gd name="connsiteY138" fmla="*/ 2022334 h 2323145"/>
              <a:gd name="connsiteX139" fmla="*/ 4860988 w 11269336"/>
              <a:gd name="connsiteY139" fmla="*/ 2135698 h 2323145"/>
              <a:gd name="connsiteX140" fmla="*/ 4807902 w 11269336"/>
              <a:gd name="connsiteY140" fmla="*/ 2138894 h 2323145"/>
              <a:gd name="connsiteX141" fmla="*/ 4765388 w 11269336"/>
              <a:gd name="connsiteY141" fmla="*/ 2162525 h 2323145"/>
              <a:gd name="connsiteX142" fmla="*/ 4745033 w 11269336"/>
              <a:gd name="connsiteY142" fmla="*/ 2158859 h 2323145"/>
              <a:gd name="connsiteX143" fmla="*/ 4741475 w 11269336"/>
              <a:gd name="connsiteY143" fmla="*/ 2157998 h 2323145"/>
              <a:gd name="connsiteX144" fmla="*/ 4728247 w 11269336"/>
              <a:gd name="connsiteY144" fmla="*/ 2159526 h 2323145"/>
              <a:gd name="connsiteX145" fmla="*/ 4723263 w 11269336"/>
              <a:gd name="connsiteY145" fmla="*/ 2153742 h 2323145"/>
              <a:gd name="connsiteX146" fmla="*/ 4702453 w 11269336"/>
              <a:gd name="connsiteY146" fmla="*/ 2151586 h 2323145"/>
              <a:gd name="connsiteX147" fmla="*/ 4678455 w 11269336"/>
              <a:gd name="connsiteY147" fmla="*/ 2156131 h 2323145"/>
              <a:gd name="connsiteX148" fmla="*/ 4593061 w 11269336"/>
              <a:gd name="connsiteY148" fmla="*/ 2171597 h 2323145"/>
              <a:gd name="connsiteX149" fmla="*/ 4579902 w 11269336"/>
              <a:gd name="connsiteY149" fmla="*/ 2177927 h 2323145"/>
              <a:gd name="connsiteX150" fmla="*/ 4533444 w 11269336"/>
              <a:gd name="connsiteY150" fmla="*/ 2181200 h 2323145"/>
              <a:gd name="connsiteX151" fmla="*/ 4492832 w 11269336"/>
              <a:gd name="connsiteY151" fmla="*/ 2188033 h 2323145"/>
              <a:gd name="connsiteX152" fmla="*/ 4467257 w 11269336"/>
              <a:gd name="connsiteY152" fmla="*/ 2196121 h 2323145"/>
              <a:gd name="connsiteX153" fmla="*/ 4459937 w 11269336"/>
              <a:gd name="connsiteY153" fmla="*/ 2195182 h 2323145"/>
              <a:gd name="connsiteX154" fmla="*/ 4433312 w 11269336"/>
              <a:gd name="connsiteY154" fmla="*/ 2199004 h 2323145"/>
              <a:gd name="connsiteX155" fmla="*/ 4420601 w 11269336"/>
              <a:gd name="connsiteY155" fmla="*/ 2205158 h 2323145"/>
              <a:gd name="connsiteX156" fmla="*/ 4405765 w 11269336"/>
              <a:gd name="connsiteY156" fmla="*/ 2199902 h 2323145"/>
              <a:gd name="connsiteX157" fmla="*/ 4401354 w 11269336"/>
              <a:gd name="connsiteY157" fmla="*/ 2194745 h 2323145"/>
              <a:gd name="connsiteX158" fmla="*/ 4383151 w 11269336"/>
              <a:gd name="connsiteY158" fmla="*/ 2201140 h 2323145"/>
              <a:gd name="connsiteX159" fmla="*/ 4366646 w 11269336"/>
              <a:gd name="connsiteY159" fmla="*/ 2198564 h 2323145"/>
              <a:gd name="connsiteX160" fmla="*/ 4354009 w 11269336"/>
              <a:gd name="connsiteY160" fmla="*/ 2204984 h 2323145"/>
              <a:gd name="connsiteX161" fmla="*/ 4348284 w 11269336"/>
              <a:gd name="connsiteY161" fmla="*/ 2205270 h 2323145"/>
              <a:gd name="connsiteX162" fmla="*/ 4333906 w 11269336"/>
              <a:gd name="connsiteY162" fmla="*/ 2205251 h 2323145"/>
              <a:gd name="connsiteX163" fmla="*/ 4308819 w 11269336"/>
              <a:gd name="connsiteY163" fmla="*/ 2203822 h 2323145"/>
              <a:gd name="connsiteX164" fmla="*/ 4301210 w 11269336"/>
              <a:gd name="connsiteY164" fmla="*/ 2204456 h 2323145"/>
              <a:gd name="connsiteX165" fmla="*/ 4283095 w 11269336"/>
              <a:gd name="connsiteY165" fmla="*/ 2198177 h 2323145"/>
              <a:gd name="connsiteX166" fmla="*/ 4250119 w 11269336"/>
              <a:gd name="connsiteY166" fmla="*/ 2196342 h 2323145"/>
              <a:gd name="connsiteX167" fmla="*/ 4189203 w 11269336"/>
              <a:gd name="connsiteY167" fmla="*/ 2178994 h 2323145"/>
              <a:gd name="connsiteX168" fmla="*/ 4154035 w 11269336"/>
              <a:gd name="connsiteY168" fmla="*/ 2171950 h 2323145"/>
              <a:gd name="connsiteX169" fmla="*/ 4129569 w 11269336"/>
              <a:gd name="connsiteY169" fmla="*/ 2163850 h 2323145"/>
              <a:gd name="connsiteX170" fmla="*/ 4061250 w 11269336"/>
              <a:gd name="connsiteY170" fmla="*/ 2159236 h 2323145"/>
              <a:gd name="connsiteX171" fmla="*/ 3945480 w 11269336"/>
              <a:gd name="connsiteY171" fmla="*/ 2158279 h 2323145"/>
              <a:gd name="connsiteX172" fmla="*/ 3921468 w 11269336"/>
              <a:gd name="connsiteY172" fmla="*/ 2156588 h 2323145"/>
              <a:gd name="connsiteX173" fmla="*/ 3903348 w 11269336"/>
              <a:gd name="connsiteY173" fmla="*/ 2149220 h 2323145"/>
              <a:gd name="connsiteX174" fmla="*/ 3901342 w 11269336"/>
              <a:gd name="connsiteY174" fmla="*/ 2142355 h 2323145"/>
              <a:gd name="connsiteX175" fmla="*/ 3888539 w 11269336"/>
              <a:gd name="connsiteY175" fmla="*/ 2140476 h 2323145"/>
              <a:gd name="connsiteX176" fmla="*/ 3885662 w 11269336"/>
              <a:gd name="connsiteY176" fmla="*/ 2138740 h 2323145"/>
              <a:gd name="connsiteX177" fmla="*/ 3868627 w 11269336"/>
              <a:gd name="connsiteY177" fmla="*/ 2130023 h 2323145"/>
              <a:gd name="connsiteX178" fmla="*/ 3819177 w 11269336"/>
              <a:gd name="connsiteY178" fmla="*/ 2142111 h 2323145"/>
              <a:gd name="connsiteX179" fmla="*/ 3769100 w 11269336"/>
              <a:gd name="connsiteY179" fmla="*/ 2131731 h 2323145"/>
              <a:gd name="connsiteX180" fmla="*/ 3562752 w 11269336"/>
              <a:gd name="connsiteY180" fmla="*/ 2131785 h 2323145"/>
              <a:gd name="connsiteX181" fmla="*/ 3541402 w 11269336"/>
              <a:gd name="connsiteY181" fmla="*/ 2106821 h 2323145"/>
              <a:gd name="connsiteX182" fmla="*/ 3365341 w 11269336"/>
              <a:gd name="connsiteY182" fmla="*/ 2077638 h 2323145"/>
              <a:gd name="connsiteX183" fmla="*/ 3170922 w 11269336"/>
              <a:gd name="connsiteY183" fmla="*/ 2115957 h 2323145"/>
              <a:gd name="connsiteX184" fmla="*/ 3156256 w 11269336"/>
              <a:gd name="connsiteY184" fmla="*/ 2124773 h 2323145"/>
              <a:gd name="connsiteX185" fmla="*/ 3140298 w 11269336"/>
              <a:gd name="connsiteY185" fmla="*/ 2129182 h 2323145"/>
              <a:gd name="connsiteX186" fmla="*/ 3138514 w 11269336"/>
              <a:gd name="connsiteY186" fmla="*/ 2128069 h 2323145"/>
              <a:gd name="connsiteX187" fmla="*/ 3120467 w 11269336"/>
              <a:gd name="connsiteY187" fmla="*/ 2128281 h 2323145"/>
              <a:gd name="connsiteX188" fmla="*/ 3116175 w 11269336"/>
              <a:gd name="connsiteY188" fmla="*/ 2131633 h 2323145"/>
              <a:gd name="connsiteX189" fmla="*/ 3103685 w 11269336"/>
              <a:gd name="connsiteY189" fmla="*/ 2132814 h 2323145"/>
              <a:gd name="connsiteX190" fmla="*/ 3078794 w 11269336"/>
              <a:gd name="connsiteY190" fmla="*/ 2137935 h 2323145"/>
              <a:gd name="connsiteX191" fmla="*/ 3074407 w 11269336"/>
              <a:gd name="connsiteY191" fmla="*/ 2136274 h 2323145"/>
              <a:gd name="connsiteX192" fmla="*/ 3037285 w 11269336"/>
              <a:gd name="connsiteY192" fmla="*/ 2139919 h 2323145"/>
              <a:gd name="connsiteX193" fmla="*/ 3036901 w 11269336"/>
              <a:gd name="connsiteY193" fmla="*/ 2138726 h 2323145"/>
              <a:gd name="connsiteX194" fmla="*/ 3026996 w 11269336"/>
              <a:gd name="connsiteY194" fmla="*/ 2134322 h 2323145"/>
              <a:gd name="connsiteX195" fmla="*/ 3007772 w 11269336"/>
              <a:gd name="connsiteY195" fmla="*/ 2128742 h 2323145"/>
              <a:gd name="connsiteX196" fmla="*/ 2965030 w 11269336"/>
              <a:gd name="connsiteY196" fmla="*/ 2100494 h 2323145"/>
              <a:gd name="connsiteX197" fmla="*/ 2926342 w 11269336"/>
              <a:gd name="connsiteY197" fmla="*/ 2104155 h 2323145"/>
              <a:gd name="connsiteX198" fmla="*/ 2918608 w 11269336"/>
              <a:gd name="connsiteY198" fmla="*/ 2104215 h 2323145"/>
              <a:gd name="connsiteX199" fmla="*/ 2918475 w 11269336"/>
              <a:gd name="connsiteY199" fmla="*/ 2103937 h 2323145"/>
              <a:gd name="connsiteX200" fmla="*/ 2910360 w 11269336"/>
              <a:gd name="connsiteY200" fmla="*/ 2103444 h 2323145"/>
              <a:gd name="connsiteX201" fmla="*/ 2904507 w 11269336"/>
              <a:gd name="connsiteY201" fmla="*/ 2104326 h 2323145"/>
              <a:gd name="connsiteX202" fmla="*/ 2889503 w 11269336"/>
              <a:gd name="connsiteY202" fmla="*/ 2104443 h 2323145"/>
              <a:gd name="connsiteX203" fmla="*/ 2884480 w 11269336"/>
              <a:gd name="connsiteY203" fmla="*/ 2102626 h 2323145"/>
              <a:gd name="connsiteX204" fmla="*/ 2882689 w 11269336"/>
              <a:gd name="connsiteY204" fmla="*/ 2099228 h 2323145"/>
              <a:gd name="connsiteX205" fmla="*/ 2881291 w 11269336"/>
              <a:gd name="connsiteY205" fmla="*/ 2099618 h 2323145"/>
              <a:gd name="connsiteX206" fmla="*/ 2853979 w 11269336"/>
              <a:gd name="connsiteY206" fmla="*/ 2090388 h 2323145"/>
              <a:gd name="connsiteX207" fmla="*/ 2791790 w 11269336"/>
              <a:gd name="connsiteY207" fmla="*/ 2080332 h 2323145"/>
              <a:gd name="connsiteX208" fmla="*/ 2755844 w 11269336"/>
              <a:gd name="connsiteY208" fmla="*/ 2078874 h 2323145"/>
              <a:gd name="connsiteX209" fmla="*/ 2657742 w 11269336"/>
              <a:gd name="connsiteY209" fmla="*/ 2070179 h 2323145"/>
              <a:gd name="connsiteX210" fmla="*/ 2559549 w 11269336"/>
              <a:gd name="connsiteY210" fmla="*/ 2057873 h 2323145"/>
              <a:gd name="connsiteX211" fmla="*/ 2512054 w 11269336"/>
              <a:gd name="connsiteY211" fmla="*/ 2031671 h 2323145"/>
              <a:gd name="connsiteX212" fmla="*/ 2506437 w 11269336"/>
              <a:gd name="connsiteY212" fmla="*/ 2030918 h 2323145"/>
              <a:gd name="connsiteX213" fmla="*/ 2491752 w 11269336"/>
              <a:gd name="connsiteY213" fmla="*/ 2033906 h 2323145"/>
              <a:gd name="connsiteX214" fmla="*/ 2486338 w 11269336"/>
              <a:gd name="connsiteY214" fmla="*/ 2035862 h 2323145"/>
              <a:gd name="connsiteX215" fmla="*/ 2478186 w 11269336"/>
              <a:gd name="connsiteY215" fmla="*/ 2036953 h 2323145"/>
              <a:gd name="connsiteX216" fmla="*/ 2477950 w 11269336"/>
              <a:gd name="connsiteY216" fmla="*/ 2036715 h 2323145"/>
              <a:gd name="connsiteX217" fmla="*/ 2470381 w 11269336"/>
              <a:gd name="connsiteY217" fmla="*/ 2038256 h 2323145"/>
              <a:gd name="connsiteX218" fmla="*/ 2433781 w 11269336"/>
              <a:gd name="connsiteY218" fmla="*/ 2049140 h 2323145"/>
              <a:gd name="connsiteX219" fmla="*/ 2381172 w 11269336"/>
              <a:gd name="connsiteY219" fmla="*/ 2030645 h 2323145"/>
              <a:gd name="connsiteX220" fmla="*/ 2360198 w 11269336"/>
              <a:gd name="connsiteY220" fmla="*/ 2029059 h 2323145"/>
              <a:gd name="connsiteX221" fmla="*/ 2348815 w 11269336"/>
              <a:gd name="connsiteY221" fmla="*/ 2026798 h 2323145"/>
              <a:gd name="connsiteX222" fmla="*/ 2347988 w 11269336"/>
              <a:gd name="connsiteY222" fmla="*/ 2025745 h 2323145"/>
              <a:gd name="connsiteX223" fmla="*/ 2312920 w 11269336"/>
              <a:gd name="connsiteY223" fmla="*/ 2036311 h 2323145"/>
              <a:gd name="connsiteX224" fmla="*/ 2307986 w 11269336"/>
              <a:gd name="connsiteY224" fmla="*/ 2035583 h 2323145"/>
              <a:gd name="connsiteX225" fmla="*/ 2285481 w 11269336"/>
              <a:gd name="connsiteY225" fmla="*/ 2045197 h 2323145"/>
              <a:gd name="connsiteX226" fmla="*/ 2273666 w 11269336"/>
              <a:gd name="connsiteY226" fmla="*/ 2048710 h 2323145"/>
              <a:gd name="connsiteX227" fmla="*/ 2270719 w 11269336"/>
              <a:gd name="connsiteY227" fmla="*/ 2052702 h 2323145"/>
              <a:gd name="connsiteX228" fmla="*/ 2253080 w 11269336"/>
              <a:gd name="connsiteY228" fmla="*/ 2056363 h 2323145"/>
              <a:gd name="connsiteX229" fmla="*/ 2250906 w 11269336"/>
              <a:gd name="connsiteY229" fmla="*/ 2055654 h 2323145"/>
              <a:gd name="connsiteX230" fmla="*/ 2236905 w 11269336"/>
              <a:gd name="connsiteY230" fmla="*/ 2062882 h 2323145"/>
              <a:gd name="connsiteX231" fmla="*/ 2225830 w 11269336"/>
              <a:gd name="connsiteY231" fmla="*/ 2074027 h 2323145"/>
              <a:gd name="connsiteX232" fmla="*/ 2073776 w 11269336"/>
              <a:gd name="connsiteY232" fmla="*/ 2089244 h 2323145"/>
              <a:gd name="connsiteX233" fmla="*/ 1948256 w 11269336"/>
              <a:gd name="connsiteY233" fmla="*/ 2146616 h 2323145"/>
              <a:gd name="connsiteX234" fmla="*/ 1865582 w 11269336"/>
              <a:gd name="connsiteY234" fmla="*/ 2153738 h 2323145"/>
              <a:gd name="connsiteX235" fmla="*/ 1835210 w 11269336"/>
              <a:gd name="connsiteY235" fmla="*/ 2134244 h 2323145"/>
              <a:gd name="connsiteX236" fmla="*/ 1632661 w 11269336"/>
              <a:gd name="connsiteY236" fmla="*/ 2173882 h 2323145"/>
              <a:gd name="connsiteX237" fmla="*/ 1579590 w 11269336"/>
              <a:gd name="connsiteY237" fmla="*/ 2173680 h 2323145"/>
              <a:gd name="connsiteX238" fmla="*/ 1535601 w 11269336"/>
              <a:gd name="connsiteY238" fmla="*/ 2194590 h 2323145"/>
              <a:gd name="connsiteX239" fmla="*/ 1515594 w 11269336"/>
              <a:gd name="connsiteY239" fmla="*/ 2189622 h 2323145"/>
              <a:gd name="connsiteX240" fmla="*/ 1512113 w 11269336"/>
              <a:gd name="connsiteY240" fmla="*/ 2188534 h 2323145"/>
              <a:gd name="connsiteX241" fmla="*/ 1498838 w 11269336"/>
              <a:gd name="connsiteY241" fmla="*/ 2189213 h 2323145"/>
              <a:gd name="connsiteX242" fmla="*/ 1494279 w 11269336"/>
              <a:gd name="connsiteY242" fmla="*/ 2183112 h 2323145"/>
              <a:gd name="connsiteX243" fmla="*/ 1473714 w 11269336"/>
              <a:gd name="connsiteY243" fmla="*/ 2179625 h 2323145"/>
              <a:gd name="connsiteX244" fmla="*/ 1449503 w 11269336"/>
              <a:gd name="connsiteY244" fmla="*/ 2182633 h 2323145"/>
              <a:gd name="connsiteX245" fmla="*/ 1266687 w 11269336"/>
              <a:gd name="connsiteY245" fmla="*/ 2212688 h 2323145"/>
              <a:gd name="connsiteX246" fmla="*/ 1239614 w 11269336"/>
              <a:gd name="connsiteY246" fmla="*/ 2209727 h 2323145"/>
              <a:gd name="connsiteX247" fmla="*/ 1202436 w 11269336"/>
              <a:gd name="connsiteY247" fmla="*/ 2209817 h 2323145"/>
              <a:gd name="connsiteX248" fmla="*/ 1136097 w 11269336"/>
              <a:gd name="connsiteY248" fmla="*/ 2205112 h 2323145"/>
              <a:gd name="connsiteX249" fmla="*/ 988232 w 11269336"/>
              <a:gd name="connsiteY249" fmla="*/ 2235635 h 2323145"/>
              <a:gd name="connsiteX250" fmla="*/ 981959 w 11269336"/>
              <a:gd name="connsiteY250" fmla="*/ 2231607 h 2323145"/>
              <a:gd name="connsiteX251" fmla="*/ 938600 w 11269336"/>
              <a:gd name="connsiteY251" fmla="*/ 2238113 h 2323145"/>
              <a:gd name="connsiteX252" fmla="*/ 791788 w 11269336"/>
              <a:gd name="connsiteY252" fmla="*/ 2293224 h 2323145"/>
              <a:gd name="connsiteX253" fmla="*/ 706914 w 11269336"/>
              <a:gd name="connsiteY253" fmla="*/ 2305046 h 2323145"/>
              <a:gd name="connsiteX254" fmla="*/ 675971 w 11269336"/>
              <a:gd name="connsiteY254" fmla="*/ 2304030 h 2323145"/>
              <a:gd name="connsiteX255" fmla="*/ 624180 w 11269336"/>
              <a:gd name="connsiteY255" fmla="*/ 2302650 h 2323145"/>
              <a:gd name="connsiteX256" fmla="*/ 583453 w 11269336"/>
              <a:gd name="connsiteY256" fmla="*/ 2288788 h 2323145"/>
              <a:gd name="connsiteX257" fmla="*/ 540946 w 11269336"/>
              <a:gd name="connsiteY257" fmla="*/ 2292721 h 2323145"/>
              <a:gd name="connsiteX258" fmla="*/ 533680 w 11269336"/>
              <a:gd name="connsiteY258" fmla="*/ 2310233 h 2323145"/>
              <a:gd name="connsiteX259" fmla="*/ 487366 w 11269336"/>
              <a:gd name="connsiteY259" fmla="*/ 2309053 h 2323145"/>
              <a:gd name="connsiteX260" fmla="*/ 416820 w 11269336"/>
              <a:gd name="connsiteY260" fmla="*/ 2305443 h 2323145"/>
              <a:gd name="connsiteX261" fmla="*/ 376805 w 11269336"/>
              <a:gd name="connsiteY261" fmla="*/ 2307647 h 2323145"/>
              <a:gd name="connsiteX262" fmla="*/ 266777 w 11269336"/>
              <a:gd name="connsiteY262" fmla="*/ 2309012 h 2323145"/>
              <a:gd name="connsiteX263" fmla="*/ 156013 w 11269336"/>
              <a:gd name="connsiteY263" fmla="*/ 2306832 h 2323145"/>
              <a:gd name="connsiteX264" fmla="*/ 87258 w 11269336"/>
              <a:gd name="connsiteY264" fmla="*/ 2285511 h 2323145"/>
              <a:gd name="connsiteX265" fmla="*/ 23798 w 11269336"/>
              <a:gd name="connsiteY265" fmla="*/ 2281822 h 2323145"/>
              <a:gd name="connsiteX266" fmla="*/ 0 w 11269336"/>
              <a:gd name="connsiteY266" fmla="*/ 2285369 h 2323145"/>
              <a:gd name="connsiteX267" fmla="*/ 0 w 11269336"/>
              <a:gd name="connsiteY26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795998 w 11269336"/>
              <a:gd name="connsiteY29" fmla="*/ 863337 h 2323145"/>
              <a:gd name="connsiteX30" fmla="*/ 8776970 w 11269336"/>
              <a:gd name="connsiteY30" fmla="*/ 885177 h 2323145"/>
              <a:gd name="connsiteX31" fmla="*/ 8755719 w 11269336"/>
              <a:gd name="connsiteY31" fmla="*/ 889754 h 2323145"/>
              <a:gd name="connsiteX32" fmla="*/ 8743257 w 11269336"/>
              <a:gd name="connsiteY32" fmla="*/ 904723 h 2323145"/>
              <a:gd name="connsiteX33" fmla="*/ 8721366 w 11269336"/>
              <a:gd name="connsiteY33" fmla="*/ 904711 h 2323145"/>
              <a:gd name="connsiteX34" fmla="*/ 8678353 w 11269336"/>
              <a:gd name="connsiteY34" fmla="*/ 926318 h 2323145"/>
              <a:gd name="connsiteX35" fmla="*/ 8636849 w 11269336"/>
              <a:gd name="connsiteY35" fmla="*/ 937900 h 2323145"/>
              <a:gd name="connsiteX36" fmla="*/ 8620213 w 11269336"/>
              <a:gd name="connsiteY36" fmla="*/ 943068 h 2323145"/>
              <a:gd name="connsiteX37" fmla="*/ 8612581 w 11269336"/>
              <a:gd name="connsiteY37" fmla="*/ 952695 h 2323145"/>
              <a:gd name="connsiteX38" fmla="*/ 8589038 w 11269336"/>
              <a:gd name="connsiteY38" fmla="*/ 963892 h 2323145"/>
              <a:gd name="connsiteX39" fmla="*/ 8579950 w 11269336"/>
              <a:gd name="connsiteY39" fmla="*/ 960899 h 2323145"/>
              <a:gd name="connsiteX40" fmla="*/ 8579319 w 11269336"/>
              <a:gd name="connsiteY40" fmla="*/ 965630 h 2323145"/>
              <a:gd name="connsiteX41" fmla="*/ 8547429 w 11269336"/>
              <a:gd name="connsiteY41" fmla="*/ 984506 h 2323145"/>
              <a:gd name="connsiteX42" fmla="*/ 8478704 w 11269336"/>
              <a:gd name="connsiteY42" fmla="*/ 1025490 h 2323145"/>
              <a:gd name="connsiteX43" fmla="*/ 8461421 w 11269336"/>
              <a:gd name="connsiteY43" fmla="*/ 1035512 h 2323145"/>
              <a:gd name="connsiteX44" fmla="*/ 8445003 w 11269336"/>
              <a:gd name="connsiteY44" fmla="*/ 1036851 h 2323145"/>
              <a:gd name="connsiteX45" fmla="*/ 8357350 w 11269336"/>
              <a:gd name="connsiteY45" fmla="*/ 1060213 h 2323145"/>
              <a:gd name="connsiteX46" fmla="*/ 8335565 w 11269336"/>
              <a:gd name="connsiteY46" fmla="*/ 1061151 h 2323145"/>
              <a:gd name="connsiteX47" fmla="*/ 8325267 w 11269336"/>
              <a:gd name="connsiteY47" fmla="*/ 1055919 h 2323145"/>
              <a:gd name="connsiteX48" fmla="*/ 8293586 w 11269336"/>
              <a:gd name="connsiteY48" fmla="*/ 1076144 h 2323145"/>
              <a:gd name="connsiteX49" fmla="*/ 8242405 w 11269336"/>
              <a:gd name="connsiteY49" fmla="*/ 1095960 h 2323145"/>
              <a:gd name="connsiteX50" fmla="*/ 8197391 w 11269336"/>
              <a:gd name="connsiteY50" fmla="*/ 1107746 h 2323145"/>
              <a:gd name="connsiteX51" fmla="*/ 8081474 w 11269336"/>
              <a:gd name="connsiteY51" fmla="*/ 1130125 h 2323145"/>
              <a:gd name="connsiteX52" fmla="*/ 8053585 w 11269336"/>
              <a:gd name="connsiteY52" fmla="*/ 1129169 h 2323145"/>
              <a:gd name="connsiteX53" fmla="*/ 8038422 w 11269336"/>
              <a:gd name="connsiteY53" fmla="*/ 1119092 h 2323145"/>
              <a:gd name="connsiteX54" fmla="*/ 8029450 w 11269336"/>
              <a:gd name="connsiteY54" fmla="*/ 1125592 h 2323145"/>
              <a:gd name="connsiteX55" fmla="*/ 7959552 w 11269336"/>
              <a:gd name="connsiteY55" fmla="*/ 1140188 h 2323145"/>
              <a:gd name="connsiteX56" fmla="*/ 7914188 w 11269336"/>
              <a:gd name="connsiteY56" fmla="*/ 1150862 h 2323145"/>
              <a:gd name="connsiteX57" fmla="*/ 7914918 w 11269336"/>
              <a:gd name="connsiteY57" fmla="*/ 1168758 h 2323145"/>
              <a:gd name="connsiteX58" fmla="*/ 7875510 w 11269336"/>
              <a:gd name="connsiteY58" fmla="*/ 1183153 h 2323145"/>
              <a:gd name="connsiteX59" fmla="*/ 7829932 w 11269336"/>
              <a:gd name="connsiteY59" fmla="*/ 1180782 h 2323145"/>
              <a:gd name="connsiteX60" fmla="*/ 7779182 w 11269336"/>
              <a:gd name="connsiteY60" fmla="*/ 1192665 h 2323145"/>
              <a:gd name="connsiteX61" fmla="*/ 7748774 w 11269336"/>
              <a:gd name="connsiteY61" fmla="*/ 1199586 h 2323145"/>
              <a:gd name="connsiteX62" fmla="*/ 7671846 w 11269336"/>
              <a:gd name="connsiteY62" fmla="*/ 1231966 h 2323145"/>
              <a:gd name="connsiteX63" fmla="*/ 7554146 w 11269336"/>
              <a:gd name="connsiteY63" fmla="*/ 1319748 h 2323145"/>
              <a:gd name="connsiteX64" fmla="*/ 7515052 w 11269336"/>
              <a:gd name="connsiteY64" fmla="*/ 1336718 h 2323145"/>
              <a:gd name="connsiteX65" fmla="*/ 7507193 w 11269336"/>
              <a:gd name="connsiteY65" fmla="*/ 1334617 h 2323145"/>
              <a:gd name="connsiteX66" fmla="*/ 7461694 w 11269336"/>
              <a:gd name="connsiteY66" fmla="*/ 1375866 h 2323145"/>
              <a:gd name="connsiteX67" fmla="*/ 7377571 w 11269336"/>
              <a:gd name="connsiteY67" fmla="*/ 1400128 h 2323145"/>
              <a:gd name="connsiteX68" fmla="*/ 7311261 w 11269336"/>
              <a:gd name="connsiteY68" fmla="*/ 1412652 h 2323145"/>
              <a:gd name="connsiteX69" fmla="*/ 7275307 w 11269336"/>
              <a:gd name="connsiteY69" fmla="*/ 1422171 h 2323145"/>
              <a:gd name="connsiteX70" fmla="*/ 7247783 w 11269336"/>
              <a:gd name="connsiteY70" fmla="*/ 1426330 h 2323145"/>
              <a:gd name="connsiteX71" fmla="*/ 7185047 w 11269336"/>
              <a:gd name="connsiteY71" fmla="*/ 1451812 h 2323145"/>
              <a:gd name="connsiteX72" fmla="*/ 7084117 w 11269336"/>
              <a:gd name="connsiteY72" fmla="*/ 1500281 h 2323145"/>
              <a:gd name="connsiteX73" fmla="*/ 7062011 w 11269336"/>
              <a:gd name="connsiteY73" fmla="*/ 1509183 h 2323145"/>
              <a:gd name="connsiteX74" fmla="*/ 7040555 w 11269336"/>
              <a:gd name="connsiteY74" fmla="*/ 1511207 h 2323145"/>
              <a:gd name="connsiteX75" fmla="*/ 7033438 w 11269336"/>
              <a:gd name="connsiteY75" fmla="*/ 1506772 h 2323145"/>
              <a:gd name="connsiteX76" fmla="*/ 7020886 w 11269336"/>
              <a:gd name="connsiteY76" fmla="*/ 1510764 h 2323145"/>
              <a:gd name="connsiteX77" fmla="*/ 7017033 w 11269336"/>
              <a:gd name="connsiteY77" fmla="*/ 1510650 h 2323145"/>
              <a:gd name="connsiteX78" fmla="*/ 6995460 w 11269336"/>
              <a:gd name="connsiteY78" fmla="*/ 1511173 h 2323145"/>
              <a:gd name="connsiteX79" fmla="*/ 6962144 w 11269336"/>
              <a:gd name="connsiteY79" fmla="*/ 1541508 h 2323145"/>
              <a:gd name="connsiteX80" fmla="*/ 6910674 w 11269336"/>
              <a:gd name="connsiteY80" fmla="*/ 1554793 h 2323145"/>
              <a:gd name="connsiteX81" fmla="*/ 6732152 w 11269336"/>
              <a:gd name="connsiteY81" fmla="*/ 1642538 h 2323145"/>
              <a:gd name="connsiteX82" fmla="*/ 6694106 w 11269336"/>
              <a:gd name="connsiteY82" fmla="*/ 1632377 h 2323145"/>
              <a:gd name="connsiteX83" fmla="*/ 6617223 w 11269336"/>
              <a:gd name="connsiteY83" fmla="*/ 1659889 h 2323145"/>
              <a:gd name="connsiteX84" fmla="*/ 6521138 w 11269336"/>
              <a:gd name="connsiteY84" fmla="*/ 1744340 h 2323145"/>
              <a:gd name="connsiteX85" fmla="*/ 6380677 w 11269336"/>
              <a:gd name="connsiteY85" fmla="*/ 1796883 h 2323145"/>
              <a:gd name="connsiteX86" fmla="*/ 6374897 w 11269336"/>
              <a:gd name="connsiteY86" fmla="*/ 1809910 h 2323145"/>
              <a:gd name="connsiteX87" fmla="*/ 6364545 w 11269336"/>
              <a:gd name="connsiteY87" fmla="*/ 1820090 h 2323145"/>
              <a:gd name="connsiteX88" fmla="*/ 6362126 w 11269336"/>
              <a:gd name="connsiteY88" fmla="*/ 1819991 h 2323145"/>
              <a:gd name="connsiteX89" fmla="*/ 6346673 w 11269336"/>
              <a:gd name="connsiteY89" fmla="*/ 1827824 h 2323145"/>
              <a:gd name="connsiteX90" fmla="*/ 6345588 w 11269336"/>
              <a:gd name="connsiteY90" fmla="*/ 1832232 h 2323145"/>
              <a:gd name="connsiteX91" fmla="*/ 6335708 w 11269336"/>
              <a:gd name="connsiteY91" fmla="*/ 1838451 h 2323145"/>
              <a:gd name="connsiteX92" fmla="*/ 6318182 w 11269336"/>
              <a:gd name="connsiteY92" fmla="*/ 1852975 h 2323145"/>
              <a:gd name="connsiteX93" fmla="*/ 6313084 w 11269336"/>
              <a:gd name="connsiteY93" fmla="*/ 1853561 h 2323145"/>
              <a:gd name="connsiteX94" fmla="*/ 6283816 w 11269336"/>
              <a:gd name="connsiteY94" fmla="*/ 1872148 h 2323145"/>
              <a:gd name="connsiteX95" fmla="*/ 6282550 w 11269336"/>
              <a:gd name="connsiteY95" fmla="*/ 1871392 h 2323145"/>
              <a:gd name="connsiteX96" fmla="*/ 6270527 w 11269336"/>
              <a:gd name="connsiteY96" fmla="*/ 1872208 h 2323145"/>
              <a:gd name="connsiteX97" fmla="*/ 6249518 w 11269336"/>
              <a:gd name="connsiteY97" fmla="*/ 1876079 h 2323145"/>
              <a:gd name="connsiteX98" fmla="*/ 6190386 w 11269336"/>
              <a:gd name="connsiteY98" fmla="*/ 1872478 h 2323145"/>
              <a:gd name="connsiteX99" fmla="*/ 6159777 w 11269336"/>
              <a:gd name="connsiteY99" fmla="*/ 1891745 h 2323145"/>
              <a:gd name="connsiteX100" fmla="*/ 6153131 w 11269336"/>
              <a:gd name="connsiteY100" fmla="*/ 1895079 h 2323145"/>
              <a:gd name="connsiteX101" fmla="*/ 6152798 w 11269336"/>
              <a:gd name="connsiteY101" fmla="*/ 1894920 h 2323145"/>
              <a:gd name="connsiteX102" fmla="*/ 6145388 w 11269336"/>
              <a:gd name="connsiteY102" fmla="*/ 1897990 h 2323145"/>
              <a:gd name="connsiteX103" fmla="*/ 6141014 w 11269336"/>
              <a:gd name="connsiteY103" fmla="*/ 1901155 h 2323145"/>
              <a:gd name="connsiteX104" fmla="*/ 6128122 w 11269336"/>
              <a:gd name="connsiteY104" fmla="*/ 1907623 h 2323145"/>
              <a:gd name="connsiteX105" fmla="*/ 6122351 w 11269336"/>
              <a:gd name="connsiteY105" fmla="*/ 1908359 h 2323145"/>
              <a:gd name="connsiteX106" fmla="*/ 6064750 w 11269336"/>
              <a:gd name="connsiteY106" fmla="*/ 1896394 h 2323145"/>
              <a:gd name="connsiteX107" fmla="*/ 5964230 w 11269336"/>
              <a:gd name="connsiteY107" fmla="*/ 1910038 h 2323145"/>
              <a:gd name="connsiteX108" fmla="*/ 5865399 w 11269336"/>
              <a:gd name="connsiteY108" fmla="*/ 1926966 h 2323145"/>
              <a:gd name="connsiteX109" fmla="*/ 5829951 w 11269336"/>
              <a:gd name="connsiteY109" fmla="*/ 1934755 h 2323145"/>
              <a:gd name="connsiteX110" fmla="*/ 5765285 w 11269336"/>
              <a:gd name="connsiteY110" fmla="*/ 1941322 h 2323145"/>
              <a:gd name="connsiteX111" fmla="*/ 5734750 w 11269336"/>
              <a:gd name="connsiteY111" fmla="*/ 1939793 h 2323145"/>
              <a:gd name="connsiteX112" fmla="*/ 5733569 w 11269336"/>
              <a:gd name="connsiteY112" fmla="*/ 1940505 h 2323145"/>
              <a:gd name="connsiteX113" fmla="*/ 5730329 w 11269336"/>
              <a:gd name="connsiteY113" fmla="*/ 1937845 h 2323145"/>
              <a:gd name="connsiteX114" fmla="*/ 5724661 w 11269336"/>
              <a:gd name="connsiteY114" fmla="*/ 1937455 h 2323145"/>
              <a:gd name="connsiteX115" fmla="*/ 5710186 w 11269336"/>
              <a:gd name="connsiteY115" fmla="*/ 1941370 h 2323145"/>
              <a:gd name="connsiteX116" fmla="*/ 5704910 w 11269336"/>
              <a:gd name="connsiteY116" fmla="*/ 1943663 h 2323145"/>
              <a:gd name="connsiteX117" fmla="*/ 5696836 w 11269336"/>
              <a:gd name="connsiteY117" fmla="*/ 1945271 h 2323145"/>
              <a:gd name="connsiteX118" fmla="*/ 5696583 w 11269336"/>
              <a:gd name="connsiteY118" fmla="*/ 1945050 h 2323145"/>
              <a:gd name="connsiteX119" fmla="*/ 5689123 w 11269336"/>
              <a:gd name="connsiteY119" fmla="*/ 1947067 h 2323145"/>
              <a:gd name="connsiteX120" fmla="*/ 5653291 w 11269336"/>
              <a:gd name="connsiteY120" fmla="*/ 1960245 h 2323145"/>
              <a:gd name="connsiteX121" fmla="*/ 5599385 w 11269336"/>
              <a:gd name="connsiteY121" fmla="*/ 1945198 h 2323145"/>
              <a:gd name="connsiteX122" fmla="*/ 5578300 w 11269336"/>
              <a:gd name="connsiteY122" fmla="*/ 1944963 h 2323145"/>
              <a:gd name="connsiteX123" fmla="*/ 5566758 w 11269336"/>
              <a:gd name="connsiteY123" fmla="*/ 1943441 h 2323145"/>
              <a:gd name="connsiteX124" fmla="*/ 5565857 w 11269336"/>
              <a:gd name="connsiteY124" fmla="*/ 1942445 h 2323145"/>
              <a:gd name="connsiteX125" fmla="*/ 5531534 w 11269336"/>
              <a:gd name="connsiteY125" fmla="*/ 1955208 h 2323145"/>
              <a:gd name="connsiteX126" fmla="*/ 5526552 w 11269336"/>
              <a:gd name="connsiteY126" fmla="*/ 1954799 h 2323145"/>
              <a:gd name="connsiteX127" fmla="*/ 5504723 w 11269336"/>
              <a:gd name="connsiteY127" fmla="*/ 1965811 h 2323145"/>
              <a:gd name="connsiteX128" fmla="*/ 5493156 w 11269336"/>
              <a:gd name="connsiteY128" fmla="*/ 1970063 h 2323145"/>
              <a:gd name="connsiteX129" fmla="*/ 5490486 w 11269336"/>
              <a:gd name="connsiteY129" fmla="*/ 1974227 h 2323145"/>
              <a:gd name="connsiteX130" fmla="*/ 5473107 w 11269336"/>
              <a:gd name="connsiteY130" fmla="*/ 1979001 h 2323145"/>
              <a:gd name="connsiteX131" fmla="*/ 5470885 w 11269336"/>
              <a:gd name="connsiteY131" fmla="*/ 1978432 h 2323145"/>
              <a:gd name="connsiteX132" fmla="*/ 5457393 w 11269336"/>
              <a:gd name="connsiteY132" fmla="*/ 1986525 h 2323145"/>
              <a:gd name="connsiteX133" fmla="*/ 5447102 w 11269336"/>
              <a:gd name="connsiteY133" fmla="*/ 1998329 h 2323145"/>
              <a:gd name="connsiteX134" fmla="*/ 5159151 w 11269336"/>
              <a:gd name="connsiteY134" fmla="*/ 2029640 h 2323145"/>
              <a:gd name="connsiteX135" fmla="*/ 5041688 w 11269336"/>
              <a:gd name="connsiteY135" fmla="*/ 2022334 h 2323145"/>
              <a:gd name="connsiteX136" fmla="*/ 4860988 w 11269336"/>
              <a:gd name="connsiteY136" fmla="*/ 2135698 h 2323145"/>
              <a:gd name="connsiteX137" fmla="*/ 4807902 w 11269336"/>
              <a:gd name="connsiteY137" fmla="*/ 2138894 h 2323145"/>
              <a:gd name="connsiteX138" fmla="*/ 4765388 w 11269336"/>
              <a:gd name="connsiteY138" fmla="*/ 2162525 h 2323145"/>
              <a:gd name="connsiteX139" fmla="*/ 4745033 w 11269336"/>
              <a:gd name="connsiteY139" fmla="*/ 2158859 h 2323145"/>
              <a:gd name="connsiteX140" fmla="*/ 4741475 w 11269336"/>
              <a:gd name="connsiteY140" fmla="*/ 2157998 h 2323145"/>
              <a:gd name="connsiteX141" fmla="*/ 4728247 w 11269336"/>
              <a:gd name="connsiteY141" fmla="*/ 2159526 h 2323145"/>
              <a:gd name="connsiteX142" fmla="*/ 4723263 w 11269336"/>
              <a:gd name="connsiteY142" fmla="*/ 2153742 h 2323145"/>
              <a:gd name="connsiteX143" fmla="*/ 4702453 w 11269336"/>
              <a:gd name="connsiteY143" fmla="*/ 2151586 h 2323145"/>
              <a:gd name="connsiteX144" fmla="*/ 4678455 w 11269336"/>
              <a:gd name="connsiteY144" fmla="*/ 2156131 h 2323145"/>
              <a:gd name="connsiteX145" fmla="*/ 4593061 w 11269336"/>
              <a:gd name="connsiteY145" fmla="*/ 2171597 h 2323145"/>
              <a:gd name="connsiteX146" fmla="*/ 4579902 w 11269336"/>
              <a:gd name="connsiteY146" fmla="*/ 2177927 h 2323145"/>
              <a:gd name="connsiteX147" fmla="*/ 4533444 w 11269336"/>
              <a:gd name="connsiteY147" fmla="*/ 2181200 h 2323145"/>
              <a:gd name="connsiteX148" fmla="*/ 4492832 w 11269336"/>
              <a:gd name="connsiteY148" fmla="*/ 2188033 h 2323145"/>
              <a:gd name="connsiteX149" fmla="*/ 4467257 w 11269336"/>
              <a:gd name="connsiteY149" fmla="*/ 2196121 h 2323145"/>
              <a:gd name="connsiteX150" fmla="*/ 4459937 w 11269336"/>
              <a:gd name="connsiteY150" fmla="*/ 2195182 h 2323145"/>
              <a:gd name="connsiteX151" fmla="*/ 4433312 w 11269336"/>
              <a:gd name="connsiteY151" fmla="*/ 2199004 h 2323145"/>
              <a:gd name="connsiteX152" fmla="*/ 4420601 w 11269336"/>
              <a:gd name="connsiteY152" fmla="*/ 2205158 h 2323145"/>
              <a:gd name="connsiteX153" fmla="*/ 4405765 w 11269336"/>
              <a:gd name="connsiteY153" fmla="*/ 2199902 h 2323145"/>
              <a:gd name="connsiteX154" fmla="*/ 4401354 w 11269336"/>
              <a:gd name="connsiteY154" fmla="*/ 2194745 h 2323145"/>
              <a:gd name="connsiteX155" fmla="*/ 4383151 w 11269336"/>
              <a:gd name="connsiteY155" fmla="*/ 2201140 h 2323145"/>
              <a:gd name="connsiteX156" fmla="*/ 4366646 w 11269336"/>
              <a:gd name="connsiteY156" fmla="*/ 2198564 h 2323145"/>
              <a:gd name="connsiteX157" fmla="*/ 4354009 w 11269336"/>
              <a:gd name="connsiteY157" fmla="*/ 2204984 h 2323145"/>
              <a:gd name="connsiteX158" fmla="*/ 4348284 w 11269336"/>
              <a:gd name="connsiteY158" fmla="*/ 2205270 h 2323145"/>
              <a:gd name="connsiteX159" fmla="*/ 4333906 w 11269336"/>
              <a:gd name="connsiteY159" fmla="*/ 2205251 h 2323145"/>
              <a:gd name="connsiteX160" fmla="*/ 4308819 w 11269336"/>
              <a:gd name="connsiteY160" fmla="*/ 2203822 h 2323145"/>
              <a:gd name="connsiteX161" fmla="*/ 4301210 w 11269336"/>
              <a:gd name="connsiteY161" fmla="*/ 2204456 h 2323145"/>
              <a:gd name="connsiteX162" fmla="*/ 4283095 w 11269336"/>
              <a:gd name="connsiteY162" fmla="*/ 2198177 h 2323145"/>
              <a:gd name="connsiteX163" fmla="*/ 4250119 w 11269336"/>
              <a:gd name="connsiteY163" fmla="*/ 2196342 h 2323145"/>
              <a:gd name="connsiteX164" fmla="*/ 4189203 w 11269336"/>
              <a:gd name="connsiteY164" fmla="*/ 2178994 h 2323145"/>
              <a:gd name="connsiteX165" fmla="*/ 4154035 w 11269336"/>
              <a:gd name="connsiteY165" fmla="*/ 2171950 h 2323145"/>
              <a:gd name="connsiteX166" fmla="*/ 4129569 w 11269336"/>
              <a:gd name="connsiteY166" fmla="*/ 2163850 h 2323145"/>
              <a:gd name="connsiteX167" fmla="*/ 4061250 w 11269336"/>
              <a:gd name="connsiteY167" fmla="*/ 2159236 h 2323145"/>
              <a:gd name="connsiteX168" fmla="*/ 3945480 w 11269336"/>
              <a:gd name="connsiteY168" fmla="*/ 2158279 h 2323145"/>
              <a:gd name="connsiteX169" fmla="*/ 3921468 w 11269336"/>
              <a:gd name="connsiteY169" fmla="*/ 2156588 h 2323145"/>
              <a:gd name="connsiteX170" fmla="*/ 3903348 w 11269336"/>
              <a:gd name="connsiteY170" fmla="*/ 2149220 h 2323145"/>
              <a:gd name="connsiteX171" fmla="*/ 3901342 w 11269336"/>
              <a:gd name="connsiteY171" fmla="*/ 2142355 h 2323145"/>
              <a:gd name="connsiteX172" fmla="*/ 3888539 w 11269336"/>
              <a:gd name="connsiteY172" fmla="*/ 2140476 h 2323145"/>
              <a:gd name="connsiteX173" fmla="*/ 3885662 w 11269336"/>
              <a:gd name="connsiteY173" fmla="*/ 2138740 h 2323145"/>
              <a:gd name="connsiteX174" fmla="*/ 3868627 w 11269336"/>
              <a:gd name="connsiteY174" fmla="*/ 2130023 h 2323145"/>
              <a:gd name="connsiteX175" fmla="*/ 3819177 w 11269336"/>
              <a:gd name="connsiteY175" fmla="*/ 2142111 h 2323145"/>
              <a:gd name="connsiteX176" fmla="*/ 3769100 w 11269336"/>
              <a:gd name="connsiteY176" fmla="*/ 2131731 h 2323145"/>
              <a:gd name="connsiteX177" fmla="*/ 3562752 w 11269336"/>
              <a:gd name="connsiteY177" fmla="*/ 2131785 h 2323145"/>
              <a:gd name="connsiteX178" fmla="*/ 3541402 w 11269336"/>
              <a:gd name="connsiteY178" fmla="*/ 2106821 h 2323145"/>
              <a:gd name="connsiteX179" fmla="*/ 3365341 w 11269336"/>
              <a:gd name="connsiteY179" fmla="*/ 2077638 h 2323145"/>
              <a:gd name="connsiteX180" fmla="*/ 3170922 w 11269336"/>
              <a:gd name="connsiteY180" fmla="*/ 2115957 h 2323145"/>
              <a:gd name="connsiteX181" fmla="*/ 3156256 w 11269336"/>
              <a:gd name="connsiteY181" fmla="*/ 2124773 h 2323145"/>
              <a:gd name="connsiteX182" fmla="*/ 3140298 w 11269336"/>
              <a:gd name="connsiteY182" fmla="*/ 2129182 h 2323145"/>
              <a:gd name="connsiteX183" fmla="*/ 3138514 w 11269336"/>
              <a:gd name="connsiteY183" fmla="*/ 2128069 h 2323145"/>
              <a:gd name="connsiteX184" fmla="*/ 3120467 w 11269336"/>
              <a:gd name="connsiteY184" fmla="*/ 2128281 h 2323145"/>
              <a:gd name="connsiteX185" fmla="*/ 3116175 w 11269336"/>
              <a:gd name="connsiteY185" fmla="*/ 2131633 h 2323145"/>
              <a:gd name="connsiteX186" fmla="*/ 3103685 w 11269336"/>
              <a:gd name="connsiteY186" fmla="*/ 2132814 h 2323145"/>
              <a:gd name="connsiteX187" fmla="*/ 3078794 w 11269336"/>
              <a:gd name="connsiteY187" fmla="*/ 2137935 h 2323145"/>
              <a:gd name="connsiteX188" fmla="*/ 3074407 w 11269336"/>
              <a:gd name="connsiteY188" fmla="*/ 2136274 h 2323145"/>
              <a:gd name="connsiteX189" fmla="*/ 3037285 w 11269336"/>
              <a:gd name="connsiteY189" fmla="*/ 2139919 h 2323145"/>
              <a:gd name="connsiteX190" fmla="*/ 3036901 w 11269336"/>
              <a:gd name="connsiteY190" fmla="*/ 2138726 h 2323145"/>
              <a:gd name="connsiteX191" fmla="*/ 3026996 w 11269336"/>
              <a:gd name="connsiteY191" fmla="*/ 2134322 h 2323145"/>
              <a:gd name="connsiteX192" fmla="*/ 3007772 w 11269336"/>
              <a:gd name="connsiteY192" fmla="*/ 2128742 h 2323145"/>
              <a:gd name="connsiteX193" fmla="*/ 2965030 w 11269336"/>
              <a:gd name="connsiteY193" fmla="*/ 2100494 h 2323145"/>
              <a:gd name="connsiteX194" fmla="*/ 2926342 w 11269336"/>
              <a:gd name="connsiteY194" fmla="*/ 2104155 h 2323145"/>
              <a:gd name="connsiteX195" fmla="*/ 2918608 w 11269336"/>
              <a:gd name="connsiteY195" fmla="*/ 2104215 h 2323145"/>
              <a:gd name="connsiteX196" fmla="*/ 2918475 w 11269336"/>
              <a:gd name="connsiteY196" fmla="*/ 2103937 h 2323145"/>
              <a:gd name="connsiteX197" fmla="*/ 2910360 w 11269336"/>
              <a:gd name="connsiteY197" fmla="*/ 2103444 h 2323145"/>
              <a:gd name="connsiteX198" fmla="*/ 2904507 w 11269336"/>
              <a:gd name="connsiteY198" fmla="*/ 2104326 h 2323145"/>
              <a:gd name="connsiteX199" fmla="*/ 2889503 w 11269336"/>
              <a:gd name="connsiteY199" fmla="*/ 2104443 h 2323145"/>
              <a:gd name="connsiteX200" fmla="*/ 2884480 w 11269336"/>
              <a:gd name="connsiteY200" fmla="*/ 2102626 h 2323145"/>
              <a:gd name="connsiteX201" fmla="*/ 2882689 w 11269336"/>
              <a:gd name="connsiteY201" fmla="*/ 2099228 h 2323145"/>
              <a:gd name="connsiteX202" fmla="*/ 2881291 w 11269336"/>
              <a:gd name="connsiteY202" fmla="*/ 2099618 h 2323145"/>
              <a:gd name="connsiteX203" fmla="*/ 2853979 w 11269336"/>
              <a:gd name="connsiteY203" fmla="*/ 2090388 h 2323145"/>
              <a:gd name="connsiteX204" fmla="*/ 2791790 w 11269336"/>
              <a:gd name="connsiteY204" fmla="*/ 2080332 h 2323145"/>
              <a:gd name="connsiteX205" fmla="*/ 2755844 w 11269336"/>
              <a:gd name="connsiteY205" fmla="*/ 2078874 h 2323145"/>
              <a:gd name="connsiteX206" fmla="*/ 2657742 w 11269336"/>
              <a:gd name="connsiteY206" fmla="*/ 2070179 h 2323145"/>
              <a:gd name="connsiteX207" fmla="*/ 2559549 w 11269336"/>
              <a:gd name="connsiteY207" fmla="*/ 2057873 h 2323145"/>
              <a:gd name="connsiteX208" fmla="*/ 2512054 w 11269336"/>
              <a:gd name="connsiteY208" fmla="*/ 2031671 h 2323145"/>
              <a:gd name="connsiteX209" fmla="*/ 2506437 w 11269336"/>
              <a:gd name="connsiteY209" fmla="*/ 2030918 h 2323145"/>
              <a:gd name="connsiteX210" fmla="*/ 2491752 w 11269336"/>
              <a:gd name="connsiteY210" fmla="*/ 2033906 h 2323145"/>
              <a:gd name="connsiteX211" fmla="*/ 2486338 w 11269336"/>
              <a:gd name="connsiteY211" fmla="*/ 2035862 h 2323145"/>
              <a:gd name="connsiteX212" fmla="*/ 2478186 w 11269336"/>
              <a:gd name="connsiteY212" fmla="*/ 2036953 h 2323145"/>
              <a:gd name="connsiteX213" fmla="*/ 2477950 w 11269336"/>
              <a:gd name="connsiteY213" fmla="*/ 2036715 h 2323145"/>
              <a:gd name="connsiteX214" fmla="*/ 2470381 w 11269336"/>
              <a:gd name="connsiteY214" fmla="*/ 2038256 h 2323145"/>
              <a:gd name="connsiteX215" fmla="*/ 2433781 w 11269336"/>
              <a:gd name="connsiteY215" fmla="*/ 2049140 h 2323145"/>
              <a:gd name="connsiteX216" fmla="*/ 2381172 w 11269336"/>
              <a:gd name="connsiteY216" fmla="*/ 2030645 h 2323145"/>
              <a:gd name="connsiteX217" fmla="*/ 2360198 w 11269336"/>
              <a:gd name="connsiteY217" fmla="*/ 2029059 h 2323145"/>
              <a:gd name="connsiteX218" fmla="*/ 2348815 w 11269336"/>
              <a:gd name="connsiteY218" fmla="*/ 2026798 h 2323145"/>
              <a:gd name="connsiteX219" fmla="*/ 2347988 w 11269336"/>
              <a:gd name="connsiteY219" fmla="*/ 2025745 h 2323145"/>
              <a:gd name="connsiteX220" fmla="*/ 2312920 w 11269336"/>
              <a:gd name="connsiteY220" fmla="*/ 2036311 h 2323145"/>
              <a:gd name="connsiteX221" fmla="*/ 2307986 w 11269336"/>
              <a:gd name="connsiteY221" fmla="*/ 2035583 h 2323145"/>
              <a:gd name="connsiteX222" fmla="*/ 2285481 w 11269336"/>
              <a:gd name="connsiteY222" fmla="*/ 2045197 h 2323145"/>
              <a:gd name="connsiteX223" fmla="*/ 2273666 w 11269336"/>
              <a:gd name="connsiteY223" fmla="*/ 2048710 h 2323145"/>
              <a:gd name="connsiteX224" fmla="*/ 2270719 w 11269336"/>
              <a:gd name="connsiteY224" fmla="*/ 2052702 h 2323145"/>
              <a:gd name="connsiteX225" fmla="*/ 2253080 w 11269336"/>
              <a:gd name="connsiteY225" fmla="*/ 2056363 h 2323145"/>
              <a:gd name="connsiteX226" fmla="*/ 2250906 w 11269336"/>
              <a:gd name="connsiteY226" fmla="*/ 2055654 h 2323145"/>
              <a:gd name="connsiteX227" fmla="*/ 2236905 w 11269336"/>
              <a:gd name="connsiteY227" fmla="*/ 2062882 h 2323145"/>
              <a:gd name="connsiteX228" fmla="*/ 2225830 w 11269336"/>
              <a:gd name="connsiteY228" fmla="*/ 2074027 h 2323145"/>
              <a:gd name="connsiteX229" fmla="*/ 2073776 w 11269336"/>
              <a:gd name="connsiteY229" fmla="*/ 2089244 h 2323145"/>
              <a:gd name="connsiteX230" fmla="*/ 1948256 w 11269336"/>
              <a:gd name="connsiteY230" fmla="*/ 2146616 h 2323145"/>
              <a:gd name="connsiteX231" fmla="*/ 1865582 w 11269336"/>
              <a:gd name="connsiteY231" fmla="*/ 2153738 h 2323145"/>
              <a:gd name="connsiteX232" fmla="*/ 1835210 w 11269336"/>
              <a:gd name="connsiteY232" fmla="*/ 2134244 h 2323145"/>
              <a:gd name="connsiteX233" fmla="*/ 1632661 w 11269336"/>
              <a:gd name="connsiteY233" fmla="*/ 2173882 h 2323145"/>
              <a:gd name="connsiteX234" fmla="*/ 1579590 w 11269336"/>
              <a:gd name="connsiteY234" fmla="*/ 2173680 h 2323145"/>
              <a:gd name="connsiteX235" fmla="*/ 1535601 w 11269336"/>
              <a:gd name="connsiteY235" fmla="*/ 2194590 h 2323145"/>
              <a:gd name="connsiteX236" fmla="*/ 1515594 w 11269336"/>
              <a:gd name="connsiteY236" fmla="*/ 2189622 h 2323145"/>
              <a:gd name="connsiteX237" fmla="*/ 1512113 w 11269336"/>
              <a:gd name="connsiteY237" fmla="*/ 2188534 h 2323145"/>
              <a:gd name="connsiteX238" fmla="*/ 1498838 w 11269336"/>
              <a:gd name="connsiteY238" fmla="*/ 2189213 h 2323145"/>
              <a:gd name="connsiteX239" fmla="*/ 1494279 w 11269336"/>
              <a:gd name="connsiteY239" fmla="*/ 2183112 h 2323145"/>
              <a:gd name="connsiteX240" fmla="*/ 1473714 w 11269336"/>
              <a:gd name="connsiteY240" fmla="*/ 2179625 h 2323145"/>
              <a:gd name="connsiteX241" fmla="*/ 1449503 w 11269336"/>
              <a:gd name="connsiteY241" fmla="*/ 2182633 h 2323145"/>
              <a:gd name="connsiteX242" fmla="*/ 1266687 w 11269336"/>
              <a:gd name="connsiteY242" fmla="*/ 2212688 h 2323145"/>
              <a:gd name="connsiteX243" fmla="*/ 1239614 w 11269336"/>
              <a:gd name="connsiteY243" fmla="*/ 2209727 h 2323145"/>
              <a:gd name="connsiteX244" fmla="*/ 1202436 w 11269336"/>
              <a:gd name="connsiteY244" fmla="*/ 2209817 h 2323145"/>
              <a:gd name="connsiteX245" fmla="*/ 1136097 w 11269336"/>
              <a:gd name="connsiteY245" fmla="*/ 2205112 h 2323145"/>
              <a:gd name="connsiteX246" fmla="*/ 988232 w 11269336"/>
              <a:gd name="connsiteY246" fmla="*/ 2235635 h 2323145"/>
              <a:gd name="connsiteX247" fmla="*/ 981959 w 11269336"/>
              <a:gd name="connsiteY247" fmla="*/ 2231607 h 2323145"/>
              <a:gd name="connsiteX248" fmla="*/ 938600 w 11269336"/>
              <a:gd name="connsiteY248" fmla="*/ 2238113 h 2323145"/>
              <a:gd name="connsiteX249" fmla="*/ 791788 w 11269336"/>
              <a:gd name="connsiteY249" fmla="*/ 2293224 h 2323145"/>
              <a:gd name="connsiteX250" fmla="*/ 706914 w 11269336"/>
              <a:gd name="connsiteY250" fmla="*/ 2305046 h 2323145"/>
              <a:gd name="connsiteX251" fmla="*/ 675971 w 11269336"/>
              <a:gd name="connsiteY251" fmla="*/ 2304030 h 2323145"/>
              <a:gd name="connsiteX252" fmla="*/ 624180 w 11269336"/>
              <a:gd name="connsiteY252" fmla="*/ 2302650 h 2323145"/>
              <a:gd name="connsiteX253" fmla="*/ 583453 w 11269336"/>
              <a:gd name="connsiteY253" fmla="*/ 2288788 h 2323145"/>
              <a:gd name="connsiteX254" fmla="*/ 540946 w 11269336"/>
              <a:gd name="connsiteY254" fmla="*/ 2292721 h 2323145"/>
              <a:gd name="connsiteX255" fmla="*/ 533680 w 11269336"/>
              <a:gd name="connsiteY255" fmla="*/ 2310233 h 2323145"/>
              <a:gd name="connsiteX256" fmla="*/ 487366 w 11269336"/>
              <a:gd name="connsiteY256" fmla="*/ 2309053 h 2323145"/>
              <a:gd name="connsiteX257" fmla="*/ 416820 w 11269336"/>
              <a:gd name="connsiteY257" fmla="*/ 2305443 h 2323145"/>
              <a:gd name="connsiteX258" fmla="*/ 376805 w 11269336"/>
              <a:gd name="connsiteY258" fmla="*/ 2307647 h 2323145"/>
              <a:gd name="connsiteX259" fmla="*/ 266777 w 11269336"/>
              <a:gd name="connsiteY259" fmla="*/ 2309012 h 2323145"/>
              <a:gd name="connsiteX260" fmla="*/ 156013 w 11269336"/>
              <a:gd name="connsiteY260" fmla="*/ 2306832 h 2323145"/>
              <a:gd name="connsiteX261" fmla="*/ 87258 w 11269336"/>
              <a:gd name="connsiteY261" fmla="*/ 2285511 h 2323145"/>
              <a:gd name="connsiteX262" fmla="*/ 23798 w 11269336"/>
              <a:gd name="connsiteY262" fmla="*/ 2281822 h 2323145"/>
              <a:gd name="connsiteX263" fmla="*/ 0 w 11269336"/>
              <a:gd name="connsiteY263" fmla="*/ 2285369 h 2323145"/>
              <a:gd name="connsiteX264" fmla="*/ 0 w 11269336"/>
              <a:gd name="connsiteY26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9062863 w 11269336"/>
              <a:gd name="connsiteY22" fmla="*/ 754656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33444 w 11269336"/>
              <a:gd name="connsiteY144" fmla="*/ 2181200 h 2323145"/>
              <a:gd name="connsiteX145" fmla="*/ 4492832 w 11269336"/>
              <a:gd name="connsiteY145" fmla="*/ 2188033 h 2323145"/>
              <a:gd name="connsiteX146" fmla="*/ 4467257 w 11269336"/>
              <a:gd name="connsiteY146" fmla="*/ 2196121 h 2323145"/>
              <a:gd name="connsiteX147" fmla="*/ 4459937 w 11269336"/>
              <a:gd name="connsiteY147" fmla="*/ 2195182 h 2323145"/>
              <a:gd name="connsiteX148" fmla="*/ 4433312 w 11269336"/>
              <a:gd name="connsiteY148" fmla="*/ 2199004 h 2323145"/>
              <a:gd name="connsiteX149" fmla="*/ 4420601 w 11269336"/>
              <a:gd name="connsiteY149" fmla="*/ 2205158 h 2323145"/>
              <a:gd name="connsiteX150" fmla="*/ 4405765 w 11269336"/>
              <a:gd name="connsiteY150" fmla="*/ 2199902 h 2323145"/>
              <a:gd name="connsiteX151" fmla="*/ 4401354 w 11269336"/>
              <a:gd name="connsiteY151" fmla="*/ 2194745 h 2323145"/>
              <a:gd name="connsiteX152" fmla="*/ 4383151 w 11269336"/>
              <a:gd name="connsiteY152" fmla="*/ 2201140 h 2323145"/>
              <a:gd name="connsiteX153" fmla="*/ 4366646 w 11269336"/>
              <a:gd name="connsiteY153" fmla="*/ 2198564 h 2323145"/>
              <a:gd name="connsiteX154" fmla="*/ 4354009 w 11269336"/>
              <a:gd name="connsiteY154" fmla="*/ 2204984 h 2323145"/>
              <a:gd name="connsiteX155" fmla="*/ 4348284 w 11269336"/>
              <a:gd name="connsiteY155" fmla="*/ 2205270 h 2323145"/>
              <a:gd name="connsiteX156" fmla="*/ 4333906 w 11269336"/>
              <a:gd name="connsiteY156" fmla="*/ 2205251 h 2323145"/>
              <a:gd name="connsiteX157" fmla="*/ 4308819 w 11269336"/>
              <a:gd name="connsiteY157" fmla="*/ 2203822 h 2323145"/>
              <a:gd name="connsiteX158" fmla="*/ 4301210 w 11269336"/>
              <a:gd name="connsiteY158" fmla="*/ 2204456 h 2323145"/>
              <a:gd name="connsiteX159" fmla="*/ 4283095 w 11269336"/>
              <a:gd name="connsiteY159" fmla="*/ 2198177 h 2323145"/>
              <a:gd name="connsiteX160" fmla="*/ 4250119 w 11269336"/>
              <a:gd name="connsiteY160" fmla="*/ 2196342 h 2323145"/>
              <a:gd name="connsiteX161" fmla="*/ 4189203 w 11269336"/>
              <a:gd name="connsiteY161" fmla="*/ 2178994 h 2323145"/>
              <a:gd name="connsiteX162" fmla="*/ 4154035 w 11269336"/>
              <a:gd name="connsiteY162" fmla="*/ 2171950 h 2323145"/>
              <a:gd name="connsiteX163" fmla="*/ 4129569 w 11269336"/>
              <a:gd name="connsiteY163" fmla="*/ 2163850 h 2323145"/>
              <a:gd name="connsiteX164" fmla="*/ 4061250 w 11269336"/>
              <a:gd name="connsiteY164" fmla="*/ 2159236 h 2323145"/>
              <a:gd name="connsiteX165" fmla="*/ 3945480 w 11269336"/>
              <a:gd name="connsiteY165" fmla="*/ 2158279 h 2323145"/>
              <a:gd name="connsiteX166" fmla="*/ 3921468 w 11269336"/>
              <a:gd name="connsiteY166" fmla="*/ 2156588 h 2323145"/>
              <a:gd name="connsiteX167" fmla="*/ 3903348 w 11269336"/>
              <a:gd name="connsiteY167" fmla="*/ 2149220 h 2323145"/>
              <a:gd name="connsiteX168" fmla="*/ 3901342 w 11269336"/>
              <a:gd name="connsiteY168" fmla="*/ 2142355 h 2323145"/>
              <a:gd name="connsiteX169" fmla="*/ 3888539 w 11269336"/>
              <a:gd name="connsiteY169" fmla="*/ 2140476 h 2323145"/>
              <a:gd name="connsiteX170" fmla="*/ 3885662 w 11269336"/>
              <a:gd name="connsiteY170" fmla="*/ 2138740 h 2323145"/>
              <a:gd name="connsiteX171" fmla="*/ 3868627 w 11269336"/>
              <a:gd name="connsiteY171" fmla="*/ 2130023 h 2323145"/>
              <a:gd name="connsiteX172" fmla="*/ 3819177 w 11269336"/>
              <a:gd name="connsiteY172" fmla="*/ 2142111 h 2323145"/>
              <a:gd name="connsiteX173" fmla="*/ 3769100 w 11269336"/>
              <a:gd name="connsiteY173" fmla="*/ 2131731 h 2323145"/>
              <a:gd name="connsiteX174" fmla="*/ 3562752 w 11269336"/>
              <a:gd name="connsiteY174" fmla="*/ 2131785 h 2323145"/>
              <a:gd name="connsiteX175" fmla="*/ 3541402 w 11269336"/>
              <a:gd name="connsiteY175" fmla="*/ 2106821 h 2323145"/>
              <a:gd name="connsiteX176" fmla="*/ 3365341 w 11269336"/>
              <a:gd name="connsiteY176" fmla="*/ 2077638 h 2323145"/>
              <a:gd name="connsiteX177" fmla="*/ 3170922 w 11269336"/>
              <a:gd name="connsiteY177" fmla="*/ 2115957 h 2323145"/>
              <a:gd name="connsiteX178" fmla="*/ 3156256 w 11269336"/>
              <a:gd name="connsiteY178" fmla="*/ 2124773 h 2323145"/>
              <a:gd name="connsiteX179" fmla="*/ 3140298 w 11269336"/>
              <a:gd name="connsiteY179" fmla="*/ 2129182 h 2323145"/>
              <a:gd name="connsiteX180" fmla="*/ 3138514 w 11269336"/>
              <a:gd name="connsiteY180" fmla="*/ 2128069 h 2323145"/>
              <a:gd name="connsiteX181" fmla="*/ 3120467 w 11269336"/>
              <a:gd name="connsiteY181" fmla="*/ 2128281 h 2323145"/>
              <a:gd name="connsiteX182" fmla="*/ 3116175 w 11269336"/>
              <a:gd name="connsiteY182" fmla="*/ 2131633 h 2323145"/>
              <a:gd name="connsiteX183" fmla="*/ 3103685 w 11269336"/>
              <a:gd name="connsiteY183" fmla="*/ 2132814 h 2323145"/>
              <a:gd name="connsiteX184" fmla="*/ 3078794 w 11269336"/>
              <a:gd name="connsiteY184" fmla="*/ 2137935 h 2323145"/>
              <a:gd name="connsiteX185" fmla="*/ 3074407 w 11269336"/>
              <a:gd name="connsiteY185" fmla="*/ 2136274 h 2323145"/>
              <a:gd name="connsiteX186" fmla="*/ 3037285 w 11269336"/>
              <a:gd name="connsiteY186" fmla="*/ 2139919 h 2323145"/>
              <a:gd name="connsiteX187" fmla="*/ 3036901 w 11269336"/>
              <a:gd name="connsiteY187" fmla="*/ 2138726 h 2323145"/>
              <a:gd name="connsiteX188" fmla="*/ 3026996 w 11269336"/>
              <a:gd name="connsiteY188" fmla="*/ 2134322 h 2323145"/>
              <a:gd name="connsiteX189" fmla="*/ 3007772 w 11269336"/>
              <a:gd name="connsiteY189" fmla="*/ 2128742 h 2323145"/>
              <a:gd name="connsiteX190" fmla="*/ 2965030 w 11269336"/>
              <a:gd name="connsiteY190" fmla="*/ 2100494 h 2323145"/>
              <a:gd name="connsiteX191" fmla="*/ 2926342 w 11269336"/>
              <a:gd name="connsiteY191" fmla="*/ 2104155 h 2323145"/>
              <a:gd name="connsiteX192" fmla="*/ 2918608 w 11269336"/>
              <a:gd name="connsiteY192" fmla="*/ 2104215 h 2323145"/>
              <a:gd name="connsiteX193" fmla="*/ 2918475 w 11269336"/>
              <a:gd name="connsiteY193" fmla="*/ 2103937 h 2323145"/>
              <a:gd name="connsiteX194" fmla="*/ 2910360 w 11269336"/>
              <a:gd name="connsiteY194" fmla="*/ 2103444 h 2323145"/>
              <a:gd name="connsiteX195" fmla="*/ 2904507 w 11269336"/>
              <a:gd name="connsiteY195" fmla="*/ 2104326 h 2323145"/>
              <a:gd name="connsiteX196" fmla="*/ 2889503 w 11269336"/>
              <a:gd name="connsiteY196" fmla="*/ 2104443 h 2323145"/>
              <a:gd name="connsiteX197" fmla="*/ 2884480 w 11269336"/>
              <a:gd name="connsiteY197" fmla="*/ 2102626 h 2323145"/>
              <a:gd name="connsiteX198" fmla="*/ 2882689 w 11269336"/>
              <a:gd name="connsiteY198" fmla="*/ 2099228 h 2323145"/>
              <a:gd name="connsiteX199" fmla="*/ 2881291 w 11269336"/>
              <a:gd name="connsiteY199" fmla="*/ 2099618 h 2323145"/>
              <a:gd name="connsiteX200" fmla="*/ 2853979 w 11269336"/>
              <a:gd name="connsiteY200" fmla="*/ 2090388 h 2323145"/>
              <a:gd name="connsiteX201" fmla="*/ 2791790 w 11269336"/>
              <a:gd name="connsiteY201" fmla="*/ 2080332 h 2323145"/>
              <a:gd name="connsiteX202" fmla="*/ 2755844 w 11269336"/>
              <a:gd name="connsiteY202" fmla="*/ 2078874 h 2323145"/>
              <a:gd name="connsiteX203" fmla="*/ 2657742 w 11269336"/>
              <a:gd name="connsiteY203" fmla="*/ 2070179 h 2323145"/>
              <a:gd name="connsiteX204" fmla="*/ 2559549 w 11269336"/>
              <a:gd name="connsiteY204" fmla="*/ 2057873 h 2323145"/>
              <a:gd name="connsiteX205" fmla="*/ 2512054 w 11269336"/>
              <a:gd name="connsiteY205" fmla="*/ 2031671 h 2323145"/>
              <a:gd name="connsiteX206" fmla="*/ 2506437 w 11269336"/>
              <a:gd name="connsiteY206" fmla="*/ 2030918 h 2323145"/>
              <a:gd name="connsiteX207" fmla="*/ 2491752 w 11269336"/>
              <a:gd name="connsiteY207" fmla="*/ 2033906 h 2323145"/>
              <a:gd name="connsiteX208" fmla="*/ 2486338 w 11269336"/>
              <a:gd name="connsiteY208" fmla="*/ 2035862 h 2323145"/>
              <a:gd name="connsiteX209" fmla="*/ 2478186 w 11269336"/>
              <a:gd name="connsiteY209" fmla="*/ 2036953 h 2323145"/>
              <a:gd name="connsiteX210" fmla="*/ 2477950 w 11269336"/>
              <a:gd name="connsiteY210" fmla="*/ 2036715 h 2323145"/>
              <a:gd name="connsiteX211" fmla="*/ 2470381 w 11269336"/>
              <a:gd name="connsiteY211" fmla="*/ 2038256 h 2323145"/>
              <a:gd name="connsiteX212" fmla="*/ 2433781 w 11269336"/>
              <a:gd name="connsiteY212" fmla="*/ 2049140 h 2323145"/>
              <a:gd name="connsiteX213" fmla="*/ 2381172 w 11269336"/>
              <a:gd name="connsiteY213" fmla="*/ 2030645 h 2323145"/>
              <a:gd name="connsiteX214" fmla="*/ 2360198 w 11269336"/>
              <a:gd name="connsiteY214" fmla="*/ 2029059 h 2323145"/>
              <a:gd name="connsiteX215" fmla="*/ 2348815 w 11269336"/>
              <a:gd name="connsiteY215" fmla="*/ 2026798 h 2323145"/>
              <a:gd name="connsiteX216" fmla="*/ 2347988 w 11269336"/>
              <a:gd name="connsiteY216" fmla="*/ 2025745 h 2323145"/>
              <a:gd name="connsiteX217" fmla="*/ 2312920 w 11269336"/>
              <a:gd name="connsiteY217" fmla="*/ 2036311 h 2323145"/>
              <a:gd name="connsiteX218" fmla="*/ 2307986 w 11269336"/>
              <a:gd name="connsiteY218" fmla="*/ 2035583 h 2323145"/>
              <a:gd name="connsiteX219" fmla="*/ 2285481 w 11269336"/>
              <a:gd name="connsiteY219" fmla="*/ 2045197 h 2323145"/>
              <a:gd name="connsiteX220" fmla="*/ 2273666 w 11269336"/>
              <a:gd name="connsiteY220" fmla="*/ 2048710 h 2323145"/>
              <a:gd name="connsiteX221" fmla="*/ 2270719 w 11269336"/>
              <a:gd name="connsiteY221" fmla="*/ 2052702 h 2323145"/>
              <a:gd name="connsiteX222" fmla="*/ 2253080 w 11269336"/>
              <a:gd name="connsiteY222" fmla="*/ 2056363 h 2323145"/>
              <a:gd name="connsiteX223" fmla="*/ 2250906 w 11269336"/>
              <a:gd name="connsiteY223" fmla="*/ 2055654 h 2323145"/>
              <a:gd name="connsiteX224" fmla="*/ 2236905 w 11269336"/>
              <a:gd name="connsiteY224" fmla="*/ 2062882 h 2323145"/>
              <a:gd name="connsiteX225" fmla="*/ 2225830 w 11269336"/>
              <a:gd name="connsiteY225" fmla="*/ 2074027 h 2323145"/>
              <a:gd name="connsiteX226" fmla="*/ 2073776 w 11269336"/>
              <a:gd name="connsiteY226" fmla="*/ 2089244 h 2323145"/>
              <a:gd name="connsiteX227" fmla="*/ 1948256 w 11269336"/>
              <a:gd name="connsiteY227" fmla="*/ 2146616 h 2323145"/>
              <a:gd name="connsiteX228" fmla="*/ 1865582 w 11269336"/>
              <a:gd name="connsiteY228" fmla="*/ 2153738 h 2323145"/>
              <a:gd name="connsiteX229" fmla="*/ 1835210 w 11269336"/>
              <a:gd name="connsiteY229" fmla="*/ 2134244 h 2323145"/>
              <a:gd name="connsiteX230" fmla="*/ 1632661 w 11269336"/>
              <a:gd name="connsiteY230" fmla="*/ 2173882 h 2323145"/>
              <a:gd name="connsiteX231" fmla="*/ 1579590 w 11269336"/>
              <a:gd name="connsiteY231" fmla="*/ 2173680 h 2323145"/>
              <a:gd name="connsiteX232" fmla="*/ 1535601 w 11269336"/>
              <a:gd name="connsiteY232" fmla="*/ 2194590 h 2323145"/>
              <a:gd name="connsiteX233" fmla="*/ 1515594 w 11269336"/>
              <a:gd name="connsiteY233" fmla="*/ 2189622 h 2323145"/>
              <a:gd name="connsiteX234" fmla="*/ 1512113 w 11269336"/>
              <a:gd name="connsiteY234" fmla="*/ 2188534 h 2323145"/>
              <a:gd name="connsiteX235" fmla="*/ 1498838 w 11269336"/>
              <a:gd name="connsiteY235" fmla="*/ 2189213 h 2323145"/>
              <a:gd name="connsiteX236" fmla="*/ 1494279 w 11269336"/>
              <a:gd name="connsiteY236" fmla="*/ 2183112 h 2323145"/>
              <a:gd name="connsiteX237" fmla="*/ 1473714 w 11269336"/>
              <a:gd name="connsiteY237" fmla="*/ 2179625 h 2323145"/>
              <a:gd name="connsiteX238" fmla="*/ 1449503 w 11269336"/>
              <a:gd name="connsiteY238" fmla="*/ 2182633 h 2323145"/>
              <a:gd name="connsiteX239" fmla="*/ 1266687 w 11269336"/>
              <a:gd name="connsiteY239" fmla="*/ 2212688 h 2323145"/>
              <a:gd name="connsiteX240" fmla="*/ 1239614 w 11269336"/>
              <a:gd name="connsiteY240" fmla="*/ 2209727 h 2323145"/>
              <a:gd name="connsiteX241" fmla="*/ 1202436 w 11269336"/>
              <a:gd name="connsiteY241" fmla="*/ 2209817 h 2323145"/>
              <a:gd name="connsiteX242" fmla="*/ 1136097 w 11269336"/>
              <a:gd name="connsiteY242" fmla="*/ 2205112 h 2323145"/>
              <a:gd name="connsiteX243" fmla="*/ 988232 w 11269336"/>
              <a:gd name="connsiteY243" fmla="*/ 2235635 h 2323145"/>
              <a:gd name="connsiteX244" fmla="*/ 981959 w 11269336"/>
              <a:gd name="connsiteY244" fmla="*/ 2231607 h 2323145"/>
              <a:gd name="connsiteX245" fmla="*/ 938600 w 11269336"/>
              <a:gd name="connsiteY245" fmla="*/ 2238113 h 2323145"/>
              <a:gd name="connsiteX246" fmla="*/ 791788 w 11269336"/>
              <a:gd name="connsiteY246" fmla="*/ 2293224 h 2323145"/>
              <a:gd name="connsiteX247" fmla="*/ 706914 w 11269336"/>
              <a:gd name="connsiteY247" fmla="*/ 2305046 h 2323145"/>
              <a:gd name="connsiteX248" fmla="*/ 675971 w 11269336"/>
              <a:gd name="connsiteY248" fmla="*/ 2304030 h 2323145"/>
              <a:gd name="connsiteX249" fmla="*/ 624180 w 11269336"/>
              <a:gd name="connsiteY249" fmla="*/ 2302650 h 2323145"/>
              <a:gd name="connsiteX250" fmla="*/ 583453 w 11269336"/>
              <a:gd name="connsiteY250" fmla="*/ 2288788 h 2323145"/>
              <a:gd name="connsiteX251" fmla="*/ 540946 w 11269336"/>
              <a:gd name="connsiteY251" fmla="*/ 2292721 h 2323145"/>
              <a:gd name="connsiteX252" fmla="*/ 533680 w 11269336"/>
              <a:gd name="connsiteY252" fmla="*/ 2310233 h 2323145"/>
              <a:gd name="connsiteX253" fmla="*/ 487366 w 11269336"/>
              <a:gd name="connsiteY253" fmla="*/ 2309053 h 2323145"/>
              <a:gd name="connsiteX254" fmla="*/ 416820 w 11269336"/>
              <a:gd name="connsiteY254" fmla="*/ 2305443 h 2323145"/>
              <a:gd name="connsiteX255" fmla="*/ 376805 w 11269336"/>
              <a:gd name="connsiteY255" fmla="*/ 2307647 h 2323145"/>
              <a:gd name="connsiteX256" fmla="*/ 266777 w 11269336"/>
              <a:gd name="connsiteY256" fmla="*/ 2309012 h 2323145"/>
              <a:gd name="connsiteX257" fmla="*/ 156013 w 11269336"/>
              <a:gd name="connsiteY257" fmla="*/ 2306832 h 2323145"/>
              <a:gd name="connsiteX258" fmla="*/ 87258 w 11269336"/>
              <a:gd name="connsiteY258" fmla="*/ 2285511 h 2323145"/>
              <a:gd name="connsiteX259" fmla="*/ 23798 w 11269336"/>
              <a:gd name="connsiteY259" fmla="*/ 2281822 h 2323145"/>
              <a:gd name="connsiteX260" fmla="*/ 0 w 11269336"/>
              <a:gd name="connsiteY260" fmla="*/ 2285369 h 2323145"/>
              <a:gd name="connsiteX261" fmla="*/ 0 w 11269336"/>
              <a:gd name="connsiteY26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593061 w 11269336"/>
              <a:gd name="connsiteY142" fmla="*/ 2171597 h 2323145"/>
              <a:gd name="connsiteX143" fmla="*/ 4533444 w 11269336"/>
              <a:gd name="connsiteY143" fmla="*/ 2181200 h 2323145"/>
              <a:gd name="connsiteX144" fmla="*/ 4492832 w 11269336"/>
              <a:gd name="connsiteY144" fmla="*/ 2188033 h 2323145"/>
              <a:gd name="connsiteX145" fmla="*/ 4467257 w 11269336"/>
              <a:gd name="connsiteY145" fmla="*/ 2196121 h 2323145"/>
              <a:gd name="connsiteX146" fmla="*/ 4459937 w 11269336"/>
              <a:gd name="connsiteY146" fmla="*/ 2195182 h 2323145"/>
              <a:gd name="connsiteX147" fmla="*/ 4433312 w 11269336"/>
              <a:gd name="connsiteY147" fmla="*/ 2199004 h 2323145"/>
              <a:gd name="connsiteX148" fmla="*/ 4420601 w 11269336"/>
              <a:gd name="connsiteY148" fmla="*/ 2205158 h 2323145"/>
              <a:gd name="connsiteX149" fmla="*/ 4405765 w 11269336"/>
              <a:gd name="connsiteY149" fmla="*/ 2199902 h 2323145"/>
              <a:gd name="connsiteX150" fmla="*/ 4401354 w 11269336"/>
              <a:gd name="connsiteY150" fmla="*/ 2194745 h 2323145"/>
              <a:gd name="connsiteX151" fmla="*/ 4383151 w 11269336"/>
              <a:gd name="connsiteY151" fmla="*/ 2201140 h 2323145"/>
              <a:gd name="connsiteX152" fmla="*/ 4366646 w 11269336"/>
              <a:gd name="connsiteY152" fmla="*/ 2198564 h 2323145"/>
              <a:gd name="connsiteX153" fmla="*/ 4354009 w 11269336"/>
              <a:gd name="connsiteY153" fmla="*/ 2204984 h 2323145"/>
              <a:gd name="connsiteX154" fmla="*/ 4348284 w 11269336"/>
              <a:gd name="connsiteY154" fmla="*/ 2205270 h 2323145"/>
              <a:gd name="connsiteX155" fmla="*/ 4333906 w 11269336"/>
              <a:gd name="connsiteY155" fmla="*/ 2205251 h 2323145"/>
              <a:gd name="connsiteX156" fmla="*/ 4308819 w 11269336"/>
              <a:gd name="connsiteY156" fmla="*/ 2203822 h 2323145"/>
              <a:gd name="connsiteX157" fmla="*/ 4301210 w 11269336"/>
              <a:gd name="connsiteY157" fmla="*/ 2204456 h 2323145"/>
              <a:gd name="connsiteX158" fmla="*/ 4283095 w 11269336"/>
              <a:gd name="connsiteY158" fmla="*/ 2198177 h 2323145"/>
              <a:gd name="connsiteX159" fmla="*/ 4250119 w 11269336"/>
              <a:gd name="connsiteY159" fmla="*/ 2196342 h 2323145"/>
              <a:gd name="connsiteX160" fmla="*/ 4189203 w 11269336"/>
              <a:gd name="connsiteY160" fmla="*/ 2178994 h 2323145"/>
              <a:gd name="connsiteX161" fmla="*/ 4154035 w 11269336"/>
              <a:gd name="connsiteY161" fmla="*/ 2171950 h 2323145"/>
              <a:gd name="connsiteX162" fmla="*/ 4129569 w 11269336"/>
              <a:gd name="connsiteY162" fmla="*/ 2163850 h 2323145"/>
              <a:gd name="connsiteX163" fmla="*/ 4061250 w 11269336"/>
              <a:gd name="connsiteY163" fmla="*/ 2159236 h 2323145"/>
              <a:gd name="connsiteX164" fmla="*/ 3945480 w 11269336"/>
              <a:gd name="connsiteY164" fmla="*/ 2158279 h 2323145"/>
              <a:gd name="connsiteX165" fmla="*/ 3921468 w 11269336"/>
              <a:gd name="connsiteY165" fmla="*/ 2156588 h 2323145"/>
              <a:gd name="connsiteX166" fmla="*/ 3903348 w 11269336"/>
              <a:gd name="connsiteY166" fmla="*/ 2149220 h 2323145"/>
              <a:gd name="connsiteX167" fmla="*/ 3901342 w 11269336"/>
              <a:gd name="connsiteY167" fmla="*/ 2142355 h 2323145"/>
              <a:gd name="connsiteX168" fmla="*/ 3888539 w 11269336"/>
              <a:gd name="connsiteY168" fmla="*/ 2140476 h 2323145"/>
              <a:gd name="connsiteX169" fmla="*/ 3885662 w 11269336"/>
              <a:gd name="connsiteY169" fmla="*/ 2138740 h 2323145"/>
              <a:gd name="connsiteX170" fmla="*/ 3868627 w 11269336"/>
              <a:gd name="connsiteY170" fmla="*/ 2130023 h 2323145"/>
              <a:gd name="connsiteX171" fmla="*/ 3819177 w 11269336"/>
              <a:gd name="connsiteY171" fmla="*/ 2142111 h 2323145"/>
              <a:gd name="connsiteX172" fmla="*/ 3769100 w 11269336"/>
              <a:gd name="connsiteY172" fmla="*/ 2131731 h 2323145"/>
              <a:gd name="connsiteX173" fmla="*/ 3562752 w 11269336"/>
              <a:gd name="connsiteY173" fmla="*/ 2131785 h 2323145"/>
              <a:gd name="connsiteX174" fmla="*/ 3541402 w 11269336"/>
              <a:gd name="connsiteY174" fmla="*/ 2106821 h 2323145"/>
              <a:gd name="connsiteX175" fmla="*/ 3365341 w 11269336"/>
              <a:gd name="connsiteY175" fmla="*/ 2077638 h 2323145"/>
              <a:gd name="connsiteX176" fmla="*/ 3170922 w 11269336"/>
              <a:gd name="connsiteY176" fmla="*/ 2115957 h 2323145"/>
              <a:gd name="connsiteX177" fmla="*/ 3156256 w 11269336"/>
              <a:gd name="connsiteY177" fmla="*/ 2124773 h 2323145"/>
              <a:gd name="connsiteX178" fmla="*/ 3140298 w 11269336"/>
              <a:gd name="connsiteY178" fmla="*/ 2129182 h 2323145"/>
              <a:gd name="connsiteX179" fmla="*/ 3138514 w 11269336"/>
              <a:gd name="connsiteY179" fmla="*/ 2128069 h 2323145"/>
              <a:gd name="connsiteX180" fmla="*/ 3120467 w 11269336"/>
              <a:gd name="connsiteY180" fmla="*/ 2128281 h 2323145"/>
              <a:gd name="connsiteX181" fmla="*/ 3116175 w 11269336"/>
              <a:gd name="connsiteY181" fmla="*/ 2131633 h 2323145"/>
              <a:gd name="connsiteX182" fmla="*/ 3103685 w 11269336"/>
              <a:gd name="connsiteY182" fmla="*/ 2132814 h 2323145"/>
              <a:gd name="connsiteX183" fmla="*/ 3078794 w 11269336"/>
              <a:gd name="connsiteY183" fmla="*/ 2137935 h 2323145"/>
              <a:gd name="connsiteX184" fmla="*/ 3074407 w 11269336"/>
              <a:gd name="connsiteY184" fmla="*/ 2136274 h 2323145"/>
              <a:gd name="connsiteX185" fmla="*/ 3037285 w 11269336"/>
              <a:gd name="connsiteY185" fmla="*/ 2139919 h 2323145"/>
              <a:gd name="connsiteX186" fmla="*/ 3036901 w 11269336"/>
              <a:gd name="connsiteY186" fmla="*/ 2138726 h 2323145"/>
              <a:gd name="connsiteX187" fmla="*/ 3026996 w 11269336"/>
              <a:gd name="connsiteY187" fmla="*/ 2134322 h 2323145"/>
              <a:gd name="connsiteX188" fmla="*/ 3007772 w 11269336"/>
              <a:gd name="connsiteY188" fmla="*/ 2128742 h 2323145"/>
              <a:gd name="connsiteX189" fmla="*/ 2965030 w 11269336"/>
              <a:gd name="connsiteY189" fmla="*/ 2100494 h 2323145"/>
              <a:gd name="connsiteX190" fmla="*/ 2926342 w 11269336"/>
              <a:gd name="connsiteY190" fmla="*/ 2104155 h 2323145"/>
              <a:gd name="connsiteX191" fmla="*/ 2918608 w 11269336"/>
              <a:gd name="connsiteY191" fmla="*/ 2104215 h 2323145"/>
              <a:gd name="connsiteX192" fmla="*/ 2918475 w 11269336"/>
              <a:gd name="connsiteY192" fmla="*/ 2103937 h 2323145"/>
              <a:gd name="connsiteX193" fmla="*/ 2910360 w 11269336"/>
              <a:gd name="connsiteY193" fmla="*/ 2103444 h 2323145"/>
              <a:gd name="connsiteX194" fmla="*/ 2904507 w 11269336"/>
              <a:gd name="connsiteY194" fmla="*/ 2104326 h 2323145"/>
              <a:gd name="connsiteX195" fmla="*/ 2889503 w 11269336"/>
              <a:gd name="connsiteY195" fmla="*/ 2104443 h 2323145"/>
              <a:gd name="connsiteX196" fmla="*/ 2884480 w 11269336"/>
              <a:gd name="connsiteY196" fmla="*/ 2102626 h 2323145"/>
              <a:gd name="connsiteX197" fmla="*/ 2882689 w 11269336"/>
              <a:gd name="connsiteY197" fmla="*/ 2099228 h 2323145"/>
              <a:gd name="connsiteX198" fmla="*/ 2881291 w 11269336"/>
              <a:gd name="connsiteY198" fmla="*/ 2099618 h 2323145"/>
              <a:gd name="connsiteX199" fmla="*/ 2853979 w 11269336"/>
              <a:gd name="connsiteY199" fmla="*/ 2090388 h 2323145"/>
              <a:gd name="connsiteX200" fmla="*/ 2791790 w 11269336"/>
              <a:gd name="connsiteY200" fmla="*/ 2080332 h 2323145"/>
              <a:gd name="connsiteX201" fmla="*/ 2755844 w 11269336"/>
              <a:gd name="connsiteY201" fmla="*/ 2078874 h 2323145"/>
              <a:gd name="connsiteX202" fmla="*/ 2657742 w 11269336"/>
              <a:gd name="connsiteY202" fmla="*/ 2070179 h 2323145"/>
              <a:gd name="connsiteX203" fmla="*/ 2559549 w 11269336"/>
              <a:gd name="connsiteY203" fmla="*/ 2057873 h 2323145"/>
              <a:gd name="connsiteX204" fmla="*/ 2512054 w 11269336"/>
              <a:gd name="connsiteY204" fmla="*/ 2031671 h 2323145"/>
              <a:gd name="connsiteX205" fmla="*/ 2506437 w 11269336"/>
              <a:gd name="connsiteY205" fmla="*/ 2030918 h 2323145"/>
              <a:gd name="connsiteX206" fmla="*/ 2491752 w 11269336"/>
              <a:gd name="connsiteY206" fmla="*/ 2033906 h 2323145"/>
              <a:gd name="connsiteX207" fmla="*/ 2486338 w 11269336"/>
              <a:gd name="connsiteY207" fmla="*/ 2035862 h 2323145"/>
              <a:gd name="connsiteX208" fmla="*/ 2478186 w 11269336"/>
              <a:gd name="connsiteY208" fmla="*/ 2036953 h 2323145"/>
              <a:gd name="connsiteX209" fmla="*/ 2477950 w 11269336"/>
              <a:gd name="connsiteY209" fmla="*/ 2036715 h 2323145"/>
              <a:gd name="connsiteX210" fmla="*/ 2470381 w 11269336"/>
              <a:gd name="connsiteY210" fmla="*/ 2038256 h 2323145"/>
              <a:gd name="connsiteX211" fmla="*/ 2433781 w 11269336"/>
              <a:gd name="connsiteY211" fmla="*/ 2049140 h 2323145"/>
              <a:gd name="connsiteX212" fmla="*/ 2381172 w 11269336"/>
              <a:gd name="connsiteY212" fmla="*/ 2030645 h 2323145"/>
              <a:gd name="connsiteX213" fmla="*/ 2360198 w 11269336"/>
              <a:gd name="connsiteY213" fmla="*/ 2029059 h 2323145"/>
              <a:gd name="connsiteX214" fmla="*/ 2348815 w 11269336"/>
              <a:gd name="connsiteY214" fmla="*/ 2026798 h 2323145"/>
              <a:gd name="connsiteX215" fmla="*/ 2347988 w 11269336"/>
              <a:gd name="connsiteY215" fmla="*/ 2025745 h 2323145"/>
              <a:gd name="connsiteX216" fmla="*/ 2312920 w 11269336"/>
              <a:gd name="connsiteY216" fmla="*/ 2036311 h 2323145"/>
              <a:gd name="connsiteX217" fmla="*/ 2307986 w 11269336"/>
              <a:gd name="connsiteY217" fmla="*/ 2035583 h 2323145"/>
              <a:gd name="connsiteX218" fmla="*/ 2285481 w 11269336"/>
              <a:gd name="connsiteY218" fmla="*/ 2045197 h 2323145"/>
              <a:gd name="connsiteX219" fmla="*/ 2273666 w 11269336"/>
              <a:gd name="connsiteY219" fmla="*/ 2048710 h 2323145"/>
              <a:gd name="connsiteX220" fmla="*/ 2270719 w 11269336"/>
              <a:gd name="connsiteY220" fmla="*/ 2052702 h 2323145"/>
              <a:gd name="connsiteX221" fmla="*/ 2253080 w 11269336"/>
              <a:gd name="connsiteY221" fmla="*/ 2056363 h 2323145"/>
              <a:gd name="connsiteX222" fmla="*/ 2250906 w 11269336"/>
              <a:gd name="connsiteY222" fmla="*/ 2055654 h 2323145"/>
              <a:gd name="connsiteX223" fmla="*/ 2236905 w 11269336"/>
              <a:gd name="connsiteY223" fmla="*/ 2062882 h 2323145"/>
              <a:gd name="connsiteX224" fmla="*/ 2225830 w 11269336"/>
              <a:gd name="connsiteY224" fmla="*/ 2074027 h 2323145"/>
              <a:gd name="connsiteX225" fmla="*/ 2073776 w 11269336"/>
              <a:gd name="connsiteY225" fmla="*/ 2089244 h 2323145"/>
              <a:gd name="connsiteX226" fmla="*/ 1948256 w 11269336"/>
              <a:gd name="connsiteY226" fmla="*/ 2146616 h 2323145"/>
              <a:gd name="connsiteX227" fmla="*/ 1865582 w 11269336"/>
              <a:gd name="connsiteY227" fmla="*/ 2153738 h 2323145"/>
              <a:gd name="connsiteX228" fmla="*/ 1835210 w 11269336"/>
              <a:gd name="connsiteY228" fmla="*/ 2134244 h 2323145"/>
              <a:gd name="connsiteX229" fmla="*/ 1632661 w 11269336"/>
              <a:gd name="connsiteY229" fmla="*/ 2173882 h 2323145"/>
              <a:gd name="connsiteX230" fmla="*/ 1579590 w 11269336"/>
              <a:gd name="connsiteY230" fmla="*/ 2173680 h 2323145"/>
              <a:gd name="connsiteX231" fmla="*/ 1535601 w 11269336"/>
              <a:gd name="connsiteY231" fmla="*/ 2194590 h 2323145"/>
              <a:gd name="connsiteX232" fmla="*/ 1515594 w 11269336"/>
              <a:gd name="connsiteY232" fmla="*/ 2189622 h 2323145"/>
              <a:gd name="connsiteX233" fmla="*/ 1512113 w 11269336"/>
              <a:gd name="connsiteY233" fmla="*/ 2188534 h 2323145"/>
              <a:gd name="connsiteX234" fmla="*/ 1498838 w 11269336"/>
              <a:gd name="connsiteY234" fmla="*/ 2189213 h 2323145"/>
              <a:gd name="connsiteX235" fmla="*/ 1494279 w 11269336"/>
              <a:gd name="connsiteY235" fmla="*/ 2183112 h 2323145"/>
              <a:gd name="connsiteX236" fmla="*/ 1473714 w 11269336"/>
              <a:gd name="connsiteY236" fmla="*/ 2179625 h 2323145"/>
              <a:gd name="connsiteX237" fmla="*/ 1449503 w 11269336"/>
              <a:gd name="connsiteY237" fmla="*/ 2182633 h 2323145"/>
              <a:gd name="connsiteX238" fmla="*/ 1266687 w 11269336"/>
              <a:gd name="connsiteY238" fmla="*/ 2212688 h 2323145"/>
              <a:gd name="connsiteX239" fmla="*/ 1239614 w 11269336"/>
              <a:gd name="connsiteY239" fmla="*/ 2209727 h 2323145"/>
              <a:gd name="connsiteX240" fmla="*/ 1202436 w 11269336"/>
              <a:gd name="connsiteY240" fmla="*/ 2209817 h 2323145"/>
              <a:gd name="connsiteX241" fmla="*/ 1136097 w 11269336"/>
              <a:gd name="connsiteY241" fmla="*/ 2205112 h 2323145"/>
              <a:gd name="connsiteX242" fmla="*/ 988232 w 11269336"/>
              <a:gd name="connsiteY242" fmla="*/ 2235635 h 2323145"/>
              <a:gd name="connsiteX243" fmla="*/ 981959 w 11269336"/>
              <a:gd name="connsiteY243" fmla="*/ 2231607 h 2323145"/>
              <a:gd name="connsiteX244" fmla="*/ 938600 w 11269336"/>
              <a:gd name="connsiteY244" fmla="*/ 2238113 h 2323145"/>
              <a:gd name="connsiteX245" fmla="*/ 791788 w 11269336"/>
              <a:gd name="connsiteY245" fmla="*/ 2293224 h 2323145"/>
              <a:gd name="connsiteX246" fmla="*/ 706914 w 11269336"/>
              <a:gd name="connsiteY246" fmla="*/ 2305046 h 2323145"/>
              <a:gd name="connsiteX247" fmla="*/ 675971 w 11269336"/>
              <a:gd name="connsiteY247" fmla="*/ 2304030 h 2323145"/>
              <a:gd name="connsiteX248" fmla="*/ 624180 w 11269336"/>
              <a:gd name="connsiteY248" fmla="*/ 2302650 h 2323145"/>
              <a:gd name="connsiteX249" fmla="*/ 583453 w 11269336"/>
              <a:gd name="connsiteY249" fmla="*/ 2288788 h 2323145"/>
              <a:gd name="connsiteX250" fmla="*/ 540946 w 11269336"/>
              <a:gd name="connsiteY250" fmla="*/ 2292721 h 2323145"/>
              <a:gd name="connsiteX251" fmla="*/ 533680 w 11269336"/>
              <a:gd name="connsiteY251" fmla="*/ 2310233 h 2323145"/>
              <a:gd name="connsiteX252" fmla="*/ 487366 w 11269336"/>
              <a:gd name="connsiteY252" fmla="*/ 2309053 h 2323145"/>
              <a:gd name="connsiteX253" fmla="*/ 416820 w 11269336"/>
              <a:gd name="connsiteY253" fmla="*/ 2305443 h 2323145"/>
              <a:gd name="connsiteX254" fmla="*/ 376805 w 11269336"/>
              <a:gd name="connsiteY254" fmla="*/ 2307647 h 2323145"/>
              <a:gd name="connsiteX255" fmla="*/ 266777 w 11269336"/>
              <a:gd name="connsiteY255" fmla="*/ 2309012 h 2323145"/>
              <a:gd name="connsiteX256" fmla="*/ 156013 w 11269336"/>
              <a:gd name="connsiteY256" fmla="*/ 2306832 h 2323145"/>
              <a:gd name="connsiteX257" fmla="*/ 87258 w 11269336"/>
              <a:gd name="connsiteY257" fmla="*/ 2285511 h 2323145"/>
              <a:gd name="connsiteX258" fmla="*/ 23798 w 11269336"/>
              <a:gd name="connsiteY258" fmla="*/ 2281822 h 2323145"/>
              <a:gd name="connsiteX259" fmla="*/ 0 w 11269336"/>
              <a:gd name="connsiteY259" fmla="*/ 2285369 h 2323145"/>
              <a:gd name="connsiteX260" fmla="*/ 0 w 11269336"/>
              <a:gd name="connsiteY26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593061 w 11269336"/>
              <a:gd name="connsiteY141" fmla="*/ 2171597 h 2323145"/>
              <a:gd name="connsiteX142" fmla="*/ 4533444 w 11269336"/>
              <a:gd name="connsiteY142" fmla="*/ 2181200 h 2323145"/>
              <a:gd name="connsiteX143" fmla="*/ 4492832 w 11269336"/>
              <a:gd name="connsiteY143" fmla="*/ 2188033 h 2323145"/>
              <a:gd name="connsiteX144" fmla="*/ 4467257 w 11269336"/>
              <a:gd name="connsiteY144" fmla="*/ 2196121 h 2323145"/>
              <a:gd name="connsiteX145" fmla="*/ 4459937 w 11269336"/>
              <a:gd name="connsiteY145" fmla="*/ 2195182 h 2323145"/>
              <a:gd name="connsiteX146" fmla="*/ 4433312 w 11269336"/>
              <a:gd name="connsiteY146" fmla="*/ 2199004 h 2323145"/>
              <a:gd name="connsiteX147" fmla="*/ 4420601 w 11269336"/>
              <a:gd name="connsiteY147" fmla="*/ 2205158 h 2323145"/>
              <a:gd name="connsiteX148" fmla="*/ 4405765 w 11269336"/>
              <a:gd name="connsiteY148" fmla="*/ 2199902 h 2323145"/>
              <a:gd name="connsiteX149" fmla="*/ 4401354 w 11269336"/>
              <a:gd name="connsiteY149" fmla="*/ 2194745 h 2323145"/>
              <a:gd name="connsiteX150" fmla="*/ 4383151 w 11269336"/>
              <a:gd name="connsiteY150" fmla="*/ 2201140 h 2323145"/>
              <a:gd name="connsiteX151" fmla="*/ 4366646 w 11269336"/>
              <a:gd name="connsiteY151" fmla="*/ 2198564 h 2323145"/>
              <a:gd name="connsiteX152" fmla="*/ 4354009 w 11269336"/>
              <a:gd name="connsiteY152" fmla="*/ 2204984 h 2323145"/>
              <a:gd name="connsiteX153" fmla="*/ 4348284 w 11269336"/>
              <a:gd name="connsiteY153" fmla="*/ 2205270 h 2323145"/>
              <a:gd name="connsiteX154" fmla="*/ 4333906 w 11269336"/>
              <a:gd name="connsiteY154" fmla="*/ 2205251 h 2323145"/>
              <a:gd name="connsiteX155" fmla="*/ 4308819 w 11269336"/>
              <a:gd name="connsiteY155" fmla="*/ 2203822 h 2323145"/>
              <a:gd name="connsiteX156" fmla="*/ 4301210 w 11269336"/>
              <a:gd name="connsiteY156" fmla="*/ 2204456 h 2323145"/>
              <a:gd name="connsiteX157" fmla="*/ 4283095 w 11269336"/>
              <a:gd name="connsiteY157" fmla="*/ 2198177 h 2323145"/>
              <a:gd name="connsiteX158" fmla="*/ 4250119 w 11269336"/>
              <a:gd name="connsiteY158" fmla="*/ 2196342 h 2323145"/>
              <a:gd name="connsiteX159" fmla="*/ 4189203 w 11269336"/>
              <a:gd name="connsiteY159" fmla="*/ 2178994 h 2323145"/>
              <a:gd name="connsiteX160" fmla="*/ 4154035 w 11269336"/>
              <a:gd name="connsiteY160" fmla="*/ 2171950 h 2323145"/>
              <a:gd name="connsiteX161" fmla="*/ 4129569 w 11269336"/>
              <a:gd name="connsiteY161" fmla="*/ 2163850 h 2323145"/>
              <a:gd name="connsiteX162" fmla="*/ 4061250 w 11269336"/>
              <a:gd name="connsiteY162" fmla="*/ 2159236 h 2323145"/>
              <a:gd name="connsiteX163" fmla="*/ 3945480 w 11269336"/>
              <a:gd name="connsiteY163" fmla="*/ 2158279 h 2323145"/>
              <a:gd name="connsiteX164" fmla="*/ 3921468 w 11269336"/>
              <a:gd name="connsiteY164" fmla="*/ 2156588 h 2323145"/>
              <a:gd name="connsiteX165" fmla="*/ 3903348 w 11269336"/>
              <a:gd name="connsiteY165" fmla="*/ 2149220 h 2323145"/>
              <a:gd name="connsiteX166" fmla="*/ 3901342 w 11269336"/>
              <a:gd name="connsiteY166" fmla="*/ 2142355 h 2323145"/>
              <a:gd name="connsiteX167" fmla="*/ 3888539 w 11269336"/>
              <a:gd name="connsiteY167" fmla="*/ 2140476 h 2323145"/>
              <a:gd name="connsiteX168" fmla="*/ 3885662 w 11269336"/>
              <a:gd name="connsiteY168" fmla="*/ 2138740 h 2323145"/>
              <a:gd name="connsiteX169" fmla="*/ 3868627 w 11269336"/>
              <a:gd name="connsiteY169" fmla="*/ 2130023 h 2323145"/>
              <a:gd name="connsiteX170" fmla="*/ 3819177 w 11269336"/>
              <a:gd name="connsiteY170" fmla="*/ 2142111 h 2323145"/>
              <a:gd name="connsiteX171" fmla="*/ 3769100 w 11269336"/>
              <a:gd name="connsiteY171" fmla="*/ 2131731 h 2323145"/>
              <a:gd name="connsiteX172" fmla="*/ 3562752 w 11269336"/>
              <a:gd name="connsiteY172" fmla="*/ 2131785 h 2323145"/>
              <a:gd name="connsiteX173" fmla="*/ 3541402 w 11269336"/>
              <a:gd name="connsiteY173" fmla="*/ 2106821 h 2323145"/>
              <a:gd name="connsiteX174" fmla="*/ 3365341 w 11269336"/>
              <a:gd name="connsiteY174" fmla="*/ 2077638 h 2323145"/>
              <a:gd name="connsiteX175" fmla="*/ 3170922 w 11269336"/>
              <a:gd name="connsiteY175" fmla="*/ 2115957 h 2323145"/>
              <a:gd name="connsiteX176" fmla="*/ 3156256 w 11269336"/>
              <a:gd name="connsiteY176" fmla="*/ 2124773 h 2323145"/>
              <a:gd name="connsiteX177" fmla="*/ 3140298 w 11269336"/>
              <a:gd name="connsiteY177" fmla="*/ 2129182 h 2323145"/>
              <a:gd name="connsiteX178" fmla="*/ 3138514 w 11269336"/>
              <a:gd name="connsiteY178" fmla="*/ 2128069 h 2323145"/>
              <a:gd name="connsiteX179" fmla="*/ 3120467 w 11269336"/>
              <a:gd name="connsiteY179" fmla="*/ 2128281 h 2323145"/>
              <a:gd name="connsiteX180" fmla="*/ 3116175 w 11269336"/>
              <a:gd name="connsiteY180" fmla="*/ 2131633 h 2323145"/>
              <a:gd name="connsiteX181" fmla="*/ 3103685 w 11269336"/>
              <a:gd name="connsiteY181" fmla="*/ 2132814 h 2323145"/>
              <a:gd name="connsiteX182" fmla="*/ 3078794 w 11269336"/>
              <a:gd name="connsiteY182" fmla="*/ 2137935 h 2323145"/>
              <a:gd name="connsiteX183" fmla="*/ 3074407 w 11269336"/>
              <a:gd name="connsiteY183" fmla="*/ 2136274 h 2323145"/>
              <a:gd name="connsiteX184" fmla="*/ 3037285 w 11269336"/>
              <a:gd name="connsiteY184" fmla="*/ 2139919 h 2323145"/>
              <a:gd name="connsiteX185" fmla="*/ 3036901 w 11269336"/>
              <a:gd name="connsiteY185" fmla="*/ 2138726 h 2323145"/>
              <a:gd name="connsiteX186" fmla="*/ 3026996 w 11269336"/>
              <a:gd name="connsiteY186" fmla="*/ 2134322 h 2323145"/>
              <a:gd name="connsiteX187" fmla="*/ 3007772 w 11269336"/>
              <a:gd name="connsiteY187" fmla="*/ 2128742 h 2323145"/>
              <a:gd name="connsiteX188" fmla="*/ 2965030 w 11269336"/>
              <a:gd name="connsiteY188" fmla="*/ 2100494 h 2323145"/>
              <a:gd name="connsiteX189" fmla="*/ 2926342 w 11269336"/>
              <a:gd name="connsiteY189" fmla="*/ 2104155 h 2323145"/>
              <a:gd name="connsiteX190" fmla="*/ 2918608 w 11269336"/>
              <a:gd name="connsiteY190" fmla="*/ 2104215 h 2323145"/>
              <a:gd name="connsiteX191" fmla="*/ 2918475 w 11269336"/>
              <a:gd name="connsiteY191" fmla="*/ 2103937 h 2323145"/>
              <a:gd name="connsiteX192" fmla="*/ 2910360 w 11269336"/>
              <a:gd name="connsiteY192" fmla="*/ 2103444 h 2323145"/>
              <a:gd name="connsiteX193" fmla="*/ 2904507 w 11269336"/>
              <a:gd name="connsiteY193" fmla="*/ 2104326 h 2323145"/>
              <a:gd name="connsiteX194" fmla="*/ 2889503 w 11269336"/>
              <a:gd name="connsiteY194" fmla="*/ 2104443 h 2323145"/>
              <a:gd name="connsiteX195" fmla="*/ 2884480 w 11269336"/>
              <a:gd name="connsiteY195" fmla="*/ 2102626 h 2323145"/>
              <a:gd name="connsiteX196" fmla="*/ 2882689 w 11269336"/>
              <a:gd name="connsiteY196" fmla="*/ 2099228 h 2323145"/>
              <a:gd name="connsiteX197" fmla="*/ 2881291 w 11269336"/>
              <a:gd name="connsiteY197" fmla="*/ 2099618 h 2323145"/>
              <a:gd name="connsiteX198" fmla="*/ 2853979 w 11269336"/>
              <a:gd name="connsiteY198" fmla="*/ 2090388 h 2323145"/>
              <a:gd name="connsiteX199" fmla="*/ 2791790 w 11269336"/>
              <a:gd name="connsiteY199" fmla="*/ 2080332 h 2323145"/>
              <a:gd name="connsiteX200" fmla="*/ 2755844 w 11269336"/>
              <a:gd name="connsiteY200" fmla="*/ 2078874 h 2323145"/>
              <a:gd name="connsiteX201" fmla="*/ 2657742 w 11269336"/>
              <a:gd name="connsiteY201" fmla="*/ 2070179 h 2323145"/>
              <a:gd name="connsiteX202" fmla="*/ 2559549 w 11269336"/>
              <a:gd name="connsiteY202" fmla="*/ 2057873 h 2323145"/>
              <a:gd name="connsiteX203" fmla="*/ 2512054 w 11269336"/>
              <a:gd name="connsiteY203" fmla="*/ 2031671 h 2323145"/>
              <a:gd name="connsiteX204" fmla="*/ 2506437 w 11269336"/>
              <a:gd name="connsiteY204" fmla="*/ 2030918 h 2323145"/>
              <a:gd name="connsiteX205" fmla="*/ 2491752 w 11269336"/>
              <a:gd name="connsiteY205" fmla="*/ 2033906 h 2323145"/>
              <a:gd name="connsiteX206" fmla="*/ 2486338 w 11269336"/>
              <a:gd name="connsiteY206" fmla="*/ 2035862 h 2323145"/>
              <a:gd name="connsiteX207" fmla="*/ 2478186 w 11269336"/>
              <a:gd name="connsiteY207" fmla="*/ 2036953 h 2323145"/>
              <a:gd name="connsiteX208" fmla="*/ 2477950 w 11269336"/>
              <a:gd name="connsiteY208" fmla="*/ 2036715 h 2323145"/>
              <a:gd name="connsiteX209" fmla="*/ 2470381 w 11269336"/>
              <a:gd name="connsiteY209" fmla="*/ 2038256 h 2323145"/>
              <a:gd name="connsiteX210" fmla="*/ 2433781 w 11269336"/>
              <a:gd name="connsiteY210" fmla="*/ 2049140 h 2323145"/>
              <a:gd name="connsiteX211" fmla="*/ 2381172 w 11269336"/>
              <a:gd name="connsiteY211" fmla="*/ 2030645 h 2323145"/>
              <a:gd name="connsiteX212" fmla="*/ 2360198 w 11269336"/>
              <a:gd name="connsiteY212" fmla="*/ 2029059 h 2323145"/>
              <a:gd name="connsiteX213" fmla="*/ 2348815 w 11269336"/>
              <a:gd name="connsiteY213" fmla="*/ 2026798 h 2323145"/>
              <a:gd name="connsiteX214" fmla="*/ 2347988 w 11269336"/>
              <a:gd name="connsiteY214" fmla="*/ 2025745 h 2323145"/>
              <a:gd name="connsiteX215" fmla="*/ 2312920 w 11269336"/>
              <a:gd name="connsiteY215" fmla="*/ 2036311 h 2323145"/>
              <a:gd name="connsiteX216" fmla="*/ 2307986 w 11269336"/>
              <a:gd name="connsiteY216" fmla="*/ 2035583 h 2323145"/>
              <a:gd name="connsiteX217" fmla="*/ 2285481 w 11269336"/>
              <a:gd name="connsiteY217" fmla="*/ 2045197 h 2323145"/>
              <a:gd name="connsiteX218" fmla="*/ 2273666 w 11269336"/>
              <a:gd name="connsiteY218" fmla="*/ 2048710 h 2323145"/>
              <a:gd name="connsiteX219" fmla="*/ 2270719 w 11269336"/>
              <a:gd name="connsiteY219" fmla="*/ 2052702 h 2323145"/>
              <a:gd name="connsiteX220" fmla="*/ 2253080 w 11269336"/>
              <a:gd name="connsiteY220" fmla="*/ 2056363 h 2323145"/>
              <a:gd name="connsiteX221" fmla="*/ 2250906 w 11269336"/>
              <a:gd name="connsiteY221" fmla="*/ 2055654 h 2323145"/>
              <a:gd name="connsiteX222" fmla="*/ 2236905 w 11269336"/>
              <a:gd name="connsiteY222" fmla="*/ 2062882 h 2323145"/>
              <a:gd name="connsiteX223" fmla="*/ 2225830 w 11269336"/>
              <a:gd name="connsiteY223" fmla="*/ 2074027 h 2323145"/>
              <a:gd name="connsiteX224" fmla="*/ 2073776 w 11269336"/>
              <a:gd name="connsiteY224" fmla="*/ 2089244 h 2323145"/>
              <a:gd name="connsiteX225" fmla="*/ 1948256 w 11269336"/>
              <a:gd name="connsiteY225" fmla="*/ 2146616 h 2323145"/>
              <a:gd name="connsiteX226" fmla="*/ 1865582 w 11269336"/>
              <a:gd name="connsiteY226" fmla="*/ 2153738 h 2323145"/>
              <a:gd name="connsiteX227" fmla="*/ 1835210 w 11269336"/>
              <a:gd name="connsiteY227" fmla="*/ 2134244 h 2323145"/>
              <a:gd name="connsiteX228" fmla="*/ 1632661 w 11269336"/>
              <a:gd name="connsiteY228" fmla="*/ 2173882 h 2323145"/>
              <a:gd name="connsiteX229" fmla="*/ 1579590 w 11269336"/>
              <a:gd name="connsiteY229" fmla="*/ 2173680 h 2323145"/>
              <a:gd name="connsiteX230" fmla="*/ 1535601 w 11269336"/>
              <a:gd name="connsiteY230" fmla="*/ 2194590 h 2323145"/>
              <a:gd name="connsiteX231" fmla="*/ 1515594 w 11269336"/>
              <a:gd name="connsiteY231" fmla="*/ 2189622 h 2323145"/>
              <a:gd name="connsiteX232" fmla="*/ 1512113 w 11269336"/>
              <a:gd name="connsiteY232" fmla="*/ 2188534 h 2323145"/>
              <a:gd name="connsiteX233" fmla="*/ 1498838 w 11269336"/>
              <a:gd name="connsiteY233" fmla="*/ 2189213 h 2323145"/>
              <a:gd name="connsiteX234" fmla="*/ 1494279 w 11269336"/>
              <a:gd name="connsiteY234" fmla="*/ 2183112 h 2323145"/>
              <a:gd name="connsiteX235" fmla="*/ 1473714 w 11269336"/>
              <a:gd name="connsiteY235" fmla="*/ 2179625 h 2323145"/>
              <a:gd name="connsiteX236" fmla="*/ 1449503 w 11269336"/>
              <a:gd name="connsiteY236" fmla="*/ 2182633 h 2323145"/>
              <a:gd name="connsiteX237" fmla="*/ 1266687 w 11269336"/>
              <a:gd name="connsiteY237" fmla="*/ 2212688 h 2323145"/>
              <a:gd name="connsiteX238" fmla="*/ 1239614 w 11269336"/>
              <a:gd name="connsiteY238" fmla="*/ 2209727 h 2323145"/>
              <a:gd name="connsiteX239" fmla="*/ 1202436 w 11269336"/>
              <a:gd name="connsiteY239" fmla="*/ 2209817 h 2323145"/>
              <a:gd name="connsiteX240" fmla="*/ 1136097 w 11269336"/>
              <a:gd name="connsiteY240" fmla="*/ 2205112 h 2323145"/>
              <a:gd name="connsiteX241" fmla="*/ 988232 w 11269336"/>
              <a:gd name="connsiteY241" fmla="*/ 2235635 h 2323145"/>
              <a:gd name="connsiteX242" fmla="*/ 981959 w 11269336"/>
              <a:gd name="connsiteY242" fmla="*/ 2231607 h 2323145"/>
              <a:gd name="connsiteX243" fmla="*/ 938600 w 11269336"/>
              <a:gd name="connsiteY243" fmla="*/ 2238113 h 2323145"/>
              <a:gd name="connsiteX244" fmla="*/ 791788 w 11269336"/>
              <a:gd name="connsiteY244" fmla="*/ 2293224 h 2323145"/>
              <a:gd name="connsiteX245" fmla="*/ 706914 w 11269336"/>
              <a:gd name="connsiteY245" fmla="*/ 2305046 h 2323145"/>
              <a:gd name="connsiteX246" fmla="*/ 675971 w 11269336"/>
              <a:gd name="connsiteY246" fmla="*/ 2304030 h 2323145"/>
              <a:gd name="connsiteX247" fmla="*/ 624180 w 11269336"/>
              <a:gd name="connsiteY247" fmla="*/ 2302650 h 2323145"/>
              <a:gd name="connsiteX248" fmla="*/ 583453 w 11269336"/>
              <a:gd name="connsiteY248" fmla="*/ 2288788 h 2323145"/>
              <a:gd name="connsiteX249" fmla="*/ 540946 w 11269336"/>
              <a:gd name="connsiteY249" fmla="*/ 2292721 h 2323145"/>
              <a:gd name="connsiteX250" fmla="*/ 533680 w 11269336"/>
              <a:gd name="connsiteY250" fmla="*/ 2310233 h 2323145"/>
              <a:gd name="connsiteX251" fmla="*/ 487366 w 11269336"/>
              <a:gd name="connsiteY251" fmla="*/ 2309053 h 2323145"/>
              <a:gd name="connsiteX252" fmla="*/ 416820 w 11269336"/>
              <a:gd name="connsiteY252" fmla="*/ 2305443 h 2323145"/>
              <a:gd name="connsiteX253" fmla="*/ 376805 w 11269336"/>
              <a:gd name="connsiteY253" fmla="*/ 2307647 h 2323145"/>
              <a:gd name="connsiteX254" fmla="*/ 266777 w 11269336"/>
              <a:gd name="connsiteY254" fmla="*/ 2309012 h 2323145"/>
              <a:gd name="connsiteX255" fmla="*/ 156013 w 11269336"/>
              <a:gd name="connsiteY255" fmla="*/ 2306832 h 2323145"/>
              <a:gd name="connsiteX256" fmla="*/ 87258 w 11269336"/>
              <a:gd name="connsiteY256" fmla="*/ 2285511 h 2323145"/>
              <a:gd name="connsiteX257" fmla="*/ 23798 w 11269336"/>
              <a:gd name="connsiteY257" fmla="*/ 2281822 h 2323145"/>
              <a:gd name="connsiteX258" fmla="*/ 0 w 11269336"/>
              <a:gd name="connsiteY258" fmla="*/ 2285369 h 2323145"/>
              <a:gd name="connsiteX259" fmla="*/ 0 w 11269336"/>
              <a:gd name="connsiteY25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83151 w 11269336"/>
              <a:gd name="connsiteY149" fmla="*/ 2201140 h 2323145"/>
              <a:gd name="connsiteX150" fmla="*/ 4366646 w 11269336"/>
              <a:gd name="connsiteY150" fmla="*/ 2198564 h 2323145"/>
              <a:gd name="connsiteX151" fmla="*/ 4354009 w 11269336"/>
              <a:gd name="connsiteY151" fmla="*/ 2204984 h 2323145"/>
              <a:gd name="connsiteX152" fmla="*/ 4348284 w 11269336"/>
              <a:gd name="connsiteY152" fmla="*/ 2205270 h 2323145"/>
              <a:gd name="connsiteX153" fmla="*/ 4333906 w 11269336"/>
              <a:gd name="connsiteY153" fmla="*/ 2205251 h 2323145"/>
              <a:gd name="connsiteX154" fmla="*/ 4308819 w 11269336"/>
              <a:gd name="connsiteY154" fmla="*/ 2203822 h 2323145"/>
              <a:gd name="connsiteX155" fmla="*/ 4301210 w 11269336"/>
              <a:gd name="connsiteY155" fmla="*/ 2204456 h 2323145"/>
              <a:gd name="connsiteX156" fmla="*/ 4283095 w 11269336"/>
              <a:gd name="connsiteY156" fmla="*/ 2198177 h 2323145"/>
              <a:gd name="connsiteX157" fmla="*/ 4250119 w 11269336"/>
              <a:gd name="connsiteY157" fmla="*/ 2196342 h 2323145"/>
              <a:gd name="connsiteX158" fmla="*/ 4189203 w 11269336"/>
              <a:gd name="connsiteY158" fmla="*/ 2178994 h 2323145"/>
              <a:gd name="connsiteX159" fmla="*/ 4154035 w 11269336"/>
              <a:gd name="connsiteY159" fmla="*/ 2171950 h 2323145"/>
              <a:gd name="connsiteX160" fmla="*/ 4129569 w 11269336"/>
              <a:gd name="connsiteY160" fmla="*/ 2163850 h 2323145"/>
              <a:gd name="connsiteX161" fmla="*/ 4061250 w 11269336"/>
              <a:gd name="connsiteY161" fmla="*/ 2159236 h 2323145"/>
              <a:gd name="connsiteX162" fmla="*/ 3945480 w 11269336"/>
              <a:gd name="connsiteY162" fmla="*/ 2158279 h 2323145"/>
              <a:gd name="connsiteX163" fmla="*/ 3921468 w 11269336"/>
              <a:gd name="connsiteY163" fmla="*/ 2156588 h 2323145"/>
              <a:gd name="connsiteX164" fmla="*/ 3903348 w 11269336"/>
              <a:gd name="connsiteY164" fmla="*/ 2149220 h 2323145"/>
              <a:gd name="connsiteX165" fmla="*/ 3901342 w 11269336"/>
              <a:gd name="connsiteY165" fmla="*/ 2142355 h 2323145"/>
              <a:gd name="connsiteX166" fmla="*/ 3888539 w 11269336"/>
              <a:gd name="connsiteY166" fmla="*/ 2140476 h 2323145"/>
              <a:gd name="connsiteX167" fmla="*/ 3885662 w 11269336"/>
              <a:gd name="connsiteY167" fmla="*/ 2138740 h 2323145"/>
              <a:gd name="connsiteX168" fmla="*/ 3868627 w 11269336"/>
              <a:gd name="connsiteY168" fmla="*/ 2130023 h 2323145"/>
              <a:gd name="connsiteX169" fmla="*/ 3819177 w 11269336"/>
              <a:gd name="connsiteY169" fmla="*/ 2142111 h 2323145"/>
              <a:gd name="connsiteX170" fmla="*/ 3769100 w 11269336"/>
              <a:gd name="connsiteY170" fmla="*/ 2131731 h 2323145"/>
              <a:gd name="connsiteX171" fmla="*/ 3562752 w 11269336"/>
              <a:gd name="connsiteY171" fmla="*/ 2131785 h 2323145"/>
              <a:gd name="connsiteX172" fmla="*/ 3541402 w 11269336"/>
              <a:gd name="connsiteY172" fmla="*/ 2106821 h 2323145"/>
              <a:gd name="connsiteX173" fmla="*/ 3365341 w 11269336"/>
              <a:gd name="connsiteY173" fmla="*/ 2077638 h 2323145"/>
              <a:gd name="connsiteX174" fmla="*/ 3170922 w 11269336"/>
              <a:gd name="connsiteY174" fmla="*/ 2115957 h 2323145"/>
              <a:gd name="connsiteX175" fmla="*/ 3156256 w 11269336"/>
              <a:gd name="connsiteY175" fmla="*/ 2124773 h 2323145"/>
              <a:gd name="connsiteX176" fmla="*/ 3140298 w 11269336"/>
              <a:gd name="connsiteY176" fmla="*/ 2129182 h 2323145"/>
              <a:gd name="connsiteX177" fmla="*/ 3138514 w 11269336"/>
              <a:gd name="connsiteY177" fmla="*/ 2128069 h 2323145"/>
              <a:gd name="connsiteX178" fmla="*/ 3120467 w 11269336"/>
              <a:gd name="connsiteY178" fmla="*/ 2128281 h 2323145"/>
              <a:gd name="connsiteX179" fmla="*/ 3116175 w 11269336"/>
              <a:gd name="connsiteY179" fmla="*/ 2131633 h 2323145"/>
              <a:gd name="connsiteX180" fmla="*/ 3103685 w 11269336"/>
              <a:gd name="connsiteY180" fmla="*/ 2132814 h 2323145"/>
              <a:gd name="connsiteX181" fmla="*/ 3078794 w 11269336"/>
              <a:gd name="connsiteY181" fmla="*/ 2137935 h 2323145"/>
              <a:gd name="connsiteX182" fmla="*/ 3074407 w 11269336"/>
              <a:gd name="connsiteY182" fmla="*/ 2136274 h 2323145"/>
              <a:gd name="connsiteX183" fmla="*/ 3037285 w 11269336"/>
              <a:gd name="connsiteY183" fmla="*/ 2139919 h 2323145"/>
              <a:gd name="connsiteX184" fmla="*/ 3036901 w 11269336"/>
              <a:gd name="connsiteY184" fmla="*/ 2138726 h 2323145"/>
              <a:gd name="connsiteX185" fmla="*/ 3026996 w 11269336"/>
              <a:gd name="connsiteY185" fmla="*/ 2134322 h 2323145"/>
              <a:gd name="connsiteX186" fmla="*/ 3007772 w 11269336"/>
              <a:gd name="connsiteY186" fmla="*/ 2128742 h 2323145"/>
              <a:gd name="connsiteX187" fmla="*/ 2965030 w 11269336"/>
              <a:gd name="connsiteY187" fmla="*/ 2100494 h 2323145"/>
              <a:gd name="connsiteX188" fmla="*/ 2926342 w 11269336"/>
              <a:gd name="connsiteY188" fmla="*/ 2104155 h 2323145"/>
              <a:gd name="connsiteX189" fmla="*/ 2918608 w 11269336"/>
              <a:gd name="connsiteY189" fmla="*/ 2104215 h 2323145"/>
              <a:gd name="connsiteX190" fmla="*/ 2918475 w 11269336"/>
              <a:gd name="connsiteY190" fmla="*/ 2103937 h 2323145"/>
              <a:gd name="connsiteX191" fmla="*/ 2910360 w 11269336"/>
              <a:gd name="connsiteY191" fmla="*/ 2103444 h 2323145"/>
              <a:gd name="connsiteX192" fmla="*/ 2904507 w 11269336"/>
              <a:gd name="connsiteY192" fmla="*/ 2104326 h 2323145"/>
              <a:gd name="connsiteX193" fmla="*/ 2889503 w 11269336"/>
              <a:gd name="connsiteY193" fmla="*/ 2104443 h 2323145"/>
              <a:gd name="connsiteX194" fmla="*/ 2884480 w 11269336"/>
              <a:gd name="connsiteY194" fmla="*/ 2102626 h 2323145"/>
              <a:gd name="connsiteX195" fmla="*/ 2882689 w 11269336"/>
              <a:gd name="connsiteY195" fmla="*/ 2099228 h 2323145"/>
              <a:gd name="connsiteX196" fmla="*/ 2881291 w 11269336"/>
              <a:gd name="connsiteY196" fmla="*/ 2099618 h 2323145"/>
              <a:gd name="connsiteX197" fmla="*/ 2853979 w 11269336"/>
              <a:gd name="connsiteY197" fmla="*/ 2090388 h 2323145"/>
              <a:gd name="connsiteX198" fmla="*/ 2791790 w 11269336"/>
              <a:gd name="connsiteY198" fmla="*/ 2080332 h 2323145"/>
              <a:gd name="connsiteX199" fmla="*/ 2755844 w 11269336"/>
              <a:gd name="connsiteY199" fmla="*/ 2078874 h 2323145"/>
              <a:gd name="connsiteX200" fmla="*/ 2657742 w 11269336"/>
              <a:gd name="connsiteY200" fmla="*/ 2070179 h 2323145"/>
              <a:gd name="connsiteX201" fmla="*/ 2559549 w 11269336"/>
              <a:gd name="connsiteY201" fmla="*/ 2057873 h 2323145"/>
              <a:gd name="connsiteX202" fmla="*/ 2512054 w 11269336"/>
              <a:gd name="connsiteY202" fmla="*/ 2031671 h 2323145"/>
              <a:gd name="connsiteX203" fmla="*/ 2506437 w 11269336"/>
              <a:gd name="connsiteY203" fmla="*/ 2030918 h 2323145"/>
              <a:gd name="connsiteX204" fmla="*/ 2491752 w 11269336"/>
              <a:gd name="connsiteY204" fmla="*/ 2033906 h 2323145"/>
              <a:gd name="connsiteX205" fmla="*/ 2486338 w 11269336"/>
              <a:gd name="connsiteY205" fmla="*/ 2035862 h 2323145"/>
              <a:gd name="connsiteX206" fmla="*/ 2478186 w 11269336"/>
              <a:gd name="connsiteY206" fmla="*/ 2036953 h 2323145"/>
              <a:gd name="connsiteX207" fmla="*/ 2477950 w 11269336"/>
              <a:gd name="connsiteY207" fmla="*/ 2036715 h 2323145"/>
              <a:gd name="connsiteX208" fmla="*/ 2470381 w 11269336"/>
              <a:gd name="connsiteY208" fmla="*/ 2038256 h 2323145"/>
              <a:gd name="connsiteX209" fmla="*/ 2433781 w 11269336"/>
              <a:gd name="connsiteY209" fmla="*/ 2049140 h 2323145"/>
              <a:gd name="connsiteX210" fmla="*/ 2381172 w 11269336"/>
              <a:gd name="connsiteY210" fmla="*/ 2030645 h 2323145"/>
              <a:gd name="connsiteX211" fmla="*/ 2360198 w 11269336"/>
              <a:gd name="connsiteY211" fmla="*/ 2029059 h 2323145"/>
              <a:gd name="connsiteX212" fmla="*/ 2348815 w 11269336"/>
              <a:gd name="connsiteY212" fmla="*/ 2026798 h 2323145"/>
              <a:gd name="connsiteX213" fmla="*/ 2347988 w 11269336"/>
              <a:gd name="connsiteY213" fmla="*/ 2025745 h 2323145"/>
              <a:gd name="connsiteX214" fmla="*/ 2312920 w 11269336"/>
              <a:gd name="connsiteY214" fmla="*/ 2036311 h 2323145"/>
              <a:gd name="connsiteX215" fmla="*/ 2307986 w 11269336"/>
              <a:gd name="connsiteY215" fmla="*/ 2035583 h 2323145"/>
              <a:gd name="connsiteX216" fmla="*/ 2285481 w 11269336"/>
              <a:gd name="connsiteY216" fmla="*/ 2045197 h 2323145"/>
              <a:gd name="connsiteX217" fmla="*/ 2273666 w 11269336"/>
              <a:gd name="connsiteY217" fmla="*/ 2048710 h 2323145"/>
              <a:gd name="connsiteX218" fmla="*/ 2270719 w 11269336"/>
              <a:gd name="connsiteY218" fmla="*/ 2052702 h 2323145"/>
              <a:gd name="connsiteX219" fmla="*/ 2253080 w 11269336"/>
              <a:gd name="connsiteY219" fmla="*/ 2056363 h 2323145"/>
              <a:gd name="connsiteX220" fmla="*/ 2250906 w 11269336"/>
              <a:gd name="connsiteY220" fmla="*/ 2055654 h 2323145"/>
              <a:gd name="connsiteX221" fmla="*/ 2236905 w 11269336"/>
              <a:gd name="connsiteY221" fmla="*/ 2062882 h 2323145"/>
              <a:gd name="connsiteX222" fmla="*/ 2225830 w 11269336"/>
              <a:gd name="connsiteY222" fmla="*/ 2074027 h 2323145"/>
              <a:gd name="connsiteX223" fmla="*/ 2073776 w 11269336"/>
              <a:gd name="connsiteY223" fmla="*/ 2089244 h 2323145"/>
              <a:gd name="connsiteX224" fmla="*/ 1948256 w 11269336"/>
              <a:gd name="connsiteY224" fmla="*/ 2146616 h 2323145"/>
              <a:gd name="connsiteX225" fmla="*/ 1865582 w 11269336"/>
              <a:gd name="connsiteY225" fmla="*/ 2153738 h 2323145"/>
              <a:gd name="connsiteX226" fmla="*/ 1835210 w 11269336"/>
              <a:gd name="connsiteY226" fmla="*/ 2134244 h 2323145"/>
              <a:gd name="connsiteX227" fmla="*/ 1632661 w 11269336"/>
              <a:gd name="connsiteY227" fmla="*/ 2173882 h 2323145"/>
              <a:gd name="connsiteX228" fmla="*/ 1579590 w 11269336"/>
              <a:gd name="connsiteY228" fmla="*/ 2173680 h 2323145"/>
              <a:gd name="connsiteX229" fmla="*/ 1535601 w 11269336"/>
              <a:gd name="connsiteY229" fmla="*/ 2194590 h 2323145"/>
              <a:gd name="connsiteX230" fmla="*/ 1515594 w 11269336"/>
              <a:gd name="connsiteY230" fmla="*/ 2189622 h 2323145"/>
              <a:gd name="connsiteX231" fmla="*/ 1512113 w 11269336"/>
              <a:gd name="connsiteY231" fmla="*/ 2188534 h 2323145"/>
              <a:gd name="connsiteX232" fmla="*/ 1498838 w 11269336"/>
              <a:gd name="connsiteY232" fmla="*/ 2189213 h 2323145"/>
              <a:gd name="connsiteX233" fmla="*/ 1494279 w 11269336"/>
              <a:gd name="connsiteY233" fmla="*/ 2183112 h 2323145"/>
              <a:gd name="connsiteX234" fmla="*/ 1473714 w 11269336"/>
              <a:gd name="connsiteY234" fmla="*/ 2179625 h 2323145"/>
              <a:gd name="connsiteX235" fmla="*/ 1449503 w 11269336"/>
              <a:gd name="connsiteY235" fmla="*/ 2182633 h 2323145"/>
              <a:gd name="connsiteX236" fmla="*/ 1266687 w 11269336"/>
              <a:gd name="connsiteY236" fmla="*/ 2212688 h 2323145"/>
              <a:gd name="connsiteX237" fmla="*/ 1239614 w 11269336"/>
              <a:gd name="connsiteY237" fmla="*/ 2209727 h 2323145"/>
              <a:gd name="connsiteX238" fmla="*/ 1202436 w 11269336"/>
              <a:gd name="connsiteY238" fmla="*/ 2209817 h 2323145"/>
              <a:gd name="connsiteX239" fmla="*/ 1136097 w 11269336"/>
              <a:gd name="connsiteY239" fmla="*/ 2205112 h 2323145"/>
              <a:gd name="connsiteX240" fmla="*/ 988232 w 11269336"/>
              <a:gd name="connsiteY240" fmla="*/ 2235635 h 2323145"/>
              <a:gd name="connsiteX241" fmla="*/ 981959 w 11269336"/>
              <a:gd name="connsiteY241" fmla="*/ 2231607 h 2323145"/>
              <a:gd name="connsiteX242" fmla="*/ 938600 w 11269336"/>
              <a:gd name="connsiteY242" fmla="*/ 2238113 h 2323145"/>
              <a:gd name="connsiteX243" fmla="*/ 791788 w 11269336"/>
              <a:gd name="connsiteY243" fmla="*/ 2293224 h 2323145"/>
              <a:gd name="connsiteX244" fmla="*/ 706914 w 11269336"/>
              <a:gd name="connsiteY244" fmla="*/ 2305046 h 2323145"/>
              <a:gd name="connsiteX245" fmla="*/ 675971 w 11269336"/>
              <a:gd name="connsiteY245" fmla="*/ 2304030 h 2323145"/>
              <a:gd name="connsiteX246" fmla="*/ 624180 w 11269336"/>
              <a:gd name="connsiteY246" fmla="*/ 2302650 h 2323145"/>
              <a:gd name="connsiteX247" fmla="*/ 583453 w 11269336"/>
              <a:gd name="connsiteY247" fmla="*/ 2288788 h 2323145"/>
              <a:gd name="connsiteX248" fmla="*/ 540946 w 11269336"/>
              <a:gd name="connsiteY248" fmla="*/ 2292721 h 2323145"/>
              <a:gd name="connsiteX249" fmla="*/ 533680 w 11269336"/>
              <a:gd name="connsiteY249" fmla="*/ 2310233 h 2323145"/>
              <a:gd name="connsiteX250" fmla="*/ 487366 w 11269336"/>
              <a:gd name="connsiteY250" fmla="*/ 2309053 h 2323145"/>
              <a:gd name="connsiteX251" fmla="*/ 416820 w 11269336"/>
              <a:gd name="connsiteY251" fmla="*/ 2305443 h 2323145"/>
              <a:gd name="connsiteX252" fmla="*/ 376805 w 11269336"/>
              <a:gd name="connsiteY252" fmla="*/ 2307647 h 2323145"/>
              <a:gd name="connsiteX253" fmla="*/ 266777 w 11269336"/>
              <a:gd name="connsiteY253" fmla="*/ 2309012 h 2323145"/>
              <a:gd name="connsiteX254" fmla="*/ 156013 w 11269336"/>
              <a:gd name="connsiteY254" fmla="*/ 2306832 h 2323145"/>
              <a:gd name="connsiteX255" fmla="*/ 87258 w 11269336"/>
              <a:gd name="connsiteY255" fmla="*/ 2285511 h 2323145"/>
              <a:gd name="connsiteX256" fmla="*/ 23798 w 11269336"/>
              <a:gd name="connsiteY256" fmla="*/ 2281822 h 2323145"/>
              <a:gd name="connsiteX257" fmla="*/ 0 w 11269336"/>
              <a:gd name="connsiteY257" fmla="*/ 2285369 h 2323145"/>
              <a:gd name="connsiteX258" fmla="*/ 0 w 11269336"/>
              <a:gd name="connsiteY25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66646 w 11269336"/>
              <a:gd name="connsiteY149" fmla="*/ 2198564 h 2323145"/>
              <a:gd name="connsiteX150" fmla="*/ 4354009 w 11269336"/>
              <a:gd name="connsiteY150" fmla="*/ 2204984 h 2323145"/>
              <a:gd name="connsiteX151" fmla="*/ 4348284 w 11269336"/>
              <a:gd name="connsiteY151" fmla="*/ 2205270 h 2323145"/>
              <a:gd name="connsiteX152" fmla="*/ 4333906 w 11269336"/>
              <a:gd name="connsiteY152" fmla="*/ 2205251 h 2323145"/>
              <a:gd name="connsiteX153" fmla="*/ 4308819 w 11269336"/>
              <a:gd name="connsiteY153" fmla="*/ 2203822 h 2323145"/>
              <a:gd name="connsiteX154" fmla="*/ 4301210 w 11269336"/>
              <a:gd name="connsiteY154" fmla="*/ 2204456 h 2323145"/>
              <a:gd name="connsiteX155" fmla="*/ 4283095 w 11269336"/>
              <a:gd name="connsiteY155" fmla="*/ 2198177 h 2323145"/>
              <a:gd name="connsiteX156" fmla="*/ 4250119 w 11269336"/>
              <a:gd name="connsiteY156" fmla="*/ 2196342 h 2323145"/>
              <a:gd name="connsiteX157" fmla="*/ 4189203 w 11269336"/>
              <a:gd name="connsiteY157" fmla="*/ 2178994 h 2323145"/>
              <a:gd name="connsiteX158" fmla="*/ 4154035 w 11269336"/>
              <a:gd name="connsiteY158" fmla="*/ 2171950 h 2323145"/>
              <a:gd name="connsiteX159" fmla="*/ 4129569 w 11269336"/>
              <a:gd name="connsiteY159" fmla="*/ 2163850 h 2323145"/>
              <a:gd name="connsiteX160" fmla="*/ 4061250 w 11269336"/>
              <a:gd name="connsiteY160" fmla="*/ 2159236 h 2323145"/>
              <a:gd name="connsiteX161" fmla="*/ 3945480 w 11269336"/>
              <a:gd name="connsiteY161" fmla="*/ 2158279 h 2323145"/>
              <a:gd name="connsiteX162" fmla="*/ 3921468 w 11269336"/>
              <a:gd name="connsiteY162" fmla="*/ 2156588 h 2323145"/>
              <a:gd name="connsiteX163" fmla="*/ 3903348 w 11269336"/>
              <a:gd name="connsiteY163" fmla="*/ 2149220 h 2323145"/>
              <a:gd name="connsiteX164" fmla="*/ 3901342 w 11269336"/>
              <a:gd name="connsiteY164" fmla="*/ 2142355 h 2323145"/>
              <a:gd name="connsiteX165" fmla="*/ 3888539 w 11269336"/>
              <a:gd name="connsiteY165" fmla="*/ 2140476 h 2323145"/>
              <a:gd name="connsiteX166" fmla="*/ 3885662 w 11269336"/>
              <a:gd name="connsiteY166" fmla="*/ 2138740 h 2323145"/>
              <a:gd name="connsiteX167" fmla="*/ 3868627 w 11269336"/>
              <a:gd name="connsiteY167" fmla="*/ 2130023 h 2323145"/>
              <a:gd name="connsiteX168" fmla="*/ 3819177 w 11269336"/>
              <a:gd name="connsiteY168" fmla="*/ 2142111 h 2323145"/>
              <a:gd name="connsiteX169" fmla="*/ 3769100 w 11269336"/>
              <a:gd name="connsiteY169" fmla="*/ 2131731 h 2323145"/>
              <a:gd name="connsiteX170" fmla="*/ 3562752 w 11269336"/>
              <a:gd name="connsiteY170" fmla="*/ 2131785 h 2323145"/>
              <a:gd name="connsiteX171" fmla="*/ 3541402 w 11269336"/>
              <a:gd name="connsiteY171" fmla="*/ 2106821 h 2323145"/>
              <a:gd name="connsiteX172" fmla="*/ 3365341 w 11269336"/>
              <a:gd name="connsiteY172" fmla="*/ 2077638 h 2323145"/>
              <a:gd name="connsiteX173" fmla="*/ 3170922 w 11269336"/>
              <a:gd name="connsiteY173" fmla="*/ 2115957 h 2323145"/>
              <a:gd name="connsiteX174" fmla="*/ 3156256 w 11269336"/>
              <a:gd name="connsiteY174" fmla="*/ 2124773 h 2323145"/>
              <a:gd name="connsiteX175" fmla="*/ 3140298 w 11269336"/>
              <a:gd name="connsiteY175" fmla="*/ 2129182 h 2323145"/>
              <a:gd name="connsiteX176" fmla="*/ 3138514 w 11269336"/>
              <a:gd name="connsiteY176" fmla="*/ 2128069 h 2323145"/>
              <a:gd name="connsiteX177" fmla="*/ 3120467 w 11269336"/>
              <a:gd name="connsiteY177" fmla="*/ 2128281 h 2323145"/>
              <a:gd name="connsiteX178" fmla="*/ 3116175 w 11269336"/>
              <a:gd name="connsiteY178" fmla="*/ 2131633 h 2323145"/>
              <a:gd name="connsiteX179" fmla="*/ 3103685 w 11269336"/>
              <a:gd name="connsiteY179" fmla="*/ 2132814 h 2323145"/>
              <a:gd name="connsiteX180" fmla="*/ 3078794 w 11269336"/>
              <a:gd name="connsiteY180" fmla="*/ 2137935 h 2323145"/>
              <a:gd name="connsiteX181" fmla="*/ 3074407 w 11269336"/>
              <a:gd name="connsiteY181" fmla="*/ 2136274 h 2323145"/>
              <a:gd name="connsiteX182" fmla="*/ 3037285 w 11269336"/>
              <a:gd name="connsiteY182" fmla="*/ 2139919 h 2323145"/>
              <a:gd name="connsiteX183" fmla="*/ 3036901 w 11269336"/>
              <a:gd name="connsiteY183" fmla="*/ 2138726 h 2323145"/>
              <a:gd name="connsiteX184" fmla="*/ 3026996 w 11269336"/>
              <a:gd name="connsiteY184" fmla="*/ 2134322 h 2323145"/>
              <a:gd name="connsiteX185" fmla="*/ 3007772 w 11269336"/>
              <a:gd name="connsiteY185" fmla="*/ 2128742 h 2323145"/>
              <a:gd name="connsiteX186" fmla="*/ 2965030 w 11269336"/>
              <a:gd name="connsiteY186" fmla="*/ 2100494 h 2323145"/>
              <a:gd name="connsiteX187" fmla="*/ 2926342 w 11269336"/>
              <a:gd name="connsiteY187" fmla="*/ 2104155 h 2323145"/>
              <a:gd name="connsiteX188" fmla="*/ 2918608 w 11269336"/>
              <a:gd name="connsiteY188" fmla="*/ 2104215 h 2323145"/>
              <a:gd name="connsiteX189" fmla="*/ 2918475 w 11269336"/>
              <a:gd name="connsiteY189" fmla="*/ 2103937 h 2323145"/>
              <a:gd name="connsiteX190" fmla="*/ 2910360 w 11269336"/>
              <a:gd name="connsiteY190" fmla="*/ 2103444 h 2323145"/>
              <a:gd name="connsiteX191" fmla="*/ 2904507 w 11269336"/>
              <a:gd name="connsiteY191" fmla="*/ 2104326 h 2323145"/>
              <a:gd name="connsiteX192" fmla="*/ 2889503 w 11269336"/>
              <a:gd name="connsiteY192" fmla="*/ 2104443 h 2323145"/>
              <a:gd name="connsiteX193" fmla="*/ 2884480 w 11269336"/>
              <a:gd name="connsiteY193" fmla="*/ 2102626 h 2323145"/>
              <a:gd name="connsiteX194" fmla="*/ 2882689 w 11269336"/>
              <a:gd name="connsiteY194" fmla="*/ 2099228 h 2323145"/>
              <a:gd name="connsiteX195" fmla="*/ 2881291 w 11269336"/>
              <a:gd name="connsiteY195" fmla="*/ 2099618 h 2323145"/>
              <a:gd name="connsiteX196" fmla="*/ 2853979 w 11269336"/>
              <a:gd name="connsiteY196" fmla="*/ 2090388 h 2323145"/>
              <a:gd name="connsiteX197" fmla="*/ 2791790 w 11269336"/>
              <a:gd name="connsiteY197" fmla="*/ 2080332 h 2323145"/>
              <a:gd name="connsiteX198" fmla="*/ 2755844 w 11269336"/>
              <a:gd name="connsiteY198" fmla="*/ 2078874 h 2323145"/>
              <a:gd name="connsiteX199" fmla="*/ 2657742 w 11269336"/>
              <a:gd name="connsiteY199" fmla="*/ 2070179 h 2323145"/>
              <a:gd name="connsiteX200" fmla="*/ 2559549 w 11269336"/>
              <a:gd name="connsiteY200" fmla="*/ 2057873 h 2323145"/>
              <a:gd name="connsiteX201" fmla="*/ 2512054 w 11269336"/>
              <a:gd name="connsiteY201" fmla="*/ 2031671 h 2323145"/>
              <a:gd name="connsiteX202" fmla="*/ 2506437 w 11269336"/>
              <a:gd name="connsiteY202" fmla="*/ 2030918 h 2323145"/>
              <a:gd name="connsiteX203" fmla="*/ 2491752 w 11269336"/>
              <a:gd name="connsiteY203" fmla="*/ 2033906 h 2323145"/>
              <a:gd name="connsiteX204" fmla="*/ 2486338 w 11269336"/>
              <a:gd name="connsiteY204" fmla="*/ 2035862 h 2323145"/>
              <a:gd name="connsiteX205" fmla="*/ 2478186 w 11269336"/>
              <a:gd name="connsiteY205" fmla="*/ 2036953 h 2323145"/>
              <a:gd name="connsiteX206" fmla="*/ 2477950 w 11269336"/>
              <a:gd name="connsiteY206" fmla="*/ 2036715 h 2323145"/>
              <a:gd name="connsiteX207" fmla="*/ 2470381 w 11269336"/>
              <a:gd name="connsiteY207" fmla="*/ 2038256 h 2323145"/>
              <a:gd name="connsiteX208" fmla="*/ 2433781 w 11269336"/>
              <a:gd name="connsiteY208" fmla="*/ 2049140 h 2323145"/>
              <a:gd name="connsiteX209" fmla="*/ 2381172 w 11269336"/>
              <a:gd name="connsiteY209" fmla="*/ 2030645 h 2323145"/>
              <a:gd name="connsiteX210" fmla="*/ 2360198 w 11269336"/>
              <a:gd name="connsiteY210" fmla="*/ 2029059 h 2323145"/>
              <a:gd name="connsiteX211" fmla="*/ 2348815 w 11269336"/>
              <a:gd name="connsiteY211" fmla="*/ 2026798 h 2323145"/>
              <a:gd name="connsiteX212" fmla="*/ 2347988 w 11269336"/>
              <a:gd name="connsiteY212" fmla="*/ 2025745 h 2323145"/>
              <a:gd name="connsiteX213" fmla="*/ 2312920 w 11269336"/>
              <a:gd name="connsiteY213" fmla="*/ 2036311 h 2323145"/>
              <a:gd name="connsiteX214" fmla="*/ 2307986 w 11269336"/>
              <a:gd name="connsiteY214" fmla="*/ 2035583 h 2323145"/>
              <a:gd name="connsiteX215" fmla="*/ 2285481 w 11269336"/>
              <a:gd name="connsiteY215" fmla="*/ 2045197 h 2323145"/>
              <a:gd name="connsiteX216" fmla="*/ 2273666 w 11269336"/>
              <a:gd name="connsiteY216" fmla="*/ 2048710 h 2323145"/>
              <a:gd name="connsiteX217" fmla="*/ 2270719 w 11269336"/>
              <a:gd name="connsiteY217" fmla="*/ 2052702 h 2323145"/>
              <a:gd name="connsiteX218" fmla="*/ 2253080 w 11269336"/>
              <a:gd name="connsiteY218" fmla="*/ 2056363 h 2323145"/>
              <a:gd name="connsiteX219" fmla="*/ 2250906 w 11269336"/>
              <a:gd name="connsiteY219" fmla="*/ 2055654 h 2323145"/>
              <a:gd name="connsiteX220" fmla="*/ 2236905 w 11269336"/>
              <a:gd name="connsiteY220" fmla="*/ 2062882 h 2323145"/>
              <a:gd name="connsiteX221" fmla="*/ 2225830 w 11269336"/>
              <a:gd name="connsiteY221" fmla="*/ 2074027 h 2323145"/>
              <a:gd name="connsiteX222" fmla="*/ 2073776 w 11269336"/>
              <a:gd name="connsiteY222" fmla="*/ 2089244 h 2323145"/>
              <a:gd name="connsiteX223" fmla="*/ 1948256 w 11269336"/>
              <a:gd name="connsiteY223" fmla="*/ 2146616 h 2323145"/>
              <a:gd name="connsiteX224" fmla="*/ 1865582 w 11269336"/>
              <a:gd name="connsiteY224" fmla="*/ 2153738 h 2323145"/>
              <a:gd name="connsiteX225" fmla="*/ 1835210 w 11269336"/>
              <a:gd name="connsiteY225" fmla="*/ 2134244 h 2323145"/>
              <a:gd name="connsiteX226" fmla="*/ 1632661 w 11269336"/>
              <a:gd name="connsiteY226" fmla="*/ 2173882 h 2323145"/>
              <a:gd name="connsiteX227" fmla="*/ 1579590 w 11269336"/>
              <a:gd name="connsiteY227" fmla="*/ 2173680 h 2323145"/>
              <a:gd name="connsiteX228" fmla="*/ 1535601 w 11269336"/>
              <a:gd name="connsiteY228" fmla="*/ 2194590 h 2323145"/>
              <a:gd name="connsiteX229" fmla="*/ 1515594 w 11269336"/>
              <a:gd name="connsiteY229" fmla="*/ 2189622 h 2323145"/>
              <a:gd name="connsiteX230" fmla="*/ 1512113 w 11269336"/>
              <a:gd name="connsiteY230" fmla="*/ 2188534 h 2323145"/>
              <a:gd name="connsiteX231" fmla="*/ 1498838 w 11269336"/>
              <a:gd name="connsiteY231" fmla="*/ 2189213 h 2323145"/>
              <a:gd name="connsiteX232" fmla="*/ 1494279 w 11269336"/>
              <a:gd name="connsiteY232" fmla="*/ 2183112 h 2323145"/>
              <a:gd name="connsiteX233" fmla="*/ 1473714 w 11269336"/>
              <a:gd name="connsiteY233" fmla="*/ 2179625 h 2323145"/>
              <a:gd name="connsiteX234" fmla="*/ 1449503 w 11269336"/>
              <a:gd name="connsiteY234" fmla="*/ 2182633 h 2323145"/>
              <a:gd name="connsiteX235" fmla="*/ 1266687 w 11269336"/>
              <a:gd name="connsiteY235" fmla="*/ 2212688 h 2323145"/>
              <a:gd name="connsiteX236" fmla="*/ 1239614 w 11269336"/>
              <a:gd name="connsiteY236" fmla="*/ 2209727 h 2323145"/>
              <a:gd name="connsiteX237" fmla="*/ 1202436 w 11269336"/>
              <a:gd name="connsiteY237" fmla="*/ 2209817 h 2323145"/>
              <a:gd name="connsiteX238" fmla="*/ 1136097 w 11269336"/>
              <a:gd name="connsiteY238" fmla="*/ 2205112 h 2323145"/>
              <a:gd name="connsiteX239" fmla="*/ 988232 w 11269336"/>
              <a:gd name="connsiteY239" fmla="*/ 2235635 h 2323145"/>
              <a:gd name="connsiteX240" fmla="*/ 981959 w 11269336"/>
              <a:gd name="connsiteY240" fmla="*/ 2231607 h 2323145"/>
              <a:gd name="connsiteX241" fmla="*/ 938600 w 11269336"/>
              <a:gd name="connsiteY241" fmla="*/ 2238113 h 2323145"/>
              <a:gd name="connsiteX242" fmla="*/ 791788 w 11269336"/>
              <a:gd name="connsiteY242" fmla="*/ 2293224 h 2323145"/>
              <a:gd name="connsiteX243" fmla="*/ 706914 w 11269336"/>
              <a:gd name="connsiteY243" fmla="*/ 2305046 h 2323145"/>
              <a:gd name="connsiteX244" fmla="*/ 675971 w 11269336"/>
              <a:gd name="connsiteY244" fmla="*/ 2304030 h 2323145"/>
              <a:gd name="connsiteX245" fmla="*/ 624180 w 11269336"/>
              <a:gd name="connsiteY245" fmla="*/ 2302650 h 2323145"/>
              <a:gd name="connsiteX246" fmla="*/ 583453 w 11269336"/>
              <a:gd name="connsiteY246" fmla="*/ 2288788 h 2323145"/>
              <a:gd name="connsiteX247" fmla="*/ 540946 w 11269336"/>
              <a:gd name="connsiteY247" fmla="*/ 2292721 h 2323145"/>
              <a:gd name="connsiteX248" fmla="*/ 533680 w 11269336"/>
              <a:gd name="connsiteY248" fmla="*/ 2310233 h 2323145"/>
              <a:gd name="connsiteX249" fmla="*/ 487366 w 11269336"/>
              <a:gd name="connsiteY249" fmla="*/ 2309053 h 2323145"/>
              <a:gd name="connsiteX250" fmla="*/ 416820 w 11269336"/>
              <a:gd name="connsiteY250" fmla="*/ 2305443 h 2323145"/>
              <a:gd name="connsiteX251" fmla="*/ 376805 w 11269336"/>
              <a:gd name="connsiteY251" fmla="*/ 2307647 h 2323145"/>
              <a:gd name="connsiteX252" fmla="*/ 266777 w 11269336"/>
              <a:gd name="connsiteY252" fmla="*/ 2309012 h 2323145"/>
              <a:gd name="connsiteX253" fmla="*/ 156013 w 11269336"/>
              <a:gd name="connsiteY253" fmla="*/ 2306832 h 2323145"/>
              <a:gd name="connsiteX254" fmla="*/ 87258 w 11269336"/>
              <a:gd name="connsiteY254" fmla="*/ 2285511 h 2323145"/>
              <a:gd name="connsiteX255" fmla="*/ 23798 w 11269336"/>
              <a:gd name="connsiteY255" fmla="*/ 2281822 h 2323145"/>
              <a:gd name="connsiteX256" fmla="*/ 0 w 11269336"/>
              <a:gd name="connsiteY256" fmla="*/ 2285369 h 2323145"/>
              <a:gd name="connsiteX257" fmla="*/ 0 w 11269336"/>
              <a:gd name="connsiteY25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05765 w 11269336"/>
              <a:gd name="connsiteY146" fmla="*/ 2199902 h 2323145"/>
              <a:gd name="connsiteX147" fmla="*/ 4401354 w 11269336"/>
              <a:gd name="connsiteY147" fmla="*/ 2194745 h 2323145"/>
              <a:gd name="connsiteX148" fmla="*/ 4366646 w 11269336"/>
              <a:gd name="connsiteY148" fmla="*/ 2198564 h 2323145"/>
              <a:gd name="connsiteX149" fmla="*/ 4354009 w 11269336"/>
              <a:gd name="connsiteY149" fmla="*/ 2204984 h 2323145"/>
              <a:gd name="connsiteX150" fmla="*/ 4348284 w 11269336"/>
              <a:gd name="connsiteY150" fmla="*/ 2205270 h 2323145"/>
              <a:gd name="connsiteX151" fmla="*/ 4333906 w 11269336"/>
              <a:gd name="connsiteY151" fmla="*/ 2205251 h 2323145"/>
              <a:gd name="connsiteX152" fmla="*/ 4308819 w 11269336"/>
              <a:gd name="connsiteY152" fmla="*/ 2203822 h 2323145"/>
              <a:gd name="connsiteX153" fmla="*/ 4301210 w 11269336"/>
              <a:gd name="connsiteY153" fmla="*/ 2204456 h 2323145"/>
              <a:gd name="connsiteX154" fmla="*/ 4283095 w 11269336"/>
              <a:gd name="connsiteY154" fmla="*/ 2198177 h 2323145"/>
              <a:gd name="connsiteX155" fmla="*/ 4250119 w 11269336"/>
              <a:gd name="connsiteY155" fmla="*/ 2196342 h 2323145"/>
              <a:gd name="connsiteX156" fmla="*/ 4189203 w 11269336"/>
              <a:gd name="connsiteY156" fmla="*/ 2178994 h 2323145"/>
              <a:gd name="connsiteX157" fmla="*/ 4154035 w 11269336"/>
              <a:gd name="connsiteY157" fmla="*/ 2171950 h 2323145"/>
              <a:gd name="connsiteX158" fmla="*/ 4129569 w 11269336"/>
              <a:gd name="connsiteY158" fmla="*/ 2163850 h 2323145"/>
              <a:gd name="connsiteX159" fmla="*/ 4061250 w 11269336"/>
              <a:gd name="connsiteY159" fmla="*/ 2159236 h 2323145"/>
              <a:gd name="connsiteX160" fmla="*/ 3945480 w 11269336"/>
              <a:gd name="connsiteY160" fmla="*/ 2158279 h 2323145"/>
              <a:gd name="connsiteX161" fmla="*/ 3921468 w 11269336"/>
              <a:gd name="connsiteY161" fmla="*/ 2156588 h 2323145"/>
              <a:gd name="connsiteX162" fmla="*/ 3903348 w 11269336"/>
              <a:gd name="connsiteY162" fmla="*/ 2149220 h 2323145"/>
              <a:gd name="connsiteX163" fmla="*/ 3901342 w 11269336"/>
              <a:gd name="connsiteY163" fmla="*/ 2142355 h 2323145"/>
              <a:gd name="connsiteX164" fmla="*/ 3888539 w 11269336"/>
              <a:gd name="connsiteY164" fmla="*/ 2140476 h 2323145"/>
              <a:gd name="connsiteX165" fmla="*/ 3885662 w 11269336"/>
              <a:gd name="connsiteY165" fmla="*/ 2138740 h 2323145"/>
              <a:gd name="connsiteX166" fmla="*/ 3868627 w 11269336"/>
              <a:gd name="connsiteY166" fmla="*/ 2130023 h 2323145"/>
              <a:gd name="connsiteX167" fmla="*/ 3819177 w 11269336"/>
              <a:gd name="connsiteY167" fmla="*/ 2142111 h 2323145"/>
              <a:gd name="connsiteX168" fmla="*/ 3769100 w 11269336"/>
              <a:gd name="connsiteY168" fmla="*/ 2131731 h 2323145"/>
              <a:gd name="connsiteX169" fmla="*/ 3562752 w 11269336"/>
              <a:gd name="connsiteY169" fmla="*/ 2131785 h 2323145"/>
              <a:gd name="connsiteX170" fmla="*/ 3541402 w 11269336"/>
              <a:gd name="connsiteY170" fmla="*/ 2106821 h 2323145"/>
              <a:gd name="connsiteX171" fmla="*/ 3365341 w 11269336"/>
              <a:gd name="connsiteY171" fmla="*/ 2077638 h 2323145"/>
              <a:gd name="connsiteX172" fmla="*/ 3170922 w 11269336"/>
              <a:gd name="connsiteY172" fmla="*/ 2115957 h 2323145"/>
              <a:gd name="connsiteX173" fmla="*/ 3156256 w 11269336"/>
              <a:gd name="connsiteY173" fmla="*/ 2124773 h 2323145"/>
              <a:gd name="connsiteX174" fmla="*/ 3140298 w 11269336"/>
              <a:gd name="connsiteY174" fmla="*/ 2129182 h 2323145"/>
              <a:gd name="connsiteX175" fmla="*/ 3138514 w 11269336"/>
              <a:gd name="connsiteY175" fmla="*/ 2128069 h 2323145"/>
              <a:gd name="connsiteX176" fmla="*/ 3120467 w 11269336"/>
              <a:gd name="connsiteY176" fmla="*/ 2128281 h 2323145"/>
              <a:gd name="connsiteX177" fmla="*/ 3116175 w 11269336"/>
              <a:gd name="connsiteY177" fmla="*/ 2131633 h 2323145"/>
              <a:gd name="connsiteX178" fmla="*/ 3103685 w 11269336"/>
              <a:gd name="connsiteY178" fmla="*/ 2132814 h 2323145"/>
              <a:gd name="connsiteX179" fmla="*/ 3078794 w 11269336"/>
              <a:gd name="connsiteY179" fmla="*/ 2137935 h 2323145"/>
              <a:gd name="connsiteX180" fmla="*/ 3074407 w 11269336"/>
              <a:gd name="connsiteY180" fmla="*/ 2136274 h 2323145"/>
              <a:gd name="connsiteX181" fmla="*/ 3037285 w 11269336"/>
              <a:gd name="connsiteY181" fmla="*/ 2139919 h 2323145"/>
              <a:gd name="connsiteX182" fmla="*/ 3036901 w 11269336"/>
              <a:gd name="connsiteY182" fmla="*/ 2138726 h 2323145"/>
              <a:gd name="connsiteX183" fmla="*/ 3026996 w 11269336"/>
              <a:gd name="connsiteY183" fmla="*/ 2134322 h 2323145"/>
              <a:gd name="connsiteX184" fmla="*/ 3007772 w 11269336"/>
              <a:gd name="connsiteY184" fmla="*/ 2128742 h 2323145"/>
              <a:gd name="connsiteX185" fmla="*/ 2965030 w 11269336"/>
              <a:gd name="connsiteY185" fmla="*/ 2100494 h 2323145"/>
              <a:gd name="connsiteX186" fmla="*/ 2926342 w 11269336"/>
              <a:gd name="connsiteY186" fmla="*/ 2104155 h 2323145"/>
              <a:gd name="connsiteX187" fmla="*/ 2918608 w 11269336"/>
              <a:gd name="connsiteY187" fmla="*/ 2104215 h 2323145"/>
              <a:gd name="connsiteX188" fmla="*/ 2918475 w 11269336"/>
              <a:gd name="connsiteY188" fmla="*/ 2103937 h 2323145"/>
              <a:gd name="connsiteX189" fmla="*/ 2910360 w 11269336"/>
              <a:gd name="connsiteY189" fmla="*/ 2103444 h 2323145"/>
              <a:gd name="connsiteX190" fmla="*/ 2904507 w 11269336"/>
              <a:gd name="connsiteY190" fmla="*/ 2104326 h 2323145"/>
              <a:gd name="connsiteX191" fmla="*/ 2889503 w 11269336"/>
              <a:gd name="connsiteY191" fmla="*/ 2104443 h 2323145"/>
              <a:gd name="connsiteX192" fmla="*/ 2884480 w 11269336"/>
              <a:gd name="connsiteY192" fmla="*/ 2102626 h 2323145"/>
              <a:gd name="connsiteX193" fmla="*/ 2882689 w 11269336"/>
              <a:gd name="connsiteY193" fmla="*/ 2099228 h 2323145"/>
              <a:gd name="connsiteX194" fmla="*/ 2881291 w 11269336"/>
              <a:gd name="connsiteY194" fmla="*/ 2099618 h 2323145"/>
              <a:gd name="connsiteX195" fmla="*/ 2853979 w 11269336"/>
              <a:gd name="connsiteY195" fmla="*/ 2090388 h 2323145"/>
              <a:gd name="connsiteX196" fmla="*/ 2791790 w 11269336"/>
              <a:gd name="connsiteY196" fmla="*/ 2080332 h 2323145"/>
              <a:gd name="connsiteX197" fmla="*/ 2755844 w 11269336"/>
              <a:gd name="connsiteY197" fmla="*/ 2078874 h 2323145"/>
              <a:gd name="connsiteX198" fmla="*/ 2657742 w 11269336"/>
              <a:gd name="connsiteY198" fmla="*/ 2070179 h 2323145"/>
              <a:gd name="connsiteX199" fmla="*/ 2559549 w 11269336"/>
              <a:gd name="connsiteY199" fmla="*/ 2057873 h 2323145"/>
              <a:gd name="connsiteX200" fmla="*/ 2512054 w 11269336"/>
              <a:gd name="connsiteY200" fmla="*/ 2031671 h 2323145"/>
              <a:gd name="connsiteX201" fmla="*/ 2506437 w 11269336"/>
              <a:gd name="connsiteY201" fmla="*/ 2030918 h 2323145"/>
              <a:gd name="connsiteX202" fmla="*/ 2491752 w 11269336"/>
              <a:gd name="connsiteY202" fmla="*/ 2033906 h 2323145"/>
              <a:gd name="connsiteX203" fmla="*/ 2486338 w 11269336"/>
              <a:gd name="connsiteY203" fmla="*/ 2035862 h 2323145"/>
              <a:gd name="connsiteX204" fmla="*/ 2478186 w 11269336"/>
              <a:gd name="connsiteY204" fmla="*/ 2036953 h 2323145"/>
              <a:gd name="connsiteX205" fmla="*/ 2477950 w 11269336"/>
              <a:gd name="connsiteY205" fmla="*/ 2036715 h 2323145"/>
              <a:gd name="connsiteX206" fmla="*/ 2470381 w 11269336"/>
              <a:gd name="connsiteY206" fmla="*/ 2038256 h 2323145"/>
              <a:gd name="connsiteX207" fmla="*/ 2433781 w 11269336"/>
              <a:gd name="connsiteY207" fmla="*/ 2049140 h 2323145"/>
              <a:gd name="connsiteX208" fmla="*/ 2381172 w 11269336"/>
              <a:gd name="connsiteY208" fmla="*/ 2030645 h 2323145"/>
              <a:gd name="connsiteX209" fmla="*/ 2360198 w 11269336"/>
              <a:gd name="connsiteY209" fmla="*/ 2029059 h 2323145"/>
              <a:gd name="connsiteX210" fmla="*/ 2348815 w 11269336"/>
              <a:gd name="connsiteY210" fmla="*/ 2026798 h 2323145"/>
              <a:gd name="connsiteX211" fmla="*/ 2347988 w 11269336"/>
              <a:gd name="connsiteY211" fmla="*/ 2025745 h 2323145"/>
              <a:gd name="connsiteX212" fmla="*/ 2312920 w 11269336"/>
              <a:gd name="connsiteY212" fmla="*/ 2036311 h 2323145"/>
              <a:gd name="connsiteX213" fmla="*/ 2307986 w 11269336"/>
              <a:gd name="connsiteY213" fmla="*/ 2035583 h 2323145"/>
              <a:gd name="connsiteX214" fmla="*/ 2285481 w 11269336"/>
              <a:gd name="connsiteY214" fmla="*/ 2045197 h 2323145"/>
              <a:gd name="connsiteX215" fmla="*/ 2273666 w 11269336"/>
              <a:gd name="connsiteY215" fmla="*/ 2048710 h 2323145"/>
              <a:gd name="connsiteX216" fmla="*/ 2270719 w 11269336"/>
              <a:gd name="connsiteY216" fmla="*/ 2052702 h 2323145"/>
              <a:gd name="connsiteX217" fmla="*/ 2253080 w 11269336"/>
              <a:gd name="connsiteY217" fmla="*/ 2056363 h 2323145"/>
              <a:gd name="connsiteX218" fmla="*/ 2250906 w 11269336"/>
              <a:gd name="connsiteY218" fmla="*/ 2055654 h 2323145"/>
              <a:gd name="connsiteX219" fmla="*/ 2236905 w 11269336"/>
              <a:gd name="connsiteY219" fmla="*/ 2062882 h 2323145"/>
              <a:gd name="connsiteX220" fmla="*/ 2225830 w 11269336"/>
              <a:gd name="connsiteY220" fmla="*/ 2074027 h 2323145"/>
              <a:gd name="connsiteX221" fmla="*/ 2073776 w 11269336"/>
              <a:gd name="connsiteY221" fmla="*/ 2089244 h 2323145"/>
              <a:gd name="connsiteX222" fmla="*/ 1948256 w 11269336"/>
              <a:gd name="connsiteY222" fmla="*/ 2146616 h 2323145"/>
              <a:gd name="connsiteX223" fmla="*/ 1865582 w 11269336"/>
              <a:gd name="connsiteY223" fmla="*/ 2153738 h 2323145"/>
              <a:gd name="connsiteX224" fmla="*/ 1835210 w 11269336"/>
              <a:gd name="connsiteY224" fmla="*/ 2134244 h 2323145"/>
              <a:gd name="connsiteX225" fmla="*/ 1632661 w 11269336"/>
              <a:gd name="connsiteY225" fmla="*/ 2173882 h 2323145"/>
              <a:gd name="connsiteX226" fmla="*/ 1579590 w 11269336"/>
              <a:gd name="connsiteY226" fmla="*/ 2173680 h 2323145"/>
              <a:gd name="connsiteX227" fmla="*/ 1535601 w 11269336"/>
              <a:gd name="connsiteY227" fmla="*/ 2194590 h 2323145"/>
              <a:gd name="connsiteX228" fmla="*/ 1515594 w 11269336"/>
              <a:gd name="connsiteY228" fmla="*/ 2189622 h 2323145"/>
              <a:gd name="connsiteX229" fmla="*/ 1512113 w 11269336"/>
              <a:gd name="connsiteY229" fmla="*/ 2188534 h 2323145"/>
              <a:gd name="connsiteX230" fmla="*/ 1498838 w 11269336"/>
              <a:gd name="connsiteY230" fmla="*/ 2189213 h 2323145"/>
              <a:gd name="connsiteX231" fmla="*/ 1494279 w 11269336"/>
              <a:gd name="connsiteY231" fmla="*/ 2183112 h 2323145"/>
              <a:gd name="connsiteX232" fmla="*/ 1473714 w 11269336"/>
              <a:gd name="connsiteY232" fmla="*/ 2179625 h 2323145"/>
              <a:gd name="connsiteX233" fmla="*/ 1449503 w 11269336"/>
              <a:gd name="connsiteY233" fmla="*/ 2182633 h 2323145"/>
              <a:gd name="connsiteX234" fmla="*/ 1266687 w 11269336"/>
              <a:gd name="connsiteY234" fmla="*/ 2212688 h 2323145"/>
              <a:gd name="connsiteX235" fmla="*/ 1239614 w 11269336"/>
              <a:gd name="connsiteY235" fmla="*/ 2209727 h 2323145"/>
              <a:gd name="connsiteX236" fmla="*/ 1202436 w 11269336"/>
              <a:gd name="connsiteY236" fmla="*/ 2209817 h 2323145"/>
              <a:gd name="connsiteX237" fmla="*/ 1136097 w 11269336"/>
              <a:gd name="connsiteY237" fmla="*/ 2205112 h 2323145"/>
              <a:gd name="connsiteX238" fmla="*/ 988232 w 11269336"/>
              <a:gd name="connsiteY238" fmla="*/ 2235635 h 2323145"/>
              <a:gd name="connsiteX239" fmla="*/ 981959 w 11269336"/>
              <a:gd name="connsiteY239" fmla="*/ 2231607 h 2323145"/>
              <a:gd name="connsiteX240" fmla="*/ 938600 w 11269336"/>
              <a:gd name="connsiteY240" fmla="*/ 2238113 h 2323145"/>
              <a:gd name="connsiteX241" fmla="*/ 791788 w 11269336"/>
              <a:gd name="connsiteY241" fmla="*/ 2293224 h 2323145"/>
              <a:gd name="connsiteX242" fmla="*/ 706914 w 11269336"/>
              <a:gd name="connsiteY242" fmla="*/ 2305046 h 2323145"/>
              <a:gd name="connsiteX243" fmla="*/ 675971 w 11269336"/>
              <a:gd name="connsiteY243" fmla="*/ 2304030 h 2323145"/>
              <a:gd name="connsiteX244" fmla="*/ 624180 w 11269336"/>
              <a:gd name="connsiteY244" fmla="*/ 2302650 h 2323145"/>
              <a:gd name="connsiteX245" fmla="*/ 583453 w 11269336"/>
              <a:gd name="connsiteY245" fmla="*/ 2288788 h 2323145"/>
              <a:gd name="connsiteX246" fmla="*/ 540946 w 11269336"/>
              <a:gd name="connsiteY246" fmla="*/ 2292721 h 2323145"/>
              <a:gd name="connsiteX247" fmla="*/ 533680 w 11269336"/>
              <a:gd name="connsiteY247" fmla="*/ 2310233 h 2323145"/>
              <a:gd name="connsiteX248" fmla="*/ 487366 w 11269336"/>
              <a:gd name="connsiteY248" fmla="*/ 2309053 h 2323145"/>
              <a:gd name="connsiteX249" fmla="*/ 416820 w 11269336"/>
              <a:gd name="connsiteY249" fmla="*/ 2305443 h 2323145"/>
              <a:gd name="connsiteX250" fmla="*/ 376805 w 11269336"/>
              <a:gd name="connsiteY250" fmla="*/ 2307647 h 2323145"/>
              <a:gd name="connsiteX251" fmla="*/ 266777 w 11269336"/>
              <a:gd name="connsiteY251" fmla="*/ 2309012 h 2323145"/>
              <a:gd name="connsiteX252" fmla="*/ 156013 w 11269336"/>
              <a:gd name="connsiteY252" fmla="*/ 2306832 h 2323145"/>
              <a:gd name="connsiteX253" fmla="*/ 87258 w 11269336"/>
              <a:gd name="connsiteY253" fmla="*/ 2285511 h 2323145"/>
              <a:gd name="connsiteX254" fmla="*/ 23798 w 11269336"/>
              <a:gd name="connsiteY254" fmla="*/ 2281822 h 2323145"/>
              <a:gd name="connsiteX255" fmla="*/ 0 w 11269336"/>
              <a:gd name="connsiteY255" fmla="*/ 2285369 h 2323145"/>
              <a:gd name="connsiteX256" fmla="*/ 0 w 11269336"/>
              <a:gd name="connsiteY25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05765 w 11269336"/>
              <a:gd name="connsiteY145" fmla="*/ 2199902 h 2323145"/>
              <a:gd name="connsiteX146" fmla="*/ 4401354 w 11269336"/>
              <a:gd name="connsiteY146" fmla="*/ 2194745 h 2323145"/>
              <a:gd name="connsiteX147" fmla="*/ 4366646 w 11269336"/>
              <a:gd name="connsiteY147" fmla="*/ 2198564 h 2323145"/>
              <a:gd name="connsiteX148" fmla="*/ 4354009 w 11269336"/>
              <a:gd name="connsiteY148" fmla="*/ 2204984 h 2323145"/>
              <a:gd name="connsiteX149" fmla="*/ 4348284 w 11269336"/>
              <a:gd name="connsiteY149" fmla="*/ 2205270 h 2323145"/>
              <a:gd name="connsiteX150" fmla="*/ 4333906 w 11269336"/>
              <a:gd name="connsiteY150" fmla="*/ 2205251 h 2323145"/>
              <a:gd name="connsiteX151" fmla="*/ 4308819 w 11269336"/>
              <a:gd name="connsiteY151" fmla="*/ 2203822 h 2323145"/>
              <a:gd name="connsiteX152" fmla="*/ 4301210 w 11269336"/>
              <a:gd name="connsiteY152" fmla="*/ 2204456 h 2323145"/>
              <a:gd name="connsiteX153" fmla="*/ 4283095 w 11269336"/>
              <a:gd name="connsiteY153" fmla="*/ 2198177 h 2323145"/>
              <a:gd name="connsiteX154" fmla="*/ 4250119 w 11269336"/>
              <a:gd name="connsiteY154" fmla="*/ 2196342 h 2323145"/>
              <a:gd name="connsiteX155" fmla="*/ 4189203 w 11269336"/>
              <a:gd name="connsiteY155" fmla="*/ 2178994 h 2323145"/>
              <a:gd name="connsiteX156" fmla="*/ 4154035 w 11269336"/>
              <a:gd name="connsiteY156" fmla="*/ 2171950 h 2323145"/>
              <a:gd name="connsiteX157" fmla="*/ 4129569 w 11269336"/>
              <a:gd name="connsiteY157" fmla="*/ 2163850 h 2323145"/>
              <a:gd name="connsiteX158" fmla="*/ 4061250 w 11269336"/>
              <a:gd name="connsiteY158" fmla="*/ 2159236 h 2323145"/>
              <a:gd name="connsiteX159" fmla="*/ 3945480 w 11269336"/>
              <a:gd name="connsiteY159" fmla="*/ 2158279 h 2323145"/>
              <a:gd name="connsiteX160" fmla="*/ 3921468 w 11269336"/>
              <a:gd name="connsiteY160" fmla="*/ 2156588 h 2323145"/>
              <a:gd name="connsiteX161" fmla="*/ 3903348 w 11269336"/>
              <a:gd name="connsiteY161" fmla="*/ 2149220 h 2323145"/>
              <a:gd name="connsiteX162" fmla="*/ 3901342 w 11269336"/>
              <a:gd name="connsiteY162" fmla="*/ 2142355 h 2323145"/>
              <a:gd name="connsiteX163" fmla="*/ 3888539 w 11269336"/>
              <a:gd name="connsiteY163" fmla="*/ 2140476 h 2323145"/>
              <a:gd name="connsiteX164" fmla="*/ 3885662 w 11269336"/>
              <a:gd name="connsiteY164" fmla="*/ 2138740 h 2323145"/>
              <a:gd name="connsiteX165" fmla="*/ 3868627 w 11269336"/>
              <a:gd name="connsiteY165" fmla="*/ 2130023 h 2323145"/>
              <a:gd name="connsiteX166" fmla="*/ 3819177 w 11269336"/>
              <a:gd name="connsiteY166" fmla="*/ 2142111 h 2323145"/>
              <a:gd name="connsiteX167" fmla="*/ 3769100 w 11269336"/>
              <a:gd name="connsiteY167" fmla="*/ 2131731 h 2323145"/>
              <a:gd name="connsiteX168" fmla="*/ 3562752 w 11269336"/>
              <a:gd name="connsiteY168" fmla="*/ 2131785 h 2323145"/>
              <a:gd name="connsiteX169" fmla="*/ 3541402 w 11269336"/>
              <a:gd name="connsiteY169" fmla="*/ 2106821 h 2323145"/>
              <a:gd name="connsiteX170" fmla="*/ 3365341 w 11269336"/>
              <a:gd name="connsiteY170" fmla="*/ 2077638 h 2323145"/>
              <a:gd name="connsiteX171" fmla="*/ 3170922 w 11269336"/>
              <a:gd name="connsiteY171" fmla="*/ 2115957 h 2323145"/>
              <a:gd name="connsiteX172" fmla="*/ 3156256 w 11269336"/>
              <a:gd name="connsiteY172" fmla="*/ 2124773 h 2323145"/>
              <a:gd name="connsiteX173" fmla="*/ 3140298 w 11269336"/>
              <a:gd name="connsiteY173" fmla="*/ 2129182 h 2323145"/>
              <a:gd name="connsiteX174" fmla="*/ 3138514 w 11269336"/>
              <a:gd name="connsiteY174" fmla="*/ 2128069 h 2323145"/>
              <a:gd name="connsiteX175" fmla="*/ 3120467 w 11269336"/>
              <a:gd name="connsiteY175" fmla="*/ 2128281 h 2323145"/>
              <a:gd name="connsiteX176" fmla="*/ 3116175 w 11269336"/>
              <a:gd name="connsiteY176" fmla="*/ 2131633 h 2323145"/>
              <a:gd name="connsiteX177" fmla="*/ 3103685 w 11269336"/>
              <a:gd name="connsiteY177" fmla="*/ 2132814 h 2323145"/>
              <a:gd name="connsiteX178" fmla="*/ 3078794 w 11269336"/>
              <a:gd name="connsiteY178" fmla="*/ 2137935 h 2323145"/>
              <a:gd name="connsiteX179" fmla="*/ 3074407 w 11269336"/>
              <a:gd name="connsiteY179" fmla="*/ 2136274 h 2323145"/>
              <a:gd name="connsiteX180" fmla="*/ 3037285 w 11269336"/>
              <a:gd name="connsiteY180" fmla="*/ 2139919 h 2323145"/>
              <a:gd name="connsiteX181" fmla="*/ 3036901 w 11269336"/>
              <a:gd name="connsiteY181" fmla="*/ 2138726 h 2323145"/>
              <a:gd name="connsiteX182" fmla="*/ 3026996 w 11269336"/>
              <a:gd name="connsiteY182" fmla="*/ 2134322 h 2323145"/>
              <a:gd name="connsiteX183" fmla="*/ 3007772 w 11269336"/>
              <a:gd name="connsiteY183" fmla="*/ 2128742 h 2323145"/>
              <a:gd name="connsiteX184" fmla="*/ 2965030 w 11269336"/>
              <a:gd name="connsiteY184" fmla="*/ 2100494 h 2323145"/>
              <a:gd name="connsiteX185" fmla="*/ 2926342 w 11269336"/>
              <a:gd name="connsiteY185" fmla="*/ 2104155 h 2323145"/>
              <a:gd name="connsiteX186" fmla="*/ 2918608 w 11269336"/>
              <a:gd name="connsiteY186" fmla="*/ 2104215 h 2323145"/>
              <a:gd name="connsiteX187" fmla="*/ 2918475 w 11269336"/>
              <a:gd name="connsiteY187" fmla="*/ 2103937 h 2323145"/>
              <a:gd name="connsiteX188" fmla="*/ 2910360 w 11269336"/>
              <a:gd name="connsiteY188" fmla="*/ 2103444 h 2323145"/>
              <a:gd name="connsiteX189" fmla="*/ 2904507 w 11269336"/>
              <a:gd name="connsiteY189" fmla="*/ 2104326 h 2323145"/>
              <a:gd name="connsiteX190" fmla="*/ 2889503 w 11269336"/>
              <a:gd name="connsiteY190" fmla="*/ 2104443 h 2323145"/>
              <a:gd name="connsiteX191" fmla="*/ 2884480 w 11269336"/>
              <a:gd name="connsiteY191" fmla="*/ 2102626 h 2323145"/>
              <a:gd name="connsiteX192" fmla="*/ 2882689 w 11269336"/>
              <a:gd name="connsiteY192" fmla="*/ 2099228 h 2323145"/>
              <a:gd name="connsiteX193" fmla="*/ 2881291 w 11269336"/>
              <a:gd name="connsiteY193" fmla="*/ 2099618 h 2323145"/>
              <a:gd name="connsiteX194" fmla="*/ 2853979 w 11269336"/>
              <a:gd name="connsiteY194" fmla="*/ 2090388 h 2323145"/>
              <a:gd name="connsiteX195" fmla="*/ 2791790 w 11269336"/>
              <a:gd name="connsiteY195" fmla="*/ 2080332 h 2323145"/>
              <a:gd name="connsiteX196" fmla="*/ 2755844 w 11269336"/>
              <a:gd name="connsiteY196" fmla="*/ 2078874 h 2323145"/>
              <a:gd name="connsiteX197" fmla="*/ 2657742 w 11269336"/>
              <a:gd name="connsiteY197" fmla="*/ 2070179 h 2323145"/>
              <a:gd name="connsiteX198" fmla="*/ 2559549 w 11269336"/>
              <a:gd name="connsiteY198" fmla="*/ 2057873 h 2323145"/>
              <a:gd name="connsiteX199" fmla="*/ 2512054 w 11269336"/>
              <a:gd name="connsiteY199" fmla="*/ 2031671 h 2323145"/>
              <a:gd name="connsiteX200" fmla="*/ 2506437 w 11269336"/>
              <a:gd name="connsiteY200" fmla="*/ 2030918 h 2323145"/>
              <a:gd name="connsiteX201" fmla="*/ 2491752 w 11269336"/>
              <a:gd name="connsiteY201" fmla="*/ 2033906 h 2323145"/>
              <a:gd name="connsiteX202" fmla="*/ 2486338 w 11269336"/>
              <a:gd name="connsiteY202" fmla="*/ 2035862 h 2323145"/>
              <a:gd name="connsiteX203" fmla="*/ 2478186 w 11269336"/>
              <a:gd name="connsiteY203" fmla="*/ 2036953 h 2323145"/>
              <a:gd name="connsiteX204" fmla="*/ 2477950 w 11269336"/>
              <a:gd name="connsiteY204" fmla="*/ 2036715 h 2323145"/>
              <a:gd name="connsiteX205" fmla="*/ 2470381 w 11269336"/>
              <a:gd name="connsiteY205" fmla="*/ 2038256 h 2323145"/>
              <a:gd name="connsiteX206" fmla="*/ 2433781 w 11269336"/>
              <a:gd name="connsiteY206" fmla="*/ 2049140 h 2323145"/>
              <a:gd name="connsiteX207" fmla="*/ 2381172 w 11269336"/>
              <a:gd name="connsiteY207" fmla="*/ 2030645 h 2323145"/>
              <a:gd name="connsiteX208" fmla="*/ 2360198 w 11269336"/>
              <a:gd name="connsiteY208" fmla="*/ 2029059 h 2323145"/>
              <a:gd name="connsiteX209" fmla="*/ 2348815 w 11269336"/>
              <a:gd name="connsiteY209" fmla="*/ 2026798 h 2323145"/>
              <a:gd name="connsiteX210" fmla="*/ 2347988 w 11269336"/>
              <a:gd name="connsiteY210" fmla="*/ 2025745 h 2323145"/>
              <a:gd name="connsiteX211" fmla="*/ 2312920 w 11269336"/>
              <a:gd name="connsiteY211" fmla="*/ 2036311 h 2323145"/>
              <a:gd name="connsiteX212" fmla="*/ 2307986 w 11269336"/>
              <a:gd name="connsiteY212" fmla="*/ 2035583 h 2323145"/>
              <a:gd name="connsiteX213" fmla="*/ 2285481 w 11269336"/>
              <a:gd name="connsiteY213" fmla="*/ 2045197 h 2323145"/>
              <a:gd name="connsiteX214" fmla="*/ 2273666 w 11269336"/>
              <a:gd name="connsiteY214" fmla="*/ 2048710 h 2323145"/>
              <a:gd name="connsiteX215" fmla="*/ 2270719 w 11269336"/>
              <a:gd name="connsiteY215" fmla="*/ 2052702 h 2323145"/>
              <a:gd name="connsiteX216" fmla="*/ 2253080 w 11269336"/>
              <a:gd name="connsiteY216" fmla="*/ 2056363 h 2323145"/>
              <a:gd name="connsiteX217" fmla="*/ 2250906 w 11269336"/>
              <a:gd name="connsiteY217" fmla="*/ 2055654 h 2323145"/>
              <a:gd name="connsiteX218" fmla="*/ 2236905 w 11269336"/>
              <a:gd name="connsiteY218" fmla="*/ 2062882 h 2323145"/>
              <a:gd name="connsiteX219" fmla="*/ 2225830 w 11269336"/>
              <a:gd name="connsiteY219" fmla="*/ 2074027 h 2323145"/>
              <a:gd name="connsiteX220" fmla="*/ 2073776 w 11269336"/>
              <a:gd name="connsiteY220" fmla="*/ 2089244 h 2323145"/>
              <a:gd name="connsiteX221" fmla="*/ 1948256 w 11269336"/>
              <a:gd name="connsiteY221" fmla="*/ 2146616 h 2323145"/>
              <a:gd name="connsiteX222" fmla="*/ 1865582 w 11269336"/>
              <a:gd name="connsiteY222" fmla="*/ 2153738 h 2323145"/>
              <a:gd name="connsiteX223" fmla="*/ 1835210 w 11269336"/>
              <a:gd name="connsiteY223" fmla="*/ 2134244 h 2323145"/>
              <a:gd name="connsiteX224" fmla="*/ 1632661 w 11269336"/>
              <a:gd name="connsiteY224" fmla="*/ 2173882 h 2323145"/>
              <a:gd name="connsiteX225" fmla="*/ 1579590 w 11269336"/>
              <a:gd name="connsiteY225" fmla="*/ 2173680 h 2323145"/>
              <a:gd name="connsiteX226" fmla="*/ 1535601 w 11269336"/>
              <a:gd name="connsiteY226" fmla="*/ 2194590 h 2323145"/>
              <a:gd name="connsiteX227" fmla="*/ 1515594 w 11269336"/>
              <a:gd name="connsiteY227" fmla="*/ 2189622 h 2323145"/>
              <a:gd name="connsiteX228" fmla="*/ 1512113 w 11269336"/>
              <a:gd name="connsiteY228" fmla="*/ 2188534 h 2323145"/>
              <a:gd name="connsiteX229" fmla="*/ 1498838 w 11269336"/>
              <a:gd name="connsiteY229" fmla="*/ 2189213 h 2323145"/>
              <a:gd name="connsiteX230" fmla="*/ 1494279 w 11269336"/>
              <a:gd name="connsiteY230" fmla="*/ 2183112 h 2323145"/>
              <a:gd name="connsiteX231" fmla="*/ 1473714 w 11269336"/>
              <a:gd name="connsiteY231" fmla="*/ 2179625 h 2323145"/>
              <a:gd name="connsiteX232" fmla="*/ 1449503 w 11269336"/>
              <a:gd name="connsiteY232" fmla="*/ 2182633 h 2323145"/>
              <a:gd name="connsiteX233" fmla="*/ 1266687 w 11269336"/>
              <a:gd name="connsiteY233" fmla="*/ 2212688 h 2323145"/>
              <a:gd name="connsiteX234" fmla="*/ 1239614 w 11269336"/>
              <a:gd name="connsiteY234" fmla="*/ 2209727 h 2323145"/>
              <a:gd name="connsiteX235" fmla="*/ 1202436 w 11269336"/>
              <a:gd name="connsiteY235" fmla="*/ 2209817 h 2323145"/>
              <a:gd name="connsiteX236" fmla="*/ 1136097 w 11269336"/>
              <a:gd name="connsiteY236" fmla="*/ 2205112 h 2323145"/>
              <a:gd name="connsiteX237" fmla="*/ 988232 w 11269336"/>
              <a:gd name="connsiteY237" fmla="*/ 2235635 h 2323145"/>
              <a:gd name="connsiteX238" fmla="*/ 981959 w 11269336"/>
              <a:gd name="connsiteY238" fmla="*/ 2231607 h 2323145"/>
              <a:gd name="connsiteX239" fmla="*/ 938600 w 11269336"/>
              <a:gd name="connsiteY239" fmla="*/ 2238113 h 2323145"/>
              <a:gd name="connsiteX240" fmla="*/ 791788 w 11269336"/>
              <a:gd name="connsiteY240" fmla="*/ 2293224 h 2323145"/>
              <a:gd name="connsiteX241" fmla="*/ 706914 w 11269336"/>
              <a:gd name="connsiteY241" fmla="*/ 2305046 h 2323145"/>
              <a:gd name="connsiteX242" fmla="*/ 675971 w 11269336"/>
              <a:gd name="connsiteY242" fmla="*/ 2304030 h 2323145"/>
              <a:gd name="connsiteX243" fmla="*/ 624180 w 11269336"/>
              <a:gd name="connsiteY243" fmla="*/ 2302650 h 2323145"/>
              <a:gd name="connsiteX244" fmla="*/ 583453 w 11269336"/>
              <a:gd name="connsiteY244" fmla="*/ 2288788 h 2323145"/>
              <a:gd name="connsiteX245" fmla="*/ 540946 w 11269336"/>
              <a:gd name="connsiteY245" fmla="*/ 2292721 h 2323145"/>
              <a:gd name="connsiteX246" fmla="*/ 533680 w 11269336"/>
              <a:gd name="connsiteY246" fmla="*/ 2310233 h 2323145"/>
              <a:gd name="connsiteX247" fmla="*/ 487366 w 11269336"/>
              <a:gd name="connsiteY247" fmla="*/ 2309053 h 2323145"/>
              <a:gd name="connsiteX248" fmla="*/ 416820 w 11269336"/>
              <a:gd name="connsiteY248" fmla="*/ 2305443 h 2323145"/>
              <a:gd name="connsiteX249" fmla="*/ 376805 w 11269336"/>
              <a:gd name="connsiteY249" fmla="*/ 2307647 h 2323145"/>
              <a:gd name="connsiteX250" fmla="*/ 266777 w 11269336"/>
              <a:gd name="connsiteY250" fmla="*/ 2309012 h 2323145"/>
              <a:gd name="connsiteX251" fmla="*/ 156013 w 11269336"/>
              <a:gd name="connsiteY251" fmla="*/ 2306832 h 2323145"/>
              <a:gd name="connsiteX252" fmla="*/ 87258 w 11269336"/>
              <a:gd name="connsiteY252" fmla="*/ 2285511 h 2323145"/>
              <a:gd name="connsiteX253" fmla="*/ 23798 w 11269336"/>
              <a:gd name="connsiteY253" fmla="*/ 2281822 h 2323145"/>
              <a:gd name="connsiteX254" fmla="*/ 0 w 11269336"/>
              <a:gd name="connsiteY254" fmla="*/ 2285369 h 2323145"/>
              <a:gd name="connsiteX255" fmla="*/ 0 w 11269336"/>
              <a:gd name="connsiteY25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05765 w 11269336"/>
              <a:gd name="connsiteY144" fmla="*/ 2199902 h 2323145"/>
              <a:gd name="connsiteX145" fmla="*/ 4401354 w 11269336"/>
              <a:gd name="connsiteY145" fmla="*/ 2194745 h 2323145"/>
              <a:gd name="connsiteX146" fmla="*/ 4366646 w 11269336"/>
              <a:gd name="connsiteY146" fmla="*/ 2198564 h 2323145"/>
              <a:gd name="connsiteX147" fmla="*/ 4354009 w 11269336"/>
              <a:gd name="connsiteY147" fmla="*/ 2204984 h 2323145"/>
              <a:gd name="connsiteX148" fmla="*/ 4348284 w 11269336"/>
              <a:gd name="connsiteY148" fmla="*/ 2205270 h 2323145"/>
              <a:gd name="connsiteX149" fmla="*/ 4333906 w 11269336"/>
              <a:gd name="connsiteY149" fmla="*/ 2205251 h 2323145"/>
              <a:gd name="connsiteX150" fmla="*/ 4308819 w 11269336"/>
              <a:gd name="connsiteY150" fmla="*/ 2203822 h 2323145"/>
              <a:gd name="connsiteX151" fmla="*/ 4301210 w 11269336"/>
              <a:gd name="connsiteY151" fmla="*/ 2204456 h 2323145"/>
              <a:gd name="connsiteX152" fmla="*/ 4283095 w 11269336"/>
              <a:gd name="connsiteY152" fmla="*/ 2198177 h 2323145"/>
              <a:gd name="connsiteX153" fmla="*/ 4250119 w 11269336"/>
              <a:gd name="connsiteY153" fmla="*/ 2196342 h 2323145"/>
              <a:gd name="connsiteX154" fmla="*/ 4189203 w 11269336"/>
              <a:gd name="connsiteY154" fmla="*/ 2178994 h 2323145"/>
              <a:gd name="connsiteX155" fmla="*/ 4154035 w 11269336"/>
              <a:gd name="connsiteY155" fmla="*/ 2171950 h 2323145"/>
              <a:gd name="connsiteX156" fmla="*/ 4129569 w 11269336"/>
              <a:gd name="connsiteY156" fmla="*/ 2163850 h 2323145"/>
              <a:gd name="connsiteX157" fmla="*/ 4061250 w 11269336"/>
              <a:gd name="connsiteY157" fmla="*/ 2159236 h 2323145"/>
              <a:gd name="connsiteX158" fmla="*/ 3945480 w 11269336"/>
              <a:gd name="connsiteY158" fmla="*/ 2158279 h 2323145"/>
              <a:gd name="connsiteX159" fmla="*/ 3921468 w 11269336"/>
              <a:gd name="connsiteY159" fmla="*/ 2156588 h 2323145"/>
              <a:gd name="connsiteX160" fmla="*/ 3903348 w 11269336"/>
              <a:gd name="connsiteY160" fmla="*/ 2149220 h 2323145"/>
              <a:gd name="connsiteX161" fmla="*/ 3901342 w 11269336"/>
              <a:gd name="connsiteY161" fmla="*/ 2142355 h 2323145"/>
              <a:gd name="connsiteX162" fmla="*/ 3888539 w 11269336"/>
              <a:gd name="connsiteY162" fmla="*/ 2140476 h 2323145"/>
              <a:gd name="connsiteX163" fmla="*/ 3885662 w 11269336"/>
              <a:gd name="connsiteY163" fmla="*/ 2138740 h 2323145"/>
              <a:gd name="connsiteX164" fmla="*/ 3868627 w 11269336"/>
              <a:gd name="connsiteY164" fmla="*/ 2130023 h 2323145"/>
              <a:gd name="connsiteX165" fmla="*/ 3819177 w 11269336"/>
              <a:gd name="connsiteY165" fmla="*/ 2142111 h 2323145"/>
              <a:gd name="connsiteX166" fmla="*/ 3769100 w 11269336"/>
              <a:gd name="connsiteY166" fmla="*/ 2131731 h 2323145"/>
              <a:gd name="connsiteX167" fmla="*/ 3562752 w 11269336"/>
              <a:gd name="connsiteY167" fmla="*/ 2131785 h 2323145"/>
              <a:gd name="connsiteX168" fmla="*/ 3541402 w 11269336"/>
              <a:gd name="connsiteY168" fmla="*/ 2106821 h 2323145"/>
              <a:gd name="connsiteX169" fmla="*/ 3365341 w 11269336"/>
              <a:gd name="connsiteY169" fmla="*/ 2077638 h 2323145"/>
              <a:gd name="connsiteX170" fmla="*/ 3170922 w 11269336"/>
              <a:gd name="connsiteY170" fmla="*/ 2115957 h 2323145"/>
              <a:gd name="connsiteX171" fmla="*/ 3156256 w 11269336"/>
              <a:gd name="connsiteY171" fmla="*/ 2124773 h 2323145"/>
              <a:gd name="connsiteX172" fmla="*/ 3140298 w 11269336"/>
              <a:gd name="connsiteY172" fmla="*/ 2129182 h 2323145"/>
              <a:gd name="connsiteX173" fmla="*/ 3138514 w 11269336"/>
              <a:gd name="connsiteY173" fmla="*/ 2128069 h 2323145"/>
              <a:gd name="connsiteX174" fmla="*/ 3120467 w 11269336"/>
              <a:gd name="connsiteY174" fmla="*/ 2128281 h 2323145"/>
              <a:gd name="connsiteX175" fmla="*/ 3116175 w 11269336"/>
              <a:gd name="connsiteY175" fmla="*/ 2131633 h 2323145"/>
              <a:gd name="connsiteX176" fmla="*/ 3103685 w 11269336"/>
              <a:gd name="connsiteY176" fmla="*/ 2132814 h 2323145"/>
              <a:gd name="connsiteX177" fmla="*/ 3078794 w 11269336"/>
              <a:gd name="connsiteY177" fmla="*/ 2137935 h 2323145"/>
              <a:gd name="connsiteX178" fmla="*/ 3074407 w 11269336"/>
              <a:gd name="connsiteY178" fmla="*/ 2136274 h 2323145"/>
              <a:gd name="connsiteX179" fmla="*/ 3037285 w 11269336"/>
              <a:gd name="connsiteY179" fmla="*/ 2139919 h 2323145"/>
              <a:gd name="connsiteX180" fmla="*/ 3036901 w 11269336"/>
              <a:gd name="connsiteY180" fmla="*/ 2138726 h 2323145"/>
              <a:gd name="connsiteX181" fmla="*/ 3026996 w 11269336"/>
              <a:gd name="connsiteY181" fmla="*/ 2134322 h 2323145"/>
              <a:gd name="connsiteX182" fmla="*/ 3007772 w 11269336"/>
              <a:gd name="connsiteY182" fmla="*/ 2128742 h 2323145"/>
              <a:gd name="connsiteX183" fmla="*/ 2965030 w 11269336"/>
              <a:gd name="connsiteY183" fmla="*/ 2100494 h 2323145"/>
              <a:gd name="connsiteX184" fmla="*/ 2926342 w 11269336"/>
              <a:gd name="connsiteY184" fmla="*/ 2104155 h 2323145"/>
              <a:gd name="connsiteX185" fmla="*/ 2918608 w 11269336"/>
              <a:gd name="connsiteY185" fmla="*/ 2104215 h 2323145"/>
              <a:gd name="connsiteX186" fmla="*/ 2918475 w 11269336"/>
              <a:gd name="connsiteY186" fmla="*/ 2103937 h 2323145"/>
              <a:gd name="connsiteX187" fmla="*/ 2910360 w 11269336"/>
              <a:gd name="connsiteY187" fmla="*/ 2103444 h 2323145"/>
              <a:gd name="connsiteX188" fmla="*/ 2904507 w 11269336"/>
              <a:gd name="connsiteY188" fmla="*/ 2104326 h 2323145"/>
              <a:gd name="connsiteX189" fmla="*/ 2889503 w 11269336"/>
              <a:gd name="connsiteY189" fmla="*/ 2104443 h 2323145"/>
              <a:gd name="connsiteX190" fmla="*/ 2884480 w 11269336"/>
              <a:gd name="connsiteY190" fmla="*/ 2102626 h 2323145"/>
              <a:gd name="connsiteX191" fmla="*/ 2882689 w 11269336"/>
              <a:gd name="connsiteY191" fmla="*/ 2099228 h 2323145"/>
              <a:gd name="connsiteX192" fmla="*/ 2881291 w 11269336"/>
              <a:gd name="connsiteY192" fmla="*/ 2099618 h 2323145"/>
              <a:gd name="connsiteX193" fmla="*/ 2853979 w 11269336"/>
              <a:gd name="connsiteY193" fmla="*/ 2090388 h 2323145"/>
              <a:gd name="connsiteX194" fmla="*/ 2791790 w 11269336"/>
              <a:gd name="connsiteY194" fmla="*/ 2080332 h 2323145"/>
              <a:gd name="connsiteX195" fmla="*/ 2755844 w 11269336"/>
              <a:gd name="connsiteY195" fmla="*/ 2078874 h 2323145"/>
              <a:gd name="connsiteX196" fmla="*/ 2657742 w 11269336"/>
              <a:gd name="connsiteY196" fmla="*/ 2070179 h 2323145"/>
              <a:gd name="connsiteX197" fmla="*/ 2559549 w 11269336"/>
              <a:gd name="connsiteY197" fmla="*/ 2057873 h 2323145"/>
              <a:gd name="connsiteX198" fmla="*/ 2512054 w 11269336"/>
              <a:gd name="connsiteY198" fmla="*/ 2031671 h 2323145"/>
              <a:gd name="connsiteX199" fmla="*/ 2506437 w 11269336"/>
              <a:gd name="connsiteY199" fmla="*/ 2030918 h 2323145"/>
              <a:gd name="connsiteX200" fmla="*/ 2491752 w 11269336"/>
              <a:gd name="connsiteY200" fmla="*/ 2033906 h 2323145"/>
              <a:gd name="connsiteX201" fmla="*/ 2486338 w 11269336"/>
              <a:gd name="connsiteY201" fmla="*/ 2035862 h 2323145"/>
              <a:gd name="connsiteX202" fmla="*/ 2478186 w 11269336"/>
              <a:gd name="connsiteY202" fmla="*/ 2036953 h 2323145"/>
              <a:gd name="connsiteX203" fmla="*/ 2477950 w 11269336"/>
              <a:gd name="connsiteY203" fmla="*/ 2036715 h 2323145"/>
              <a:gd name="connsiteX204" fmla="*/ 2470381 w 11269336"/>
              <a:gd name="connsiteY204" fmla="*/ 2038256 h 2323145"/>
              <a:gd name="connsiteX205" fmla="*/ 2433781 w 11269336"/>
              <a:gd name="connsiteY205" fmla="*/ 2049140 h 2323145"/>
              <a:gd name="connsiteX206" fmla="*/ 2381172 w 11269336"/>
              <a:gd name="connsiteY206" fmla="*/ 2030645 h 2323145"/>
              <a:gd name="connsiteX207" fmla="*/ 2360198 w 11269336"/>
              <a:gd name="connsiteY207" fmla="*/ 2029059 h 2323145"/>
              <a:gd name="connsiteX208" fmla="*/ 2348815 w 11269336"/>
              <a:gd name="connsiteY208" fmla="*/ 2026798 h 2323145"/>
              <a:gd name="connsiteX209" fmla="*/ 2347988 w 11269336"/>
              <a:gd name="connsiteY209" fmla="*/ 2025745 h 2323145"/>
              <a:gd name="connsiteX210" fmla="*/ 2312920 w 11269336"/>
              <a:gd name="connsiteY210" fmla="*/ 2036311 h 2323145"/>
              <a:gd name="connsiteX211" fmla="*/ 2307986 w 11269336"/>
              <a:gd name="connsiteY211" fmla="*/ 2035583 h 2323145"/>
              <a:gd name="connsiteX212" fmla="*/ 2285481 w 11269336"/>
              <a:gd name="connsiteY212" fmla="*/ 2045197 h 2323145"/>
              <a:gd name="connsiteX213" fmla="*/ 2273666 w 11269336"/>
              <a:gd name="connsiteY213" fmla="*/ 2048710 h 2323145"/>
              <a:gd name="connsiteX214" fmla="*/ 2270719 w 11269336"/>
              <a:gd name="connsiteY214" fmla="*/ 2052702 h 2323145"/>
              <a:gd name="connsiteX215" fmla="*/ 2253080 w 11269336"/>
              <a:gd name="connsiteY215" fmla="*/ 2056363 h 2323145"/>
              <a:gd name="connsiteX216" fmla="*/ 2250906 w 11269336"/>
              <a:gd name="connsiteY216" fmla="*/ 2055654 h 2323145"/>
              <a:gd name="connsiteX217" fmla="*/ 2236905 w 11269336"/>
              <a:gd name="connsiteY217" fmla="*/ 2062882 h 2323145"/>
              <a:gd name="connsiteX218" fmla="*/ 2225830 w 11269336"/>
              <a:gd name="connsiteY218" fmla="*/ 2074027 h 2323145"/>
              <a:gd name="connsiteX219" fmla="*/ 2073776 w 11269336"/>
              <a:gd name="connsiteY219" fmla="*/ 2089244 h 2323145"/>
              <a:gd name="connsiteX220" fmla="*/ 1948256 w 11269336"/>
              <a:gd name="connsiteY220" fmla="*/ 2146616 h 2323145"/>
              <a:gd name="connsiteX221" fmla="*/ 1865582 w 11269336"/>
              <a:gd name="connsiteY221" fmla="*/ 2153738 h 2323145"/>
              <a:gd name="connsiteX222" fmla="*/ 1835210 w 11269336"/>
              <a:gd name="connsiteY222" fmla="*/ 2134244 h 2323145"/>
              <a:gd name="connsiteX223" fmla="*/ 1632661 w 11269336"/>
              <a:gd name="connsiteY223" fmla="*/ 2173882 h 2323145"/>
              <a:gd name="connsiteX224" fmla="*/ 1579590 w 11269336"/>
              <a:gd name="connsiteY224" fmla="*/ 2173680 h 2323145"/>
              <a:gd name="connsiteX225" fmla="*/ 1535601 w 11269336"/>
              <a:gd name="connsiteY225" fmla="*/ 2194590 h 2323145"/>
              <a:gd name="connsiteX226" fmla="*/ 1515594 w 11269336"/>
              <a:gd name="connsiteY226" fmla="*/ 2189622 h 2323145"/>
              <a:gd name="connsiteX227" fmla="*/ 1512113 w 11269336"/>
              <a:gd name="connsiteY227" fmla="*/ 2188534 h 2323145"/>
              <a:gd name="connsiteX228" fmla="*/ 1498838 w 11269336"/>
              <a:gd name="connsiteY228" fmla="*/ 2189213 h 2323145"/>
              <a:gd name="connsiteX229" fmla="*/ 1494279 w 11269336"/>
              <a:gd name="connsiteY229" fmla="*/ 2183112 h 2323145"/>
              <a:gd name="connsiteX230" fmla="*/ 1473714 w 11269336"/>
              <a:gd name="connsiteY230" fmla="*/ 2179625 h 2323145"/>
              <a:gd name="connsiteX231" fmla="*/ 1449503 w 11269336"/>
              <a:gd name="connsiteY231" fmla="*/ 2182633 h 2323145"/>
              <a:gd name="connsiteX232" fmla="*/ 1266687 w 11269336"/>
              <a:gd name="connsiteY232" fmla="*/ 2212688 h 2323145"/>
              <a:gd name="connsiteX233" fmla="*/ 1239614 w 11269336"/>
              <a:gd name="connsiteY233" fmla="*/ 2209727 h 2323145"/>
              <a:gd name="connsiteX234" fmla="*/ 1202436 w 11269336"/>
              <a:gd name="connsiteY234" fmla="*/ 2209817 h 2323145"/>
              <a:gd name="connsiteX235" fmla="*/ 1136097 w 11269336"/>
              <a:gd name="connsiteY235" fmla="*/ 2205112 h 2323145"/>
              <a:gd name="connsiteX236" fmla="*/ 988232 w 11269336"/>
              <a:gd name="connsiteY236" fmla="*/ 2235635 h 2323145"/>
              <a:gd name="connsiteX237" fmla="*/ 981959 w 11269336"/>
              <a:gd name="connsiteY237" fmla="*/ 2231607 h 2323145"/>
              <a:gd name="connsiteX238" fmla="*/ 938600 w 11269336"/>
              <a:gd name="connsiteY238" fmla="*/ 2238113 h 2323145"/>
              <a:gd name="connsiteX239" fmla="*/ 791788 w 11269336"/>
              <a:gd name="connsiteY239" fmla="*/ 2293224 h 2323145"/>
              <a:gd name="connsiteX240" fmla="*/ 706914 w 11269336"/>
              <a:gd name="connsiteY240" fmla="*/ 2305046 h 2323145"/>
              <a:gd name="connsiteX241" fmla="*/ 675971 w 11269336"/>
              <a:gd name="connsiteY241" fmla="*/ 2304030 h 2323145"/>
              <a:gd name="connsiteX242" fmla="*/ 624180 w 11269336"/>
              <a:gd name="connsiteY242" fmla="*/ 2302650 h 2323145"/>
              <a:gd name="connsiteX243" fmla="*/ 583453 w 11269336"/>
              <a:gd name="connsiteY243" fmla="*/ 2288788 h 2323145"/>
              <a:gd name="connsiteX244" fmla="*/ 540946 w 11269336"/>
              <a:gd name="connsiteY244" fmla="*/ 2292721 h 2323145"/>
              <a:gd name="connsiteX245" fmla="*/ 533680 w 11269336"/>
              <a:gd name="connsiteY245" fmla="*/ 2310233 h 2323145"/>
              <a:gd name="connsiteX246" fmla="*/ 487366 w 11269336"/>
              <a:gd name="connsiteY246" fmla="*/ 2309053 h 2323145"/>
              <a:gd name="connsiteX247" fmla="*/ 416820 w 11269336"/>
              <a:gd name="connsiteY247" fmla="*/ 2305443 h 2323145"/>
              <a:gd name="connsiteX248" fmla="*/ 376805 w 11269336"/>
              <a:gd name="connsiteY248" fmla="*/ 2307647 h 2323145"/>
              <a:gd name="connsiteX249" fmla="*/ 266777 w 11269336"/>
              <a:gd name="connsiteY249" fmla="*/ 2309012 h 2323145"/>
              <a:gd name="connsiteX250" fmla="*/ 156013 w 11269336"/>
              <a:gd name="connsiteY250" fmla="*/ 2306832 h 2323145"/>
              <a:gd name="connsiteX251" fmla="*/ 87258 w 11269336"/>
              <a:gd name="connsiteY251" fmla="*/ 2285511 h 2323145"/>
              <a:gd name="connsiteX252" fmla="*/ 23798 w 11269336"/>
              <a:gd name="connsiteY252" fmla="*/ 2281822 h 2323145"/>
              <a:gd name="connsiteX253" fmla="*/ 0 w 11269336"/>
              <a:gd name="connsiteY253" fmla="*/ 2285369 h 2323145"/>
              <a:gd name="connsiteX254" fmla="*/ 0 w 11269336"/>
              <a:gd name="connsiteY25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67257 w 11269336"/>
              <a:gd name="connsiteY142" fmla="*/ 2196121 h 2323145"/>
              <a:gd name="connsiteX143" fmla="*/ 4405765 w 11269336"/>
              <a:gd name="connsiteY143" fmla="*/ 2199902 h 2323145"/>
              <a:gd name="connsiteX144" fmla="*/ 4401354 w 11269336"/>
              <a:gd name="connsiteY144" fmla="*/ 2194745 h 2323145"/>
              <a:gd name="connsiteX145" fmla="*/ 4366646 w 11269336"/>
              <a:gd name="connsiteY145" fmla="*/ 2198564 h 2323145"/>
              <a:gd name="connsiteX146" fmla="*/ 4354009 w 11269336"/>
              <a:gd name="connsiteY146" fmla="*/ 2204984 h 2323145"/>
              <a:gd name="connsiteX147" fmla="*/ 4348284 w 11269336"/>
              <a:gd name="connsiteY147" fmla="*/ 2205270 h 2323145"/>
              <a:gd name="connsiteX148" fmla="*/ 4333906 w 11269336"/>
              <a:gd name="connsiteY148" fmla="*/ 2205251 h 2323145"/>
              <a:gd name="connsiteX149" fmla="*/ 4308819 w 11269336"/>
              <a:gd name="connsiteY149" fmla="*/ 2203822 h 2323145"/>
              <a:gd name="connsiteX150" fmla="*/ 4301210 w 11269336"/>
              <a:gd name="connsiteY150" fmla="*/ 2204456 h 2323145"/>
              <a:gd name="connsiteX151" fmla="*/ 4283095 w 11269336"/>
              <a:gd name="connsiteY151" fmla="*/ 2198177 h 2323145"/>
              <a:gd name="connsiteX152" fmla="*/ 4250119 w 11269336"/>
              <a:gd name="connsiteY152" fmla="*/ 2196342 h 2323145"/>
              <a:gd name="connsiteX153" fmla="*/ 4189203 w 11269336"/>
              <a:gd name="connsiteY153" fmla="*/ 2178994 h 2323145"/>
              <a:gd name="connsiteX154" fmla="*/ 4154035 w 11269336"/>
              <a:gd name="connsiteY154" fmla="*/ 2171950 h 2323145"/>
              <a:gd name="connsiteX155" fmla="*/ 4129569 w 11269336"/>
              <a:gd name="connsiteY155" fmla="*/ 2163850 h 2323145"/>
              <a:gd name="connsiteX156" fmla="*/ 4061250 w 11269336"/>
              <a:gd name="connsiteY156" fmla="*/ 2159236 h 2323145"/>
              <a:gd name="connsiteX157" fmla="*/ 3945480 w 11269336"/>
              <a:gd name="connsiteY157" fmla="*/ 2158279 h 2323145"/>
              <a:gd name="connsiteX158" fmla="*/ 3921468 w 11269336"/>
              <a:gd name="connsiteY158" fmla="*/ 2156588 h 2323145"/>
              <a:gd name="connsiteX159" fmla="*/ 3903348 w 11269336"/>
              <a:gd name="connsiteY159" fmla="*/ 2149220 h 2323145"/>
              <a:gd name="connsiteX160" fmla="*/ 3901342 w 11269336"/>
              <a:gd name="connsiteY160" fmla="*/ 2142355 h 2323145"/>
              <a:gd name="connsiteX161" fmla="*/ 3888539 w 11269336"/>
              <a:gd name="connsiteY161" fmla="*/ 2140476 h 2323145"/>
              <a:gd name="connsiteX162" fmla="*/ 3885662 w 11269336"/>
              <a:gd name="connsiteY162" fmla="*/ 2138740 h 2323145"/>
              <a:gd name="connsiteX163" fmla="*/ 3868627 w 11269336"/>
              <a:gd name="connsiteY163" fmla="*/ 2130023 h 2323145"/>
              <a:gd name="connsiteX164" fmla="*/ 3819177 w 11269336"/>
              <a:gd name="connsiteY164" fmla="*/ 2142111 h 2323145"/>
              <a:gd name="connsiteX165" fmla="*/ 3769100 w 11269336"/>
              <a:gd name="connsiteY165" fmla="*/ 2131731 h 2323145"/>
              <a:gd name="connsiteX166" fmla="*/ 3562752 w 11269336"/>
              <a:gd name="connsiteY166" fmla="*/ 2131785 h 2323145"/>
              <a:gd name="connsiteX167" fmla="*/ 3541402 w 11269336"/>
              <a:gd name="connsiteY167" fmla="*/ 2106821 h 2323145"/>
              <a:gd name="connsiteX168" fmla="*/ 3365341 w 11269336"/>
              <a:gd name="connsiteY168" fmla="*/ 2077638 h 2323145"/>
              <a:gd name="connsiteX169" fmla="*/ 3170922 w 11269336"/>
              <a:gd name="connsiteY169" fmla="*/ 2115957 h 2323145"/>
              <a:gd name="connsiteX170" fmla="*/ 3156256 w 11269336"/>
              <a:gd name="connsiteY170" fmla="*/ 2124773 h 2323145"/>
              <a:gd name="connsiteX171" fmla="*/ 3140298 w 11269336"/>
              <a:gd name="connsiteY171" fmla="*/ 2129182 h 2323145"/>
              <a:gd name="connsiteX172" fmla="*/ 3138514 w 11269336"/>
              <a:gd name="connsiteY172" fmla="*/ 2128069 h 2323145"/>
              <a:gd name="connsiteX173" fmla="*/ 3120467 w 11269336"/>
              <a:gd name="connsiteY173" fmla="*/ 2128281 h 2323145"/>
              <a:gd name="connsiteX174" fmla="*/ 3116175 w 11269336"/>
              <a:gd name="connsiteY174" fmla="*/ 2131633 h 2323145"/>
              <a:gd name="connsiteX175" fmla="*/ 3103685 w 11269336"/>
              <a:gd name="connsiteY175" fmla="*/ 2132814 h 2323145"/>
              <a:gd name="connsiteX176" fmla="*/ 3078794 w 11269336"/>
              <a:gd name="connsiteY176" fmla="*/ 2137935 h 2323145"/>
              <a:gd name="connsiteX177" fmla="*/ 3074407 w 11269336"/>
              <a:gd name="connsiteY177" fmla="*/ 2136274 h 2323145"/>
              <a:gd name="connsiteX178" fmla="*/ 3037285 w 11269336"/>
              <a:gd name="connsiteY178" fmla="*/ 2139919 h 2323145"/>
              <a:gd name="connsiteX179" fmla="*/ 3036901 w 11269336"/>
              <a:gd name="connsiteY179" fmla="*/ 2138726 h 2323145"/>
              <a:gd name="connsiteX180" fmla="*/ 3026996 w 11269336"/>
              <a:gd name="connsiteY180" fmla="*/ 2134322 h 2323145"/>
              <a:gd name="connsiteX181" fmla="*/ 3007772 w 11269336"/>
              <a:gd name="connsiteY181" fmla="*/ 2128742 h 2323145"/>
              <a:gd name="connsiteX182" fmla="*/ 2965030 w 11269336"/>
              <a:gd name="connsiteY182" fmla="*/ 2100494 h 2323145"/>
              <a:gd name="connsiteX183" fmla="*/ 2926342 w 11269336"/>
              <a:gd name="connsiteY183" fmla="*/ 2104155 h 2323145"/>
              <a:gd name="connsiteX184" fmla="*/ 2918608 w 11269336"/>
              <a:gd name="connsiteY184" fmla="*/ 2104215 h 2323145"/>
              <a:gd name="connsiteX185" fmla="*/ 2918475 w 11269336"/>
              <a:gd name="connsiteY185" fmla="*/ 2103937 h 2323145"/>
              <a:gd name="connsiteX186" fmla="*/ 2910360 w 11269336"/>
              <a:gd name="connsiteY186" fmla="*/ 2103444 h 2323145"/>
              <a:gd name="connsiteX187" fmla="*/ 2904507 w 11269336"/>
              <a:gd name="connsiteY187" fmla="*/ 2104326 h 2323145"/>
              <a:gd name="connsiteX188" fmla="*/ 2889503 w 11269336"/>
              <a:gd name="connsiteY188" fmla="*/ 2104443 h 2323145"/>
              <a:gd name="connsiteX189" fmla="*/ 2884480 w 11269336"/>
              <a:gd name="connsiteY189" fmla="*/ 2102626 h 2323145"/>
              <a:gd name="connsiteX190" fmla="*/ 2882689 w 11269336"/>
              <a:gd name="connsiteY190" fmla="*/ 2099228 h 2323145"/>
              <a:gd name="connsiteX191" fmla="*/ 2881291 w 11269336"/>
              <a:gd name="connsiteY191" fmla="*/ 2099618 h 2323145"/>
              <a:gd name="connsiteX192" fmla="*/ 2853979 w 11269336"/>
              <a:gd name="connsiteY192" fmla="*/ 2090388 h 2323145"/>
              <a:gd name="connsiteX193" fmla="*/ 2791790 w 11269336"/>
              <a:gd name="connsiteY193" fmla="*/ 2080332 h 2323145"/>
              <a:gd name="connsiteX194" fmla="*/ 2755844 w 11269336"/>
              <a:gd name="connsiteY194" fmla="*/ 2078874 h 2323145"/>
              <a:gd name="connsiteX195" fmla="*/ 2657742 w 11269336"/>
              <a:gd name="connsiteY195" fmla="*/ 2070179 h 2323145"/>
              <a:gd name="connsiteX196" fmla="*/ 2559549 w 11269336"/>
              <a:gd name="connsiteY196" fmla="*/ 2057873 h 2323145"/>
              <a:gd name="connsiteX197" fmla="*/ 2512054 w 11269336"/>
              <a:gd name="connsiteY197" fmla="*/ 2031671 h 2323145"/>
              <a:gd name="connsiteX198" fmla="*/ 2506437 w 11269336"/>
              <a:gd name="connsiteY198" fmla="*/ 2030918 h 2323145"/>
              <a:gd name="connsiteX199" fmla="*/ 2491752 w 11269336"/>
              <a:gd name="connsiteY199" fmla="*/ 2033906 h 2323145"/>
              <a:gd name="connsiteX200" fmla="*/ 2486338 w 11269336"/>
              <a:gd name="connsiteY200" fmla="*/ 2035862 h 2323145"/>
              <a:gd name="connsiteX201" fmla="*/ 2478186 w 11269336"/>
              <a:gd name="connsiteY201" fmla="*/ 2036953 h 2323145"/>
              <a:gd name="connsiteX202" fmla="*/ 2477950 w 11269336"/>
              <a:gd name="connsiteY202" fmla="*/ 2036715 h 2323145"/>
              <a:gd name="connsiteX203" fmla="*/ 2470381 w 11269336"/>
              <a:gd name="connsiteY203" fmla="*/ 2038256 h 2323145"/>
              <a:gd name="connsiteX204" fmla="*/ 2433781 w 11269336"/>
              <a:gd name="connsiteY204" fmla="*/ 2049140 h 2323145"/>
              <a:gd name="connsiteX205" fmla="*/ 2381172 w 11269336"/>
              <a:gd name="connsiteY205" fmla="*/ 2030645 h 2323145"/>
              <a:gd name="connsiteX206" fmla="*/ 2360198 w 11269336"/>
              <a:gd name="connsiteY206" fmla="*/ 2029059 h 2323145"/>
              <a:gd name="connsiteX207" fmla="*/ 2348815 w 11269336"/>
              <a:gd name="connsiteY207" fmla="*/ 2026798 h 2323145"/>
              <a:gd name="connsiteX208" fmla="*/ 2347988 w 11269336"/>
              <a:gd name="connsiteY208" fmla="*/ 2025745 h 2323145"/>
              <a:gd name="connsiteX209" fmla="*/ 2312920 w 11269336"/>
              <a:gd name="connsiteY209" fmla="*/ 2036311 h 2323145"/>
              <a:gd name="connsiteX210" fmla="*/ 2307986 w 11269336"/>
              <a:gd name="connsiteY210" fmla="*/ 2035583 h 2323145"/>
              <a:gd name="connsiteX211" fmla="*/ 2285481 w 11269336"/>
              <a:gd name="connsiteY211" fmla="*/ 2045197 h 2323145"/>
              <a:gd name="connsiteX212" fmla="*/ 2273666 w 11269336"/>
              <a:gd name="connsiteY212" fmla="*/ 2048710 h 2323145"/>
              <a:gd name="connsiteX213" fmla="*/ 2270719 w 11269336"/>
              <a:gd name="connsiteY213" fmla="*/ 2052702 h 2323145"/>
              <a:gd name="connsiteX214" fmla="*/ 2253080 w 11269336"/>
              <a:gd name="connsiteY214" fmla="*/ 2056363 h 2323145"/>
              <a:gd name="connsiteX215" fmla="*/ 2250906 w 11269336"/>
              <a:gd name="connsiteY215" fmla="*/ 2055654 h 2323145"/>
              <a:gd name="connsiteX216" fmla="*/ 2236905 w 11269336"/>
              <a:gd name="connsiteY216" fmla="*/ 2062882 h 2323145"/>
              <a:gd name="connsiteX217" fmla="*/ 2225830 w 11269336"/>
              <a:gd name="connsiteY217" fmla="*/ 2074027 h 2323145"/>
              <a:gd name="connsiteX218" fmla="*/ 2073776 w 11269336"/>
              <a:gd name="connsiteY218" fmla="*/ 2089244 h 2323145"/>
              <a:gd name="connsiteX219" fmla="*/ 1948256 w 11269336"/>
              <a:gd name="connsiteY219" fmla="*/ 2146616 h 2323145"/>
              <a:gd name="connsiteX220" fmla="*/ 1865582 w 11269336"/>
              <a:gd name="connsiteY220" fmla="*/ 2153738 h 2323145"/>
              <a:gd name="connsiteX221" fmla="*/ 1835210 w 11269336"/>
              <a:gd name="connsiteY221" fmla="*/ 2134244 h 2323145"/>
              <a:gd name="connsiteX222" fmla="*/ 1632661 w 11269336"/>
              <a:gd name="connsiteY222" fmla="*/ 2173882 h 2323145"/>
              <a:gd name="connsiteX223" fmla="*/ 1579590 w 11269336"/>
              <a:gd name="connsiteY223" fmla="*/ 2173680 h 2323145"/>
              <a:gd name="connsiteX224" fmla="*/ 1535601 w 11269336"/>
              <a:gd name="connsiteY224" fmla="*/ 2194590 h 2323145"/>
              <a:gd name="connsiteX225" fmla="*/ 1515594 w 11269336"/>
              <a:gd name="connsiteY225" fmla="*/ 2189622 h 2323145"/>
              <a:gd name="connsiteX226" fmla="*/ 1512113 w 11269336"/>
              <a:gd name="connsiteY226" fmla="*/ 2188534 h 2323145"/>
              <a:gd name="connsiteX227" fmla="*/ 1498838 w 11269336"/>
              <a:gd name="connsiteY227" fmla="*/ 2189213 h 2323145"/>
              <a:gd name="connsiteX228" fmla="*/ 1494279 w 11269336"/>
              <a:gd name="connsiteY228" fmla="*/ 2183112 h 2323145"/>
              <a:gd name="connsiteX229" fmla="*/ 1473714 w 11269336"/>
              <a:gd name="connsiteY229" fmla="*/ 2179625 h 2323145"/>
              <a:gd name="connsiteX230" fmla="*/ 1449503 w 11269336"/>
              <a:gd name="connsiteY230" fmla="*/ 2182633 h 2323145"/>
              <a:gd name="connsiteX231" fmla="*/ 1266687 w 11269336"/>
              <a:gd name="connsiteY231" fmla="*/ 2212688 h 2323145"/>
              <a:gd name="connsiteX232" fmla="*/ 1239614 w 11269336"/>
              <a:gd name="connsiteY232" fmla="*/ 2209727 h 2323145"/>
              <a:gd name="connsiteX233" fmla="*/ 1202436 w 11269336"/>
              <a:gd name="connsiteY233" fmla="*/ 2209817 h 2323145"/>
              <a:gd name="connsiteX234" fmla="*/ 1136097 w 11269336"/>
              <a:gd name="connsiteY234" fmla="*/ 2205112 h 2323145"/>
              <a:gd name="connsiteX235" fmla="*/ 988232 w 11269336"/>
              <a:gd name="connsiteY235" fmla="*/ 2235635 h 2323145"/>
              <a:gd name="connsiteX236" fmla="*/ 981959 w 11269336"/>
              <a:gd name="connsiteY236" fmla="*/ 2231607 h 2323145"/>
              <a:gd name="connsiteX237" fmla="*/ 938600 w 11269336"/>
              <a:gd name="connsiteY237" fmla="*/ 2238113 h 2323145"/>
              <a:gd name="connsiteX238" fmla="*/ 791788 w 11269336"/>
              <a:gd name="connsiteY238" fmla="*/ 2293224 h 2323145"/>
              <a:gd name="connsiteX239" fmla="*/ 706914 w 11269336"/>
              <a:gd name="connsiteY239" fmla="*/ 2305046 h 2323145"/>
              <a:gd name="connsiteX240" fmla="*/ 675971 w 11269336"/>
              <a:gd name="connsiteY240" fmla="*/ 2304030 h 2323145"/>
              <a:gd name="connsiteX241" fmla="*/ 624180 w 11269336"/>
              <a:gd name="connsiteY241" fmla="*/ 2302650 h 2323145"/>
              <a:gd name="connsiteX242" fmla="*/ 583453 w 11269336"/>
              <a:gd name="connsiteY242" fmla="*/ 2288788 h 2323145"/>
              <a:gd name="connsiteX243" fmla="*/ 540946 w 11269336"/>
              <a:gd name="connsiteY243" fmla="*/ 2292721 h 2323145"/>
              <a:gd name="connsiteX244" fmla="*/ 533680 w 11269336"/>
              <a:gd name="connsiteY244" fmla="*/ 2310233 h 2323145"/>
              <a:gd name="connsiteX245" fmla="*/ 487366 w 11269336"/>
              <a:gd name="connsiteY245" fmla="*/ 2309053 h 2323145"/>
              <a:gd name="connsiteX246" fmla="*/ 416820 w 11269336"/>
              <a:gd name="connsiteY246" fmla="*/ 2305443 h 2323145"/>
              <a:gd name="connsiteX247" fmla="*/ 376805 w 11269336"/>
              <a:gd name="connsiteY247" fmla="*/ 2307647 h 2323145"/>
              <a:gd name="connsiteX248" fmla="*/ 266777 w 11269336"/>
              <a:gd name="connsiteY248" fmla="*/ 2309012 h 2323145"/>
              <a:gd name="connsiteX249" fmla="*/ 156013 w 11269336"/>
              <a:gd name="connsiteY249" fmla="*/ 2306832 h 2323145"/>
              <a:gd name="connsiteX250" fmla="*/ 87258 w 11269336"/>
              <a:gd name="connsiteY250" fmla="*/ 2285511 h 2323145"/>
              <a:gd name="connsiteX251" fmla="*/ 23798 w 11269336"/>
              <a:gd name="connsiteY251" fmla="*/ 2281822 h 2323145"/>
              <a:gd name="connsiteX252" fmla="*/ 0 w 11269336"/>
              <a:gd name="connsiteY252" fmla="*/ 2285369 h 2323145"/>
              <a:gd name="connsiteX253" fmla="*/ 0 w 11269336"/>
              <a:gd name="connsiteY25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67257 w 11269336"/>
              <a:gd name="connsiteY141" fmla="*/ 2196121 h 2323145"/>
              <a:gd name="connsiteX142" fmla="*/ 4405765 w 11269336"/>
              <a:gd name="connsiteY142" fmla="*/ 2199902 h 2323145"/>
              <a:gd name="connsiteX143" fmla="*/ 4401354 w 11269336"/>
              <a:gd name="connsiteY143" fmla="*/ 2194745 h 2323145"/>
              <a:gd name="connsiteX144" fmla="*/ 4366646 w 11269336"/>
              <a:gd name="connsiteY144" fmla="*/ 2198564 h 2323145"/>
              <a:gd name="connsiteX145" fmla="*/ 4354009 w 11269336"/>
              <a:gd name="connsiteY145" fmla="*/ 2204984 h 2323145"/>
              <a:gd name="connsiteX146" fmla="*/ 4348284 w 11269336"/>
              <a:gd name="connsiteY146" fmla="*/ 2205270 h 2323145"/>
              <a:gd name="connsiteX147" fmla="*/ 4333906 w 11269336"/>
              <a:gd name="connsiteY147" fmla="*/ 2205251 h 2323145"/>
              <a:gd name="connsiteX148" fmla="*/ 4308819 w 11269336"/>
              <a:gd name="connsiteY148" fmla="*/ 2203822 h 2323145"/>
              <a:gd name="connsiteX149" fmla="*/ 4301210 w 11269336"/>
              <a:gd name="connsiteY149" fmla="*/ 2204456 h 2323145"/>
              <a:gd name="connsiteX150" fmla="*/ 4283095 w 11269336"/>
              <a:gd name="connsiteY150" fmla="*/ 2198177 h 2323145"/>
              <a:gd name="connsiteX151" fmla="*/ 4250119 w 11269336"/>
              <a:gd name="connsiteY151" fmla="*/ 2196342 h 2323145"/>
              <a:gd name="connsiteX152" fmla="*/ 4189203 w 11269336"/>
              <a:gd name="connsiteY152" fmla="*/ 2178994 h 2323145"/>
              <a:gd name="connsiteX153" fmla="*/ 4154035 w 11269336"/>
              <a:gd name="connsiteY153" fmla="*/ 2171950 h 2323145"/>
              <a:gd name="connsiteX154" fmla="*/ 4129569 w 11269336"/>
              <a:gd name="connsiteY154" fmla="*/ 2163850 h 2323145"/>
              <a:gd name="connsiteX155" fmla="*/ 4061250 w 11269336"/>
              <a:gd name="connsiteY155" fmla="*/ 2159236 h 2323145"/>
              <a:gd name="connsiteX156" fmla="*/ 3945480 w 11269336"/>
              <a:gd name="connsiteY156" fmla="*/ 2158279 h 2323145"/>
              <a:gd name="connsiteX157" fmla="*/ 3921468 w 11269336"/>
              <a:gd name="connsiteY157" fmla="*/ 2156588 h 2323145"/>
              <a:gd name="connsiteX158" fmla="*/ 3903348 w 11269336"/>
              <a:gd name="connsiteY158" fmla="*/ 2149220 h 2323145"/>
              <a:gd name="connsiteX159" fmla="*/ 3901342 w 11269336"/>
              <a:gd name="connsiteY159" fmla="*/ 2142355 h 2323145"/>
              <a:gd name="connsiteX160" fmla="*/ 3888539 w 11269336"/>
              <a:gd name="connsiteY160" fmla="*/ 2140476 h 2323145"/>
              <a:gd name="connsiteX161" fmla="*/ 3885662 w 11269336"/>
              <a:gd name="connsiteY161" fmla="*/ 2138740 h 2323145"/>
              <a:gd name="connsiteX162" fmla="*/ 3868627 w 11269336"/>
              <a:gd name="connsiteY162" fmla="*/ 2130023 h 2323145"/>
              <a:gd name="connsiteX163" fmla="*/ 3819177 w 11269336"/>
              <a:gd name="connsiteY163" fmla="*/ 2142111 h 2323145"/>
              <a:gd name="connsiteX164" fmla="*/ 3769100 w 11269336"/>
              <a:gd name="connsiteY164" fmla="*/ 2131731 h 2323145"/>
              <a:gd name="connsiteX165" fmla="*/ 3562752 w 11269336"/>
              <a:gd name="connsiteY165" fmla="*/ 2131785 h 2323145"/>
              <a:gd name="connsiteX166" fmla="*/ 3541402 w 11269336"/>
              <a:gd name="connsiteY166" fmla="*/ 2106821 h 2323145"/>
              <a:gd name="connsiteX167" fmla="*/ 3365341 w 11269336"/>
              <a:gd name="connsiteY167" fmla="*/ 2077638 h 2323145"/>
              <a:gd name="connsiteX168" fmla="*/ 3170922 w 11269336"/>
              <a:gd name="connsiteY168" fmla="*/ 2115957 h 2323145"/>
              <a:gd name="connsiteX169" fmla="*/ 3156256 w 11269336"/>
              <a:gd name="connsiteY169" fmla="*/ 2124773 h 2323145"/>
              <a:gd name="connsiteX170" fmla="*/ 3140298 w 11269336"/>
              <a:gd name="connsiteY170" fmla="*/ 2129182 h 2323145"/>
              <a:gd name="connsiteX171" fmla="*/ 3138514 w 11269336"/>
              <a:gd name="connsiteY171" fmla="*/ 2128069 h 2323145"/>
              <a:gd name="connsiteX172" fmla="*/ 3120467 w 11269336"/>
              <a:gd name="connsiteY172" fmla="*/ 2128281 h 2323145"/>
              <a:gd name="connsiteX173" fmla="*/ 3116175 w 11269336"/>
              <a:gd name="connsiteY173" fmla="*/ 2131633 h 2323145"/>
              <a:gd name="connsiteX174" fmla="*/ 3103685 w 11269336"/>
              <a:gd name="connsiteY174" fmla="*/ 2132814 h 2323145"/>
              <a:gd name="connsiteX175" fmla="*/ 3078794 w 11269336"/>
              <a:gd name="connsiteY175" fmla="*/ 2137935 h 2323145"/>
              <a:gd name="connsiteX176" fmla="*/ 3074407 w 11269336"/>
              <a:gd name="connsiteY176" fmla="*/ 2136274 h 2323145"/>
              <a:gd name="connsiteX177" fmla="*/ 3037285 w 11269336"/>
              <a:gd name="connsiteY177" fmla="*/ 2139919 h 2323145"/>
              <a:gd name="connsiteX178" fmla="*/ 3036901 w 11269336"/>
              <a:gd name="connsiteY178" fmla="*/ 2138726 h 2323145"/>
              <a:gd name="connsiteX179" fmla="*/ 3026996 w 11269336"/>
              <a:gd name="connsiteY179" fmla="*/ 2134322 h 2323145"/>
              <a:gd name="connsiteX180" fmla="*/ 3007772 w 11269336"/>
              <a:gd name="connsiteY180" fmla="*/ 2128742 h 2323145"/>
              <a:gd name="connsiteX181" fmla="*/ 2965030 w 11269336"/>
              <a:gd name="connsiteY181" fmla="*/ 2100494 h 2323145"/>
              <a:gd name="connsiteX182" fmla="*/ 2926342 w 11269336"/>
              <a:gd name="connsiteY182" fmla="*/ 2104155 h 2323145"/>
              <a:gd name="connsiteX183" fmla="*/ 2918608 w 11269336"/>
              <a:gd name="connsiteY183" fmla="*/ 2104215 h 2323145"/>
              <a:gd name="connsiteX184" fmla="*/ 2918475 w 11269336"/>
              <a:gd name="connsiteY184" fmla="*/ 2103937 h 2323145"/>
              <a:gd name="connsiteX185" fmla="*/ 2910360 w 11269336"/>
              <a:gd name="connsiteY185" fmla="*/ 2103444 h 2323145"/>
              <a:gd name="connsiteX186" fmla="*/ 2904507 w 11269336"/>
              <a:gd name="connsiteY186" fmla="*/ 2104326 h 2323145"/>
              <a:gd name="connsiteX187" fmla="*/ 2889503 w 11269336"/>
              <a:gd name="connsiteY187" fmla="*/ 2104443 h 2323145"/>
              <a:gd name="connsiteX188" fmla="*/ 2884480 w 11269336"/>
              <a:gd name="connsiteY188" fmla="*/ 2102626 h 2323145"/>
              <a:gd name="connsiteX189" fmla="*/ 2882689 w 11269336"/>
              <a:gd name="connsiteY189" fmla="*/ 2099228 h 2323145"/>
              <a:gd name="connsiteX190" fmla="*/ 2881291 w 11269336"/>
              <a:gd name="connsiteY190" fmla="*/ 2099618 h 2323145"/>
              <a:gd name="connsiteX191" fmla="*/ 2853979 w 11269336"/>
              <a:gd name="connsiteY191" fmla="*/ 2090388 h 2323145"/>
              <a:gd name="connsiteX192" fmla="*/ 2791790 w 11269336"/>
              <a:gd name="connsiteY192" fmla="*/ 2080332 h 2323145"/>
              <a:gd name="connsiteX193" fmla="*/ 2755844 w 11269336"/>
              <a:gd name="connsiteY193" fmla="*/ 2078874 h 2323145"/>
              <a:gd name="connsiteX194" fmla="*/ 2657742 w 11269336"/>
              <a:gd name="connsiteY194" fmla="*/ 2070179 h 2323145"/>
              <a:gd name="connsiteX195" fmla="*/ 2559549 w 11269336"/>
              <a:gd name="connsiteY195" fmla="*/ 2057873 h 2323145"/>
              <a:gd name="connsiteX196" fmla="*/ 2512054 w 11269336"/>
              <a:gd name="connsiteY196" fmla="*/ 2031671 h 2323145"/>
              <a:gd name="connsiteX197" fmla="*/ 2506437 w 11269336"/>
              <a:gd name="connsiteY197" fmla="*/ 2030918 h 2323145"/>
              <a:gd name="connsiteX198" fmla="*/ 2491752 w 11269336"/>
              <a:gd name="connsiteY198" fmla="*/ 2033906 h 2323145"/>
              <a:gd name="connsiteX199" fmla="*/ 2486338 w 11269336"/>
              <a:gd name="connsiteY199" fmla="*/ 2035862 h 2323145"/>
              <a:gd name="connsiteX200" fmla="*/ 2478186 w 11269336"/>
              <a:gd name="connsiteY200" fmla="*/ 2036953 h 2323145"/>
              <a:gd name="connsiteX201" fmla="*/ 2477950 w 11269336"/>
              <a:gd name="connsiteY201" fmla="*/ 2036715 h 2323145"/>
              <a:gd name="connsiteX202" fmla="*/ 2470381 w 11269336"/>
              <a:gd name="connsiteY202" fmla="*/ 2038256 h 2323145"/>
              <a:gd name="connsiteX203" fmla="*/ 2433781 w 11269336"/>
              <a:gd name="connsiteY203" fmla="*/ 2049140 h 2323145"/>
              <a:gd name="connsiteX204" fmla="*/ 2381172 w 11269336"/>
              <a:gd name="connsiteY204" fmla="*/ 2030645 h 2323145"/>
              <a:gd name="connsiteX205" fmla="*/ 2360198 w 11269336"/>
              <a:gd name="connsiteY205" fmla="*/ 2029059 h 2323145"/>
              <a:gd name="connsiteX206" fmla="*/ 2348815 w 11269336"/>
              <a:gd name="connsiteY206" fmla="*/ 2026798 h 2323145"/>
              <a:gd name="connsiteX207" fmla="*/ 2347988 w 11269336"/>
              <a:gd name="connsiteY207" fmla="*/ 2025745 h 2323145"/>
              <a:gd name="connsiteX208" fmla="*/ 2312920 w 11269336"/>
              <a:gd name="connsiteY208" fmla="*/ 2036311 h 2323145"/>
              <a:gd name="connsiteX209" fmla="*/ 2307986 w 11269336"/>
              <a:gd name="connsiteY209" fmla="*/ 2035583 h 2323145"/>
              <a:gd name="connsiteX210" fmla="*/ 2285481 w 11269336"/>
              <a:gd name="connsiteY210" fmla="*/ 2045197 h 2323145"/>
              <a:gd name="connsiteX211" fmla="*/ 2273666 w 11269336"/>
              <a:gd name="connsiteY211" fmla="*/ 2048710 h 2323145"/>
              <a:gd name="connsiteX212" fmla="*/ 2270719 w 11269336"/>
              <a:gd name="connsiteY212" fmla="*/ 2052702 h 2323145"/>
              <a:gd name="connsiteX213" fmla="*/ 2253080 w 11269336"/>
              <a:gd name="connsiteY213" fmla="*/ 2056363 h 2323145"/>
              <a:gd name="connsiteX214" fmla="*/ 2250906 w 11269336"/>
              <a:gd name="connsiteY214" fmla="*/ 2055654 h 2323145"/>
              <a:gd name="connsiteX215" fmla="*/ 2236905 w 11269336"/>
              <a:gd name="connsiteY215" fmla="*/ 2062882 h 2323145"/>
              <a:gd name="connsiteX216" fmla="*/ 2225830 w 11269336"/>
              <a:gd name="connsiteY216" fmla="*/ 2074027 h 2323145"/>
              <a:gd name="connsiteX217" fmla="*/ 2073776 w 11269336"/>
              <a:gd name="connsiteY217" fmla="*/ 2089244 h 2323145"/>
              <a:gd name="connsiteX218" fmla="*/ 1948256 w 11269336"/>
              <a:gd name="connsiteY218" fmla="*/ 2146616 h 2323145"/>
              <a:gd name="connsiteX219" fmla="*/ 1865582 w 11269336"/>
              <a:gd name="connsiteY219" fmla="*/ 2153738 h 2323145"/>
              <a:gd name="connsiteX220" fmla="*/ 1835210 w 11269336"/>
              <a:gd name="connsiteY220" fmla="*/ 2134244 h 2323145"/>
              <a:gd name="connsiteX221" fmla="*/ 1632661 w 11269336"/>
              <a:gd name="connsiteY221" fmla="*/ 2173882 h 2323145"/>
              <a:gd name="connsiteX222" fmla="*/ 1579590 w 11269336"/>
              <a:gd name="connsiteY222" fmla="*/ 2173680 h 2323145"/>
              <a:gd name="connsiteX223" fmla="*/ 1535601 w 11269336"/>
              <a:gd name="connsiteY223" fmla="*/ 2194590 h 2323145"/>
              <a:gd name="connsiteX224" fmla="*/ 1515594 w 11269336"/>
              <a:gd name="connsiteY224" fmla="*/ 2189622 h 2323145"/>
              <a:gd name="connsiteX225" fmla="*/ 1512113 w 11269336"/>
              <a:gd name="connsiteY225" fmla="*/ 2188534 h 2323145"/>
              <a:gd name="connsiteX226" fmla="*/ 1498838 w 11269336"/>
              <a:gd name="connsiteY226" fmla="*/ 2189213 h 2323145"/>
              <a:gd name="connsiteX227" fmla="*/ 1494279 w 11269336"/>
              <a:gd name="connsiteY227" fmla="*/ 2183112 h 2323145"/>
              <a:gd name="connsiteX228" fmla="*/ 1473714 w 11269336"/>
              <a:gd name="connsiteY228" fmla="*/ 2179625 h 2323145"/>
              <a:gd name="connsiteX229" fmla="*/ 1449503 w 11269336"/>
              <a:gd name="connsiteY229" fmla="*/ 2182633 h 2323145"/>
              <a:gd name="connsiteX230" fmla="*/ 1266687 w 11269336"/>
              <a:gd name="connsiteY230" fmla="*/ 2212688 h 2323145"/>
              <a:gd name="connsiteX231" fmla="*/ 1239614 w 11269336"/>
              <a:gd name="connsiteY231" fmla="*/ 2209727 h 2323145"/>
              <a:gd name="connsiteX232" fmla="*/ 1202436 w 11269336"/>
              <a:gd name="connsiteY232" fmla="*/ 2209817 h 2323145"/>
              <a:gd name="connsiteX233" fmla="*/ 1136097 w 11269336"/>
              <a:gd name="connsiteY233" fmla="*/ 2205112 h 2323145"/>
              <a:gd name="connsiteX234" fmla="*/ 988232 w 11269336"/>
              <a:gd name="connsiteY234" fmla="*/ 2235635 h 2323145"/>
              <a:gd name="connsiteX235" fmla="*/ 981959 w 11269336"/>
              <a:gd name="connsiteY235" fmla="*/ 2231607 h 2323145"/>
              <a:gd name="connsiteX236" fmla="*/ 938600 w 11269336"/>
              <a:gd name="connsiteY236" fmla="*/ 2238113 h 2323145"/>
              <a:gd name="connsiteX237" fmla="*/ 791788 w 11269336"/>
              <a:gd name="connsiteY237" fmla="*/ 2293224 h 2323145"/>
              <a:gd name="connsiteX238" fmla="*/ 706914 w 11269336"/>
              <a:gd name="connsiteY238" fmla="*/ 2305046 h 2323145"/>
              <a:gd name="connsiteX239" fmla="*/ 675971 w 11269336"/>
              <a:gd name="connsiteY239" fmla="*/ 2304030 h 2323145"/>
              <a:gd name="connsiteX240" fmla="*/ 624180 w 11269336"/>
              <a:gd name="connsiteY240" fmla="*/ 2302650 h 2323145"/>
              <a:gd name="connsiteX241" fmla="*/ 583453 w 11269336"/>
              <a:gd name="connsiteY241" fmla="*/ 2288788 h 2323145"/>
              <a:gd name="connsiteX242" fmla="*/ 540946 w 11269336"/>
              <a:gd name="connsiteY242" fmla="*/ 2292721 h 2323145"/>
              <a:gd name="connsiteX243" fmla="*/ 533680 w 11269336"/>
              <a:gd name="connsiteY243" fmla="*/ 2310233 h 2323145"/>
              <a:gd name="connsiteX244" fmla="*/ 487366 w 11269336"/>
              <a:gd name="connsiteY244" fmla="*/ 2309053 h 2323145"/>
              <a:gd name="connsiteX245" fmla="*/ 416820 w 11269336"/>
              <a:gd name="connsiteY245" fmla="*/ 2305443 h 2323145"/>
              <a:gd name="connsiteX246" fmla="*/ 376805 w 11269336"/>
              <a:gd name="connsiteY246" fmla="*/ 2307647 h 2323145"/>
              <a:gd name="connsiteX247" fmla="*/ 266777 w 11269336"/>
              <a:gd name="connsiteY247" fmla="*/ 2309012 h 2323145"/>
              <a:gd name="connsiteX248" fmla="*/ 156013 w 11269336"/>
              <a:gd name="connsiteY248" fmla="*/ 2306832 h 2323145"/>
              <a:gd name="connsiteX249" fmla="*/ 87258 w 11269336"/>
              <a:gd name="connsiteY249" fmla="*/ 2285511 h 2323145"/>
              <a:gd name="connsiteX250" fmla="*/ 23798 w 11269336"/>
              <a:gd name="connsiteY250" fmla="*/ 2281822 h 2323145"/>
              <a:gd name="connsiteX251" fmla="*/ 0 w 11269336"/>
              <a:gd name="connsiteY251" fmla="*/ 2285369 h 2323145"/>
              <a:gd name="connsiteX252" fmla="*/ 0 w 11269336"/>
              <a:gd name="connsiteY25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05765 w 11269336"/>
              <a:gd name="connsiteY141" fmla="*/ 2199902 h 2323145"/>
              <a:gd name="connsiteX142" fmla="*/ 4401354 w 11269336"/>
              <a:gd name="connsiteY142" fmla="*/ 2194745 h 2323145"/>
              <a:gd name="connsiteX143" fmla="*/ 4366646 w 11269336"/>
              <a:gd name="connsiteY143" fmla="*/ 2198564 h 2323145"/>
              <a:gd name="connsiteX144" fmla="*/ 4354009 w 11269336"/>
              <a:gd name="connsiteY144" fmla="*/ 2204984 h 2323145"/>
              <a:gd name="connsiteX145" fmla="*/ 4348284 w 11269336"/>
              <a:gd name="connsiteY145" fmla="*/ 2205270 h 2323145"/>
              <a:gd name="connsiteX146" fmla="*/ 4333906 w 11269336"/>
              <a:gd name="connsiteY146" fmla="*/ 2205251 h 2323145"/>
              <a:gd name="connsiteX147" fmla="*/ 4308819 w 11269336"/>
              <a:gd name="connsiteY147" fmla="*/ 2203822 h 2323145"/>
              <a:gd name="connsiteX148" fmla="*/ 4301210 w 11269336"/>
              <a:gd name="connsiteY148" fmla="*/ 2204456 h 2323145"/>
              <a:gd name="connsiteX149" fmla="*/ 4283095 w 11269336"/>
              <a:gd name="connsiteY149" fmla="*/ 2198177 h 2323145"/>
              <a:gd name="connsiteX150" fmla="*/ 4250119 w 11269336"/>
              <a:gd name="connsiteY150" fmla="*/ 2196342 h 2323145"/>
              <a:gd name="connsiteX151" fmla="*/ 4189203 w 11269336"/>
              <a:gd name="connsiteY151" fmla="*/ 2178994 h 2323145"/>
              <a:gd name="connsiteX152" fmla="*/ 4154035 w 11269336"/>
              <a:gd name="connsiteY152" fmla="*/ 2171950 h 2323145"/>
              <a:gd name="connsiteX153" fmla="*/ 4129569 w 11269336"/>
              <a:gd name="connsiteY153" fmla="*/ 2163850 h 2323145"/>
              <a:gd name="connsiteX154" fmla="*/ 4061250 w 11269336"/>
              <a:gd name="connsiteY154" fmla="*/ 2159236 h 2323145"/>
              <a:gd name="connsiteX155" fmla="*/ 3945480 w 11269336"/>
              <a:gd name="connsiteY155" fmla="*/ 2158279 h 2323145"/>
              <a:gd name="connsiteX156" fmla="*/ 3921468 w 11269336"/>
              <a:gd name="connsiteY156" fmla="*/ 2156588 h 2323145"/>
              <a:gd name="connsiteX157" fmla="*/ 3903348 w 11269336"/>
              <a:gd name="connsiteY157" fmla="*/ 2149220 h 2323145"/>
              <a:gd name="connsiteX158" fmla="*/ 3901342 w 11269336"/>
              <a:gd name="connsiteY158" fmla="*/ 2142355 h 2323145"/>
              <a:gd name="connsiteX159" fmla="*/ 3888539 w 11269336"/>
              <a:gd name="connsiteY159" fmla="*/ 2140476 h 2323145"/>
              <a:gd name="connsiteX160" fmla="*/ 3885662 w 11269336"/>
              <a:gd name="connsiteY160" fmla="*/ 2138740 h 2323145"/>
              <a:gd name="connsiteX161" fmla="*/ 3868627 w 11269336"/>
              <a:gd name="connsiteY161" fmla="*/ 2130023 h 2323145"/>
              <a:gd name="connsiteX162" fmla="*/ 3819177 w 11269336"/>
              <a:gd name="connsiteY162" fmla="*/ 2142111 h 2323145"/>
              <a:gd name="connsiteX163" fmla="*/ 3769100 w 11269336"/>
              <a:gd name="connsiteY163" fmla="*/ 2131731 h 2323145"/>
              <a:gd name="connsiteX164" fmla="*/ 3562752 w 11269336"/>
              <a:gd name="connsiteY164" fmla="*/ 2131785 h 2323145"/>
              <a:gd name="connsiteX165" fmla="*/ 3541402 w 11269336"/>
              <a:gd name="connsiteY165" fmla="*/ 2106821 h 2323145"/>
              <a:gd name="connsiteX166" fmla="*/ 3365341 w 11269336"/>
              <a:gd name="connsiteY166" fmla="*/ 2077638 h 2323145"/>
              <a:gd name="connsiteX167" fmla="*/ 3170922 w 11269336"/>
              <a:gd name="connsiteY167" fmla="*/ 2115957 h 2323145"/>
              <a:gd name="connsiteX168" fmla="*/ 3156256 w 11269336"/>
              <a:gd name="connsiteY168" fmla="*/ 2124773 h 2323145"/>
              <a:gd name="connsiteX169" fmla="*/ 3140298 w 11269336"/>
              <a:gd name="connsiteY169" fmla="*/ 2129182 h 2323145"/>
              <a:gd name="connsiteX170" fmla="*/ 3138514 w 11269336"/>
              <a:gd name="connsiteY170" fmla="*/ 2128069 h 2323145"/>
              <a:gd name="connsiteX171" fmla="*/ 3120467 w 11269336"/>
              <a:gd name="connsiteY171" fmla="*/ 2128281 h 2323145"/>
              <a:gd name="connsiteX172" fmla="*/ 3116175 w 11269336"/>
              <a:gd name="connsiteY172" fmla="*/ 2131633 h 2323145"/>
              <a:gd name="connsiteX173" fmla="*/ 3103685 w 11269336"/>
              <a:gd name="connsiteY173" fmla="*/ 2132814 h 2323145"/>
              <a:gd name="connsiteX174" fmla="*/ 3078794 w 11269336"/>
              <a:gd name="connsiteY174" fmla="*/ 2137935 h 2323145"/>
              <a:gd name="connsiteX175" fmla="*/ 3074407 w 11269336"/>
              <a:gd name="connsiteY175" fmla="*/ 2136274 h 2323145"/>
              <a:gd name="connsiteX176" fmla="*/ 3037285 w 11269336"/>
              <a:gd name="connsiteY176" fmla="*/ 2139919 h 2323145"/>
              <a:gd name="connsiteX177" fmla="*/ 3036901 w 11269336"/>
              <a:gd name="connsiteY177" fmla="*/ 2138726 h 2323145"/>
              <a:gd name="connsiteX178" fmla="*/ 3026996 w 11269336"/>
              <a:gd name="connsiteY178" fmla="*/ 2134322 h 2323145"/>
              <a:gd name="connsiteX179" fmla="*/ 3007772 w 11269336"/>
              <a:gd name="connsiteY179" fmla="*/ 2128742 h 2323145"/>
              <a:gd name="connsiteX180" fmla="*/ 2965030 w 11269336"/>
              <a:gd name="connsiteY180" fmla="*/ 2100494 h 2323145"/>
              <a:gd name="connsiteX181" fmla="*/ 2926342 w 11269336"/>
              <a:gd name="connsiteY181" fmla="*/ 2104155 h 2323145"/>
              <a:gd name="connsiteX182" fmla="*/ 2918608 w 11269336"/>
              <a:gd name="connsiteY182" fmla="*/ 2104215 h 2323145"/>
              <a:gd name="connsiteX183" fmla="*/ 2918475 w 11269336"/>
              <a:gd name="connsiteY183" fmla="*/ 2103937 h 2323145"/>
              <a:gd name="connsiteX184" fmla="*/ 2910360 w 11269336"/>
              <a:gd name="connsiteY184" fmla="*/ 2103444 h 2323145"/>
              <a:gd name="connsiteX185" fmla="*/ 2904507 w 11269336"/>
              <a:gd name="connsiteY185" fmla="*/ 2104326 h 2323145"/>
              <a:gd name="connsiteX186" fmla="*/ 2889503 w 11269336"/>
              <a:gd name="connsiteY186" fmla="*/ 2104443 h 2323145"/>
              <a:gd name="connsiteX187" fmla="*/ 2884480 w 11269336"/>
              <a:gd name="connsiteY187" fmla="*/ 2102626 h 2323145"/>
              <a:gd name="connsiteX188" fmla="*/ 2882689 w 11269336"/>
              <a:gd name="connsiteY188" fmla="*/ 2099228 h 2323145"/>
              <a:gd name="connsiteX189" fmla="*/ 2881291 w 11269336"/>
              <a:gd name="connsiteY189" fmla="*/ 2099618 h 2323145"/>
              <a:gd name="connsiteX190" fmla="*/ 2853979 w 11269336"/>
              <a:gd name="connsiteY190" fmla="*/ 2090388 h 2323145"/>
              <a:gd name="connsiteX191" fmla="*/ 2791790 w 11269336"/>
              <a:gd name="connsiteY191" fmla="*/ 2080332 h 2323145"/>
              <a:gd name="connsiteX192" fmla="*/ 2755844 w 11269336"/>
              <a:gd name="connsiteY192" fmla="*/ 2078874 h 2323145"/>
              <a:gd name="connsiteX193" fmla="*/ 2657742 w 11269336"/>
              <a:gd name="connsiteY193" fmla="*/ 2070179 h 2323145"/>
              <a:gd name="connsiteX194" fmla="*/ 2559549 w 11269336"/>
              <a:gd name="connsiteY194" fmla="*/ 2057873 h 2323145"/>
              <a:gd name="connsiteX195" fmla="*/ 2512054 w 11269336"/>
              <a:gd name="connsiteY195" fmla="*/ 2031671 h 2323145"/>
              <a:gd name="connsiteX196" fmla="*/ 2506437 w 11269336"/>
              <a:gd name="connsiteY196" fmla="*/ 2030918 h 2323145"/>
              <a:gd name="connsiteX197" fmla="*/ 2491752 w 11269336"/>
              <a:gd name="connsiteY197" fmla="*/ 2033906 h 2323145"/>
              <a:gd name="connsiteX198" fmla="*/ 2486338 w 11269336"/>
              <a:gd name="connsiteY198" fmla="*/ 2035862 h 2323145"/>
              <a:gd name="connsiteX199" fmla="*/ 2478186 w 11269336"/>
              <a:gd name="connsiteY199" fmla="*/ 2036953 h 2323145"/>
              <a:gd name="connsiteX200" fmla="*/ 2477950 w 11269336"/>
              <a:gd name="connsiteY200" fmla="*/ 2036715 h 2323145"/>
              <a:gd name="connsiteX201" fmla="*/ 2470381 w 11269336"/>
              <a:gd name="connsiteY201" fmla="*/ 2038256 h 2323145"/>
              <a:gd name="connsiteX202" fmla="*/ 2433781 w 11269336"/>
              <a:gd name="connsiteY202" fmla="*/ 2049140 h 2323145"/>
              <a:gd name="connsiteX203" fmla="*/ 2381172 w 11269336"/>
              <a:gd name="connsiteY203" fmla="*/ 2030645 h 2323145"/>
              <a:gd name="connsiteX204" fmla="*/ 2360198 w 11269336"/>
              <a:gd name="connsiteY204" fmla="*/ 2029059 h 2323145"/>
              <a:gd name="connsiteX205" fmla="*/ 2348815 w 11269336"/>
              <a:gd name="connsiteY205" fmla="*/ 2026798 h 2323145"/>
              <a:gd name="connsiteX206" fmla="*/ 2347988 w 11269336"/>
              <a:gd name="connsiteY206" fmla="*/ 2025745 h 2323145"/>
              <a:gd name="connsiteX207" fmla="*/ 2312920 w 11269336"/>
              <a:gd name="connsiteY207" fmla="*/ 2036311 h 2323145"/>
              <a:gd name="connsiteX208" fmla="*/ 2307986 w 11269336"/>
              <a:gd name="connsiteY208" fmla="*/ 2035583 h 2323145"/>
              <a:gd name="connsiteX209" fmla="*/ 2285481 w 11269336"/>
              <a:gd name="connsiteY209" fmla="*/ 2045197 h 2323145"/>
              <a:gd name="connsiteX210" fmla="*/ 2273666 w 11269336"/>
              <a:gd name="connsiteY210" fmla="*/ 2048710 h 2323145"/>
              <a:gd name="connsiteX211" fmla="*/ 2270719 w 11269336"/>
              <a:gd name="connsiteY211" fmla="*/ 2052702 h 2323145"/>
              <a:gd name="connsiteX212" fmla="*/ 2253080 w 11269336"/>
              <a:gd name="connsiteY212" fmla="*/ 2056363 h 2323145"/>
              <a:gd name="connsiteX213" fmla="*/ 2250906 w 11269336"/>
              <a:gd name="connsiteY213" fmla="*/ 2055654 h 2323145"/>
              <a:gd name="connsiteX214" fmla="*/ 2236905 w 11269336"/>
              <a:gd name="connsiteY214" fmla="*/ 2062882 h 2323145"/>
              <a:gd name="connsiteX215" fmla="*/ 2225830 w 11269336"/>
              <a:gd name="connsiteY215" fmla="*/ 2074027 h 2323145"/>
              <a:gd name="connsiteX216" fmla="*/ 2073776 w 11269336"/>
              <a:gd name="connsiteY216" fmla="*/ 2089244 h 2323145"/>
              <a:gd name="connsiteX217" fmla="*/ 1948256 w 11269336"/>
              <a:gd name="connsiteY217" fmla="*/ 2146616 h 2323145"/>
              <a:gd name="connsiteX218" fmla="*/ 1865582 w 11269336"/>
              <a:gd name="connsiteY218" fmla="*/ 2153738 h 2323145"/>
              <a:gd name="connsiteX219" fmla="*/ 1835210 w 11269336"/>
              <a:gd name="connsiteY219" fmla="*/ 2134244 h 2323145"/>
              <a:gd name="connsiteX220" fmla="*/ 1632661 w 11269336"/>
              <a:gd name="connsiteY220" fmla="*/ 2173882 h 2323145"/>
              <a:gd name="connsiteX221" fmla="*/ 1579590 w 11269336"/>
              <a:gd name="connsiteY221" fmla="*/ 2173680 h 2323145"/>
              <a:gd name="connsiteX222" fmla="*/ 1535601 w 11269336"/>
              <a:gd name="connsiteY222" fmla="*/ 2194590 h 2323145"/>
              <a:gd name="connsiteX223" fmla="*/ 1515594 w 11269336"/>
              <a:gd name="connsiteY223" fmla="*/ 2189622 h 2323145"/>
              <a:gd name="connsiteX224" fmla="*/ 1512113 w 11269336"/>
              <a:gd name="connsiteY224" fmla="*/ 2188534 h 2323145"/>
              <a:gd name="connsiteX225" fmla="*/ 1498838 w 11269336"/>
              <a:gd name="connsiteY225" fmla="*/ 2189213 h 2323145"/>
              <a:gd name="connsiteX226" fmla="*/ 1494279 w 11269336"/>
              <a:gd name="connsiteY226" fmla="*/ 2183112 h 2323145"/>
              <a:gd name="connsiteX227" fmla="*/ 1473714 w 11269336"/>
              <a:gd name="connsiteY227" fmla="*/ 2179625 h 2323145"/>
              <a:gd name="connsiteX228" fmla="*/ 1449503 w 11269336"/>
              <a:gd name="connsiteY228" fmla="*/ 2182633 h 2323145"/>
              <a:gd name="connsiteX229" fmla="*/ 1266687 w 11269336"/>
              <a:gd name="connsiteY229" fmla="*/ 2212688 h 2323145"/>
              <a:gd name="connsiteX230" fmla="*/ 1239614 w 11269336"/>
              <a:gd name="connsiteY230" fmla="*/ 2209727 h 2323145"/>
              <a:gd name="connsiteX231" fmla="*/ 1202436 w 11269336"/>
              <a:gd name="connsiteY231" fmla="*/ 2209817 h 2323145"/>
              <a:gd name="connsiteX232" fmla="*/ 1136097 w 11269336"/>
              <a:gd name="connsiteY232" fmla="*/ 2205112 h 2323145"/>
              <a:gd name="connsiteX233" fmla="*/ 988232 w 11269336"/>
              <a:gd name="connsiteY233" fmla="*/ 2235635 h 2323145"/>
              <a:gd name="connsiteX234" fmla="*/ 981959 w 11269336"/>
              <a:gd name="connsiteY234" fmla="*/ 2231607 h 2323145"/>
              <a:gd name="connsiteX235" fmla="*/ 938600 w 11269336"/>
              <a:gd name="connsiteY235" fmla="*/ 2238113 h 2323145"/>
              <a:gd name="connsiteX236" fmla="*/ 791788 w 11269336"/>
              <a:gd name="connsiteY236" fmla="*/ 2293224 h 2323145"/>
              <a:gd name="connsiteX237" fmla="*/ 706914 w 11269336"/>
              <a:gd name="connsiteY237" fmla="*/ 2305046 h 2323145"/>
              <a:gd name="connsiteX238" fmla="*/ 675971 w 11269336"/>
              <a:gd name="connsiteY238" fmla="*/ 2304030 h 2323145"/>
              <a:gd name="connsiteX239" fmla="*/ 624180 w 11269336"/>
              <a:gd name="connsiteY239" fmla="*/ 2302650 h 2323145"/>
              <a:gd name="connsiteX240" fmla="*/ 583453 w 11269336"/>
              <a:gd name="connsiteY240" fmla="*/ 2288788 h 2323145"/>
              <a:gd name="connsiteX241" fmla="*/ 540946 w 11269336"/>
              <a:gd name="connsiteY241" fmla="*/ 2292721 h 2323145"/>
              <a:gd name="connsiteX242" fmla="*/ 533680 w 11269336"/>
              <a:gd name="connsiteY242" fmla="*/ 2310233 h 2323145"/>
              <a:gd name="connsiteX243" fmla="*/ 487366 w 11269336"/>
              <a:gd name="connsiteY243" fmla="*/ 2309053 h 2323145"/>
              <a:gd name="connsiteX244" fmla="*/ 416820 w 11269336"/>
              <a:gd name="connsiteY244" fmla="*/ 2305443 h 2323145"/>
              <a:gd name="connsiteX245" fmla="*/ 376805 w 11269336"/>
              <a:gd name="connsiteY245" fmla="*/ 2307647 h 2323145"/>
              <a:gd name="connsiteX246" fmla="*/ 266777 w 11269336"/>
              <a:gd name="connsiteY246" fmla="*/ 2309012 h 2323145"/>
              <a:gd name="connsiteX247" fmla="*/ 156013 w 11269336"/>
              <a:gd name="connsiteY247" fmla="*/ 2306832 h 2323145"/>
              <a:gd name="connsiteX248" fmla="*/ 87258 w 11269336"/>
              <a:gd name="connsiteY248" fmla="*/ 2285511 h 2323145"/>
              <a:gd name="connsiteX249" fmla="*/ 23798 w 11269336"/>
              <a:gd name="connsiteY249" fmla="*/ 2281822 h 2323145"/>
              <a:gd name="connsiteX250" fmla="*/ 0 w 11269336"/>
              <a:gd name="connsiteY250" fmla="*/ 2285369 h 2323145"/>
              <a:gd name="connsiteX251" fmla="*/ 0 w 11269336"/>
              <a:gd name="connsiteY251" fmla="*/ 0 h 2323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Lst>
            <a:rect l="l" t="t" r="r" b="b"/>
            <a:pathLst>
              <a:path w="11269336" h="2323145">
                <a:moveTo>
                  <a:pt x="0" y="0"/>
                </a:moveTo>
                <a:lnTo>
                  <a:pt x="11269336" y="0"/>
                </a:lnTo>
                <a:lnTo>
                  <a:pt x="11268645" y="511"/>
                </a:lnTo>
                <a:cubicBezTo>
                  <a:pt x="11257520" y="14091"/>
                  <a:pt x="11248967" y="32073"/>
                  <a:pt x="11230739" y="37096"/>
                </a:cubicBezTo>
                <a:cubicBezTo>
                  <a:pt x="11194283" y="47141"/>
                  <a:pt x="11124351" y="55013"/>
                  <a:pt x="11082485" y="78590"/>
                </a:cubicBezTo>
                <a:cubicBezTo>
                  <a:pt x="11064655" y="69818"/>
                  <a:pt x="11049588" y="97621"/>
                  <a:pt x="11031776" y="79197"/>
                </a:cubicBezTo>
                <a:cubicBezTo>
                  <a:pt x="11016683" y="85023"/>
                  <a:pt x="11009945" y="92832"/>
                  <a:pt x="10995894" y="83459"/>
                </a:cubicBezTo>
                <a:cubicBezTo>
                  <a:pt x="10971843" y="134740"/>
                  <a:pt x="10888992" y="106042"/>
                  <a:pt x="10861177" y="147419"/>
                </a:cubicBezTo>
                <a:cubicBezTo>
                  <a:pt x="10850370" y="129415"/>
                  <a:pt x="10807086" y="138624"/>
                  <a:pt x="10782732" y="135645"/>
                </a:cubicBezTo>
                <a:cubicBezTo>
                  <a:pt x="10869014" y="196205"/>
                  <a:pt x="10693356" y="147304"/>
                  <a:pt x="10660773" y="179312"/>
                </a:cubicBezTo>
                <a:cubicBezTo>
                  <a:pt x="10667385" y="121467"/>
                  <a:pt x="10595265" y="182241"/>
                  <a:pt x="10564442" y="160738"/>
                </a:cubicBezTo>
                <a:cubicBezTo>
                  <a:pt x="10544419" y="190949"/>
                  <a:pt x="10518436" y="167191"/>
                  <a:pt x="10490200" y="183533"/>
                </a:cubicBezTo>
                <a:cubicBezTo>
                  <a:pt x="10423905" y="202688"/>
                  <a:pt x="10362764" y="244779"/>
                  <a:pt x="10271351" y="243104"/>
                </a:cubicBezTo>
                <a:cubicBezTo>
                  <a:pt x="10247818" y="329775"/>
                  <a:pt x="10135674" y="303068"/>
                  <a:pt x="10061033" y="364937"/>
                </a:cubicBezTo>
                <a:cubicBezTo>
                  <a:pt x="10014289" y="383940"/>
                  <a:pt x="9930032" y="360289"/>
                  <a:pt x="9921770" y="406154"/>
                </a:cubicBezTo>
                <a:cubicBezTo>
                  <a:pt x="9894276" y="384665"/>
                  <a:pt x="9881945" y="430851"/>
                  <a:pt x="9858388" y="439489"/>
                </a:cubicBezTo>
                <a:cubicBezTo>
                  <a:pt x="9835642" y="426888"/>
                  <a:pt x="9828901" y="443125"/>
                  <a:pt x="9811914" y="449865"/>
                </a:cubicBezTo>
                <a:cubicBezTo>
                  <a:pt x="9801869" y="441287"/>
                  <a:pt x="9787055" y="444835"/>
                  <a:pt x="9784394" y="457816"/>
                </a:cubicBezTo>
                <a:cubicBezTo>
                  <a:pt x="9797169" y="483924"/>
                  <a:pt x="9656844" y="450179"/>
                  <a:pt x="9656836" y="469967"/>
                </a:cubicBezTo>
                <a:cubicBezTo>
                  <a:pt x="9589537" y="485301"/>
                  <a:pt x="9662097" y="527310"/>
                  <a:pt x="9561575" y="559978"/>
                </a:cubicBezTo>
                <a:cubicBezTo>
                  <a:pt x="9479149" y="599104"/>
                  <a:pt x="9215234" y="670585"/>
                  <a:pt x="9162278" y="704724"/>
                </a:cubicBezTo>
                <a:cubicBezTo>
                  <a:pt x="9173017" y="730567"/>
                  <a:pt x="9063215" y="727685"/>
                  <a:pt x="9062863" y="754656"/>
                </a:cubicBezTo>
                <a:cubicBezTo>
                  <a:pt x="9021608" y="774940"/>
                  <a:pt x="8924639" y="816390"/>
                  <a:pt x="8914746" y="826428"/>
                </a:cubicBezTo>
                <a:lnTo>
                  <a:pt x="8917778" y="835198"/>
                </a:lnTo>
                <a:lnTo>
                  <a:pt x="8905560" y="838358"/>
                </a:lnTo>
                <a:lnTo>
                  <a:pt x="8897564" y="834287"/>
                </a:lnTo>
                <a:lnTo>
                  <a:pt x="8878040" y="844150"/>
                </a:lnTo>
                <a:cubicBezTo>
                  <a:pt x="8861112" y="848992"/>
                  <a:pt x="8812843" y="856499"/>
                  <a:pt x="8795998" y="863337"/>
                </a:cubicBezTo>
                <a:cubicBezTo>
                  <a:pt x="8792888" y="873975"/>
                  <a:pt x="8786153" y="880792"/>
                  <a:pt x="8776970" y="885177"/>
                </a:cubicBezTo>
                <a:lnTo>
                  <a:pt x="8755719" y="889754"/>
                </a:lnTo>
                <a:lnTo>
                  <a:pt x="8743257" y="904723"/>
                </a:lnTo>
                <a:cubicBezTo>
                  <a:pt x="8737642" y="908108"/>
                  <a:pt x="8730651" y="908759"/>
                  <a:pt x="8721366" y="904711"/>
                </a:cubicBezTo>
                <a:cubicBezTo>
                  <a:pt x="8711895" y="915873"/>
                  <a:pt x="8676250" y="900745"/>
                  <a:pt x="8678353" y="926318"/>
                </a:cubicBezTo>
                <a:cubicBezTo>
                  <a:pt x="8658506" y="928813"/>
                  <a:pt x="8647569" y="933735"/>
                  <a:pt x="8636849" y="937900"/>
                </a:cubicBezTo>
                <a:lnTo>
                  <a:pt x="8620213" y="943068"/>
                </a:lnTo>
                <a:lnTo>
                  <a:pt x="8612581" y="952695"/>
                </a:lnTo>
                <a:cubicBezTo>
                  <a:pt x="8605836" y="959769"/>
                  <a:pt x="8598255" y="964412"/>
                  <a:pt x="8589038" y="963892"/>
                </a:cubicBezTo>
                <a:lnTo>
                  <a:pt x="8579950" y="960899"/>
                </a:lnTo>
                <a:cubicBezTo>
                  <a:pt x="8579740" y="962476"/>
                  <a:pt x="8579529" y="964053"/>
                  <a:pt x="8579319" y="965630"/>
                </a:cubicBezTo>
                <a:cubicBezTo>
                  <a:pt x="8579138" y="972972"/>
                  <a:pt x="8576531" y="980010"/>
                  <a:pt x="8547429" y="984506"/>
                </a:cubicBezTo>
                <a:cubicBezTo>
                  <a:pt x="8529238" y="1001725"/>
                  <a:pt x="8505565" y="1015840"/>
                  <a:pt x="8478704" y="1025490"/>
                </a:cubicBezTo>
                <a:cubicBezTo>
                  <a:pt x="8473109" y="1019545"/>
                  <a:pt x="8465819" y="1032194"/>
                  <a:pt x="8461421" y="1035512"/>
                </a:cubicBezTo>
                <a:cubicBezTo>
                  <a:pt x="8459739" y="1031087"/>
                  <a:pt x="8447663" y="1032074"/>
                  <a:pt x="8445003" y="1036851"/>
                </a:cubicBezTo>
                <a:cubicBezTo>
                  <a:pt x="8366593" y="1075951"/>
                  <a:pt x="8398773" y="1021402"/>
                  <a:pt x="8357350" y="1060213"/>
                </a:cubicBezTo>
                <a:cubicBezTo>
                  <a:pt x="8349366" y="1063843"/>
                  <a:pt x="8342208" y="1063367"/>
                  <a:pt x="8335565" y="1061151"/>
                </a:cubicBezTo>
                <a:lnTo>
                  <a:pt x="8325267" y="1055919"/>
                </a:lnTo>
                <a:lnTo>
                  <a:pt x="8293586" y="1076144"/>
                </a:lnTo>
                <a:cubicBezTo>
                  <a:pt x="8277595" y="1084193"/>
                  <a:pt x="8260401" y="1090863"/>
                  <a:pt x="8242405" y="1095960"/>
                </a:cubicBezTo>
                <a:cubicBezTo>
                  <a:pt x="8226373" y="1101227"/>
                  <a:pt x="8224213" y="1102052"/>
                  <a:pt x="8197391" y="1107746"/>
                </a:cubicBezTo>
                <a:cubicBezTo>
                  <a:pt x="8090266" y="1152133"/>
                  <a:pt x="8141491" y="1082372"/>
                  <a:pt x="8081474" y="1130125"/>
                </a:cubicBezTo>
                <a:cubicBezTo>
                  <a:pt x="8070634" y="1134173"/>
                  <a:pt x="8061619" y="1132810"/>
                  <a:pt x="8053585" y="1129169"/>
                </a:cubicBezTo>
                <a:lnTo>
                  <a:pt x="8038422" y="1119092"/>
                </a:lnTo>
                <a:lnTo>
                  <a:pt x="8029450" y="1125592"/>
                </a:lnTo>
                <a:cubicBezTo>
                  <a:pt x="7992226" y="1133484"/>
                  <a:pt x="7978616" y="1122765"/>
                  <a:pt x="7959552" y="1140188"/>
                </a:cubicBezTo>
                <a:cubicBezTo>
                  <a:pt x="7922008" y="1119572"/>
                  <a:pt x="7937737" y="1141786"/>
                  <a:pt x="7914188" y="1150862"/>
                </a:cubicBezTo>
                <a:cubicBezTo>
                  <a:pt x="7896037" y="1160155"/>
                  <a:pt x="7933463" y="1163411"/>
                  <a:pt x="7914918" y="1168758"/>
                </a:cubicBezTo>
                <a:cubicBezTo>
                  <a:pt x="7893102" y="1165887"/>
                  <a:pt x="7898453" y="1187420"/>
                  <a:pt x="7875510" y="1183153"/>
                </a:cubicBezTo>
                <a:cubicBezTo>
                  <a:pt x="7877354" y="1165743"/>
                  <a:pt x="7834286" y="1194789"/>
                  <a:pt x="7829932" y="1180782"/>
                </a:cubicBezTo>
                <a:cubicBezTo>
                  <a:pt x="7816047" y="1204874"/>
                  <a:pt x="7801901" y="1181513"/>
                  <a:pt x="7779182" y="1192665"/>
                </a:cubicBezTo>
                <a:cubicBezTo>
                  <a:pt x="7769446" y="1202686"/>
                  <a:pt x="7761564" y="1205661"/>
                  <a:pt x="7748774" y="1199586"/>
                </a:cubicBezTo>
                <a:cubicBezTo>
                  <a:pt x="7704339" y="1247771"/>
                  <a:pt x="7717626" y="1207638"/>
                  <a:pt x="7671846" y="1231966"/>
                </a:cubicBezTo>
                <a:cubicBezTo>
                  <a:pt x="7632956" y="1255682"/>
                  <a:pt x="7587383" y="1275180"/>
                  <a:pt x="7554146" y="1319748"/>
                </a:cubicBezTo>
                <a:cubicBezTo>
                  <a:pt x="7548775" y="1331557"/>
                  <a:pt x="7531272" y="1339155"/>
                  <a:pt x="7515052" y="1336718"/>
                </a:cubicBezTo>
                <a:cubicBezTo>
                  <a:pt x="7512260" y="1336298"/>
                  <a:pt x="7509613" y="1335590"/>
                  <a:pt x="7507193" y="1334617"/>
                </a:cubicBezTo>
                <a:cubicBezTo>
                  <a:pt x="7488273" y="1365207"/>
                  <a:pt x="7468925" y="1356298"/>
                  <a:pt x="7461694" y="1375866"/>
                </a:cubicBezTo>
                <a:cubicBezTo>
                  <a:pt x="7422434" y="1391917"/>
                  <a:pt x="7384603" y="1382819"/>
                  <a:pt x="7377571" y="1400128"/>
                </a:cubicBezTo>
                <a:cubicBezTo>
                  <a:pt x="7356236" y="1403926"/>
                  <a:pt x="7322509" y="1393138"/>
                  <a:pt x="7311261" y="1412652"/>
                </a:cubicBezTo>
                <a:cubicBezTo>
                  <a:pt x="7305349" y="1400071"/>
                  <a:pt x="7289966" y="1428039"/>
                  <a:pt x="7275307" y="1422171"/>
                </a:cubicBezTo>
                <a:cubicBezTo>
                  <a:pt x="7264529" y="1416601"/>
                  <a:pt x="7257348" y="1423786"/>
                  <a:pt x="7247783" y="1426330"/>
                </a:cubicBezTo>
                <a:cubicBezTo>
                  <a:pt x="7233839" y="1423056"/>
                  <a:pt x="7194363" y="1442037"/>
                  <a:pt x="7185047" y="1451812"/>
                </a:cubicBezTo>
                <a:cubicBezTo>
                  <a:pt x="7164447" y="1483396"/>
                  <a:pt x="7101577" y="1475742"/>
                  <a:pt x="7084117" y="1500281"/>
                </a:cubicBezTo>
                <a:cubicBezTo>
                  <a:pt x="7076899" y="1504821"/>
                  <a:pt x="7069494" y="1507565"/>
                  <a:pt x="7062011" y="1509183"/>
                </a:cubicBezTo>
                <a:lnTo>
                  <a:pt x="7040555" y="1511207"/>
                </a:lnTo>
                <a:lnTo>
                  <a:pt x="7033438" y="1506772"/>
                </a:lnTo>
                <a:lnTo>
                  <a:pt x="7020886" y="1510764"/>
                </a:lnTo>
                <a:lnTo>
                  <a:pt x="7017033" y="1510650"/>
                </a:lnTo>
                <a:lnTo>
                  <a:pt x="6995460" y="1511173"/>
                </a:lnTo>
                <a:cubicBezTo>
                  <a:pt x="7010208" y="1537643"/>
                  <a:pt x="6938512" y="1522467"/>
                  <a:pt x="6962144" y="1541508"/>
                </a:cubicBezTo>
                <a:cubicBezTo>
                  <a:pt x="6926351" y="1550586"/>
                  <a:pt x="6958236" y="1566326"/>
                  <a:pt x="6910674" y="1554793"/>
                </a:cubicBezTo>
                <a:cubicBezTo>
                  <a:pt x="6859225" y="1589274"/>
                  <a:pt x="6769015" y="1598548"/>
                  <a:pt x="6732152" y="1642538"/>
                </a:cubicBezTo>
                <a:cubicBezTo>
                  <a:pt x="6734901" y="1628031"/>
                  <a:pt x="6709146" y="1622413"/>
                  <a:pt x="6694106" y="1632377"/>
                </a:cubicBezTo>
                <a:cubicBezTo>
                  <a:pt x="6702628" y="1575914"/>
                  <a:pt x="6638899" y="1692862"/>
                  <a:pt x="6617223" y="1659889"/>
                </a:cubicBezTo>
                <a:cubicBezTo>
                  <a:pt x="6623246" y="1693349"/>
                  <a:pt x="6561228" y="1764690"/>
                  <a:pt x="6521138" y="1744340"/>
                </a:cubicBezTo>
                <a:cubicBezTo>
                  <a:pt x="6469831" y="1761656"/>
                  <a:pt x="6438109" y="1796731"/>
                  <a:pt x="6380677" y="1796883"/>
                </a:cubicBezTo>
                <a:cubicBezTo>
                  <a:pt x="6379865" y="1801686"/>
                  <a:pt x="6377810" y="1805986"/>
                  <a:pt x="6374897" y="1809910"/>
                </a:cubicBezTo>
                <a:lnTo>
                  <a:pt x="6364545" y="1820090"/>
                </a:lnTo>
                <a:lnTo>
                  <a:pt x="6362126" y="1819991"/>
                </a:lnTo>
                <a:cubicBezTo>
                  <a:pt x="6353055" y="1821720"/>
                  <a:pt x="6348796" y="1824537"/>
                  <a:pt x="6346673" y="1827824"/>
                </a:cubicBezTo>
                <a:lnTo>
                  <a:pt x="6345588" y="1832232"/>
                </a:lnTo>
                <a:lnTo>
                  <a:pt x="6335708" y="1838451"/>
                </a:lnTo>
                <a:lnTo>
                  <a:pt x="6318182" y="1852975"/>
                </a:lnTo>
                <a:lnTo>
                  <a:pt x="6313084" y="1853561"/>
                </a:lnTo>
                <a:lnTo>
                  <a:pt x="6283816" y="1872148"/>
                </a:lnTo>
                <a:lnTo>
                  <a:pt x="6282550" y="1871392"/>
                </a:lnTo>
                <a:cubicBezTo>
                  <a:pt x="6279041" y="1870121"/>
                  <a:pt x="6275192" y="1869982"/>
                  <a:pt x="6270527" y="1872208"/>
                </a:cubicBezTo>
                <a:cubicBezTo>
                  <a:pt x="6265029" y="1853962"/>
                  <a:pt x="6262790" y="1867903"/>
                  <a:pt x="6249518" y="1876079"/>
                </a:cubicBezTo>
                <a:cubicBezTo>
                  <a:pt x="6238019" y="1849564"/>
                  <a:pt x="6207959" y="1881750"/>
                  <a:pt x="6190386" y="1872478"/>
                </a:cubicBezTo>
                <a:cubicBezTo>
                  <a:pt x="6180893" y="1879083"/>
                  <a:pt x="6170646" y="1885584"/>
                  <a:pt x="6159777" y="1891745"/>
                </a:cubicBezTo>
                <a:lnTo>
                  <a:pt x="6153131" y="1895079"/>
                </a:lnTo>
                <a:lnTo>
                  <a:pt x="6152798" y="1894920"/>
                </a:lnTo>
                <a:cubicBezTo>
                  <a:pt x="6150925" y="1895166"/>
                  <a:pt x="6148578" y="1896082"/>
                  <a:pt x="6145388" y="1897990"/>
                </a:cubicBezTo>
                <a:lnTo>
                  <a:pt x="6141014" y="1901155"/>
                </a:lnTo>
                <a:lnTo>
                  <a:pt x="6128122" y="1907623"/>
                </a:lnTo>
                <a:lnTo>
                  <a:pt x="6122351" y="1908359"/>
                </a:lnTo>
                <a:cubicBezTo>
                  <a:pt x="6099508" y="1905910"/>
                  <a:pt x="6088334" y="1869006"/>
                  <a:pt x="6064750" y="1896394"/>
                </a:cubicBezTo>
                <a:cubicBezTo>
                  <a:pt x="6025977" y="1903785"/>
                  <a:pt x="5997095" y="1889190"/>
                  <a:pt x="5964230" y="1910038"/>
                </a:cubicBezTo>
                <a:cubicBezTo>
                  <a:pt x="5927910" y="1916874"/>
                  <a:pt x="5894873" y="1914928"/>
                  <a:pt x="5865399" y="1926966"/>
                </a:cubicBezTo>
                <a:cubicBezTo>
                  <a:pt x="5851644" y="1923038"/>
                  <a:pt x="5839380" y="1922808"/>
                  <a:pt x="5829951" y="1934755"/>
                </a:cubicBezTo>
                <a:cubicBezTo>
                  <a:pt x="5795498" y="1938369"/>
                  <a:pt x="5784532" y="1926246"/>
                  <a:pt x="5765285" y="1941322"/>
                </a:cubicBezTo>
                <a:cubicBezTo>
                  <a:pt x="5741789" y="1922874"/>
                  <a:pt x="5742385" y="1931607"/>
                  <a:pt x="5734750" y="1939793"/>
                </a:cubicBezTo>
                <a:lnTo>
                  <a:pt x="5733569" y="1940505"/>
                </a:lnTo>
                <a:lnTo>
                  <a:pt x="5730329" y="1937845"/>
                </a:lnTo>
                <a:lnTo>
                  <a:pt x="5724661" y="1937455"/>
                </a:lnTo>
                <a:lnTo>
                  <a:pt x="5710186" y="1941370"/>
                </a:lnTo>
                <a:lnTo>
                  <a:pt x="5704910" y="1943663"/>
                </a:lnTo>
                <a:cubicBezTo>
                  <a:pt x="5701213" y="1944937"/>
                  <a:pt x="5698678" y="1945391"/>
                  <a:pt x="5696836" y="1945271"/>
                </a:cubicBezTo>
                <a:lnTo>
                  <a:pt x="5696583" y="1945050"/>
                </a:lnTo>
                <a:lnTo>
                  <a:pt x="5689123" y="1947067"/>
                </a:lnTo>
                <a:cubicBezTo>
                  <a:pt x="5676655" y="1951072"/>
                  <a:pt x="5664639" y="1955533"/>
                  <a:pt x="5653291" y="1960245"/>
                </a:cubicBezTo>
                <a:cubicBezTo>
                  <a:pt x="5640346" y="1947636"/>
                  <a:pt x="5600180" y="1973739"/>
                  <a:pt x="5599385" y="1945198"/>
                </a:cubicBezTo>
                <a:cubicBezTo>
                  <a:pt x="5583913" y="1950736"/>
                  <a:pt x="5576590" y="1964134"/>
                  <a:pt x="5578300" y="1944963"/>
                </a:cubicBezTo>
                <a:cubicBezTo>
                  <a:pt x="5573104" y="1946266"/>
                  <a:pt x="5569560" y="1945382"/>
                  <a:pt x="5566758" y="1943441"/>
                </a:cubicBezTo>
                <a:lnTo>
                  <a:pt x="5565857" y="1942445"/>
                </a:lnTo>
                <a:lnTo>
                  <a:pt x="5531534" y="1955208"/>
                </a:lnTo>
                <a:lnTo>
                  <a:pt x="5526552" y="1954799"/>
                </a:lnTo>
                <a:lnTo>
                  <a:pt x="5504723" y="1965811"/>
                </a:lnTo>
                <a:lnTo>
                  <a:pt x="5493156" y="1970063"/>
                </a:lnTo>
                <a:lnTo>
                  <a:pt x="5490486" y="1974227"/>
                </a:lnTo>
                <a:cubicBezTo>
                  <a:pt x="5487271" y="1977077"/>
                  <a:pt x="5482233" y="1979045"/>
                  <a:pt x="5473107" y="1979001"/>
                </a:cubicBezTo>
                <a:lnTo>
                  <a:pt x="5470885" y="1978432"/>
                </a:lnTo>
                <a:lnTo>
                  <a:pt x="5457393" y="1986525"/>
                </a:lnTo>
                <a:cubicBezTo>
                  <a:pt x="5453194" y="1989853"/>
                  <a:pt x="5449663" y="1993721"/>
                  <a:pt x="5447102" y="1998329"/>
                </a:cubicBezTo>
                <a:cubicBezTo>
                  <a:pt x="5386283" y="2017364"/>
                  <a:pt x="5223545" y="2015483"/>
                  <a:pt x="5159151" y="2029640"/>
                </a:cubicBezTo>
                <a:cubicBezTo>
                  <a:pt x="5141359" y="2036610"/>
                  <a:pt x="5090827" y="2076822"/>
                  <a:pt x="5098838" y="2062961"/>
                </a:cubicBezTo>
                <a:cubicBezTo>
                  <a:pt x="5047883" y="2099457"/>
                  <a:pt x="4922007" y="2111466"/>
                  <a:pt x="4860988" y="2135698"/>
                </a:cubicBezTo>
                <a:cubicBezTo>
                  <a:pt x="4805413" y="2152292"/>
                  <a:pt x="4784714" y="2158665"/>
                  <a:pt x="4765388" y="2162525"/>
                </a:cubicBezTo>
                <a:cubicBezTo>
                  <a:pt x="4758560" y="2161978"/>
                  <a:pt x="4751823" y="2160531"/>
                  <a:pt x="4745033" y="2158859"/>
                </a:cubicBezTo>
                <a:lnTo>
                  <a:pt x="4741475" y="2157998"/>
                </a:lnTo>
                <a:lnTo>
                  <a:pt x="4728247" y="2159526"/>
                </a:lnTo>
                <a:lnTo>
                  <a:pt x="4723263" y="2153742"/>
                </a:lnTo>
                <a:lnTo>
                  <a:pt x="4593061" y="2171597"/>
                </a:lnTo>
                <a:lnTo>
                  <a:pt x="4405765" y="2199902"/>
                </a:lnTo>
                <a:cubicBezTo>
                  <a:pt x="4403942" y="2198353"/>
                  <a:pt x="4402457" y="2196614"/>
                  <a:pt x="4401354" y="2194745"/>
                </a:cubicBezTo>
                <a:lnTo>
                  <a:pt x="4366646" y="2198564"/>
                </a:lnTo>
                <a:lnTo>
                  <a:pt x="4354009" y="2204984"/>
                </a:lnTo>
                <a:lnTo>
                  <a:pt x="4348284" y="2205270"/>
                </a:lnTo>
                <a:lnTo>
                  <a:pt x="4333906" y="2205251"/>
                </a:lnTo>
                <a:cubicBezTo>
                  <a:pt x="4326429" y="2204713"/>
                  <a:pt x="4318024" y="2203940"/>
                  <a:pt x="4308819" y="2203822"/>
                </a:cubicBezTo>
                <a:lnTo>
                  <a:pt x="4301210" y="2204456"/>
                </a:lnTo>
                <a:lnTo>
                  <a:pt x="4283095" y="2198177"/>
                </a:lnTo>
                <a:cubicBezTo>
                  <a:pt x="4269863" y="2193337"/>
                  <a:pt x="4259612" y="2190345"/>
                  <a:pt x="4250119" y="2196342"/>
                </a:cubicBezTo>
                <a:cubicBezTo>
                  <a:pt x="4230702" y="2190559"/>
                  <a:pt x="4213171" y="2166890"/>
                  <a:pt x="4189203" y="2178994"/>
                </a:cubicBezTo>
                <a:cubicBezTo>
                  <a:pt x="4194512" y="2165594"/>
                  <a:pt x="4160734" y="2183257"/>
                  <a:pt x="4154035" y="2171950"/>
                </a:cubicBezTo>
                <a:cubicBezTo>
                  <a:pt x="4150098" y="2162547"/>
                  <a:pt x="4138934" y="2165714"/>
                  <a:pt x="4129569" y="2163850"/>
                </a:cubicBezTo>
                <a:cubicBezTo>
                  <a:pt x="4121391" y="2155090"/>
                  <a:pt x="4076089" y="2154737"/>
                  <a:pt x="4061250" y="2159236"/>
                </a:cubicBezTo>
                <a:cubicBezTo>
                  <a:pt x="4020618" y="2177811"/>
                  <a:pt x="3978175" y="2144465"/>
                  <a:pt x="3945480" y="2158279"/>
                </a:cubicBezTo>
                <a:cubicBezTo>
                  <a:pt x="3936362" y="2159139"/>
                  <a:pt x="3928502" y="2158369"/>
                  <a:pt x="3921468" y="2156588"/>
                </a:cubicBezTo>
                <a:lnTo>
                  <a:pt x="3903348" y="2149220"/>
                </a:lnTo>
                <a:lnTo>
                  <a:pt x="3901342" y="2142355"/>
                </a:lnTo>
                <a:lnTo>
                  <a:pt x="3888539" y="2140476"/>
                </a:lnTo>
                <a:lnTo>
                  <a:pt x="3885662" y="2138740"/>
                </a:lnTo>
                <a:cubicBezTo>
                  <a:pt x="3880178" y="2135398"/>
                  <a:pt x="3874645" y="2132286"/>
                  <a:pt x="3868627" y="2130023"/>
                </a:cubicBezTo>
                <a:cubicBezTo>
                  <a:pt x="3859240" y="2159198"/>
                  <a:pt x="3815892" y="2115590"/>
                  <a:pt x="3819177" y="2142111"/>
                </a:cubicBezTo>
                <a:cubicBezTo>
                  <a:pt x="3784478" y="2134756"/>
                  <a:pt x="3796708" y="2161930"/>
                  <a:pt x="3769100" y="2131731"/>
                </a:cubicBezTo>
                <a:cubicBezTo>
                  <a:pt x="3702423" y="2139704"/>
                  <a:pt x="3625642" y="2109386"/>
                  <a:pt x="3562752" y="2131785"/>
                </a:cubicBezTo>
                <a:cubicBezTo>
                  <a:pt x="3576244" y="2120400"/>
                  <a:pt x="3560801" y="2104591"/>
                  <a:pt x="3541402" y="2106821"/>
                </a:cubicBezTo>
                <a:cubicBezTo>
                  <a:pt x="3592232" y="2061584"/>
                  <a:pt x="3356194" y="2115384"/>
                  <a:pt x="3365341" y="2077638"/>
                </a:cubicBezTo>
                <a:cubicBezTo>
                  <a:pt x="3303594" y="2079161"/>
                  <a:pt x="3221644" y="2111487"/>
                  <a:pt x="3170922" y="2115957"/>
                </a:cubicBezTo>
                <a:cubicBezTo>
                  <a:pt x="3166532" y="2119769"/>
                  <a:pt x="3161579" y="2122617"/>
                  <a:pt x="3156256" y="2124773"/>
                </a:cubicBezTo>
                <a:lnTo>
                  <a:pt x="3140298" y="2129182"/>
                </a:lnTo>
                <a:lnTo>
                  <a:pt x="3138514" y="2128069"/>
                </a:lnTo>
                <a:cubicBezTo>
                  <a:pt x="3130169" y="2125710"/>
                  <a:pt x="3124679" y="2126336"/>
                  <a:pt x="3120467" y="2128281"/>
                </a:cubicBezTo>
                <a:lnTo>
                  <a:pt x="3116175" y="2131633"/>
                </a:lnTo>
                <a:lnTo>
                  <a:pt x="3103685" y="2132814"/>
                </a:lnTo>
                <a:lnTo>
                  <a:pt x="3078794" y="2137935"/>
                </a:lnTo>
                <a:lnTo>
                  <a:pt x="3074407" y="2136274"/>
                </a:lnTo>
                <a:lnTo>
                  <a:pt x="3037285" y="2139919"/>
                </a:lnTo>
                <a:lnTo>
                  <a:pt x="3036901" y="2138726"/>
                </a:lnTo>
                <a:cubicBezTo>
                  <a:pt x="3035193" y="2136135"/>
                  <a:pt x="3032337" y="2134379"/>
                  <a:pt x="3026996" y="2134322"/>
                </a:cubicBezTo>
                <a:cubicBezTo>
                  <a:pt x="3037063" y="2116196"/>
                  <a:pt x="3024412" y="2127308"/>
                  <a:pt x="3007772" y="2128742"/>
                </a:cubicBezTo>
                <a:cubicBezTo>
                  <a:pt x="3019697" y="2100910"/>
                  <a:pt x="2971305" y="2115987"/>
                  <a:pt x="2965030" y="2100494"/>
                </a:cubicBezTo>
                <a:cubicBezTo>
                  <a:pt x="2952539" y="2102174"/>
                  <a:pt x="2939545" y="2103445"/>
                  <a:pt x="2926342" y="2104155"/>
                </a:cubicBezTo>
                <a:lnTo>
                  <a:pt x="2918608" y="2104215"/>
                </a:lnTo>
                <a:cubicBezTo>
                  <a:pt x="2918564" y="2104122"/>
                  <a:pt x="2918519" y="2104030"/>
                  <a:pt x="2918475" y="2103937"/>
                </a:cubicBezTo>
                <a:cubicBezTo>
                  <a:pt x="2916840" y="2103354"/>
                  <a:pt x="2914314" y="2103149"/>
                  <a:pt x="2910360" y="2103444"/>
                </a:cubicBezTo>
                <a:lnTo>
                  <a:pt x="2904507" y="2104326"/>
                </a:lnTo>
                <a:lnTo>
                  <a:pt x="2889503" y="2104443"/>
                </a:lnTo>
                <a:lnTo>
                  <a:pt x="2884480" y="2102626"/>
                </a:lnTo>
                <a:lnTo>
                  <a:pt x="2882689" y="2099228"/>
                </a:lnTo>
                <a:lnTo>
                  <a:pt x="2881291" y="2099618"/>
                </a:lnTo>
                <a:cubicBezTo>
                  <a:pt x="2870663" y="2105606"/>
                  <a:pt x="2867338" y="2114210"/>
                  <a:pt x="2853979" y="2090388"/>
                </a:cubicBezTo>
                <a:cubicBezTo>
                  <a:pt x="2829652" y="2100099"/>
                  <a:pt x="2824975" y="2085577"/>
                  <a:pt x="2791790" y="2080332"/>
                </a:cubicBezTo>
                <a:cubicBezTo>
                  <a:pt x="2777850" y="2089504"/>
                  <a:pt x="2766709" y="2086170"/>
                  <a:pt x="2755844" y="2078874"/>
                </a:cubicBezTo>
                <a:cubicBezTo>
                  <a:pt x="2723488" y="2083049"/>
                  <a:pt x="2694065" y="2072780"/>
                  <a:pt x="2657742" y="2070179"/>
                </a:cubicBezTo>
                <a:cubicBezTo>
                  <a:pt x="2618372" y="2082020"/>
                  <a:pt x="2598368" y="2060559"/>
                  <a:pt x="2559549" y="2057873"/>
                </a:cubicBezTo>
                <a:cubicBezTo>
                  <a:pt x="2525789" y="2078403"/>
                  <a:pt x="2531908" y="2039838"/>
                  <a:pt x="2512054" y="2031671"/>
                </a:cubicBezTo>
                <a:lnTo>
                  <a:pt x="2506437" y="2030918"/>
                </a:lnTo>
                <a:lnTo>
                  <a:pt x="2491752" y="2033906"/>
                </a:lnTo>
                <a:lnTo>
                  <a:pt x="2486338" y="2035862"/>
                </a:lnTo>
                <a:cubicBezTo>
                  <a:pt x="2482568" y="2036899"/>
                  <a:pt x="2480011" y="2037191"/>
                  <a:pt x="2478186" y="2036953"/>
                </a:cubicBezTo>
                <a:lnTo>
                  <a:pt x="2477950" y="2036715"/>
                </a:lnTo>
                <a:lnTo>
                  <a:pt x="2470381" y="2038256"/>
                </a:lnTo>
                <a:cubicBezTo>
                  <a:pt x="2457686" y="2041461"/>
                  <a:pt x="2445410" y="2045155"/>
                  <a:pt x="2433781" y="2049140"/>
                </a:cubicBezTo>
                <a:cubicBezTo>
                  <a:pt x="2421781" y="2035703"/>
                  <a:pt x="2379959" y="2059234"/>
                  <a:pt x="2381172" y="2030645"/>
                </a:cubicBezTo>
                <a:cubicBezTo>
                  <a:pt x="2365380" y="2035192"/>
                  <a:pt x="2357148" y="2048120"/>
                  <a:pt x="2360198" y="2029059"/>
                </a:cubicBezTo>
                <a:cubicBezTo>
                  <a:pt x="2354933" y="2030031"/>
                  <a:pt x="2351467" y="2028919"/>
                  <a:pt x="2348815" y="2026798"/>
                </a:cubicBezTo>
                <a:lnTo>
                  <a:pt x="2347988" y="2025745"/>
                </a:lnTo>
                <a:lnTo>
                  <a:pt x="2312920" y="2036311"/>
                </a:lnTo>
                <a:lnTo>
                  <a:pt x="2307986" y="2035583"/>
                </a:lnTo>
                <a:lnTo>
                  <a:pt x="2285481" y="2045197"/>
                </a:lnTo>
                <a:lnTo>
                  <a:pt x="2273666" y="2048710"/>
                </a:lnTo>
                <a:lnTo>
                  <a:pt x="2270719" y="2052702"/>
                </a:lnTo>
                <a:cubicBezTo>
                  <a:pt x="2267315" y="2055347"/>
                  <a:pt x="2262161" y="2056992"/>
                  <a:pt x="2253080" y="2056363"/>
                </a:cubicBezTo>
                <a:lnTo>
                  <a:pt x="2250906" y="2055654"/>
                </a:lnTo>
                <a:lnTo>
                  <a:pt x="2236905" y="2062882"/>
                </a:lnTo>
                <a:cubicBezTo>
                  <a:pt x="2232493" y="2065942"/>
                  <a:pt x="2228705" y="2069583"/>
                  <a:pt x="2225830" y="2074027"/>
                </a:cubicBezTo>
                <a:cubicBezTo>
                  <a:pt x="2173117" y="2059597"/>
                  <a:pt x="2128486" y="2085502"/>
                  <a:pt x="2073776" y="2089244"/>
                </a:cubicBezTo>
                <a:cubicBezTo>
                  <a:pt x="2046050" y="2059365"/>
                  <a:pt x="1957570" y="2112693"/>
                  <a:pt x="1948256" y="2146616"/>
                </a:cubicBezTo>
                <a:cubicBezTo>
                  <a:pt x="1943005" y="2109192"/>
                  <a:pt x="1832736" y="2206239"/>
                  <a:pt x="1865582" y="2153738"/>
                </a:cubicBezTo>
                <a:cubicBezTo>
                  <a:pt x="1847376" y="2159567"/>
                  <a:pt x="1826258" y="2147592"/>
                  <a:pt x="1835210" y="2134244"/>
                </a:cubicBezTo>
                <a:cubicBezTo>
                  <a:pt x="1781916" y="2167476"/>
                  <a:pt x="1695112" y="2153556"/>
                  <a:pt x="1632661" y="2173882"/>
                </a:cubicBezTo>
                <a:cubicBezTo>
                  <a:pt x="1594177" y="2150642"/>
                  <a:pt x="1616426" y="2173975"/>
                  <a:pt x="1579590" y="2173680"/>
                </a:cubicBezTo>
                <a:cubicBezTo>
                  <a:pt x="1592812" y="2198112"/>
                  <a:pt x="1533818" y="2165220"/>
                  <a:pt x="1535601" y="2194590"/>
                </a:cubicBezTo>
                <a:cubicBezTo>
                  <a:pt x="1528840" y="2193608"/>
                  <a:pt x="1522236" y="2191728"/>
                  <a:pt x="1515594" y="2189622"/>
                </a:cubicBezTo>
                <a:lnTo>
                  <a:pt x="1512113" y="2188534"/>
                </a:lnTo>
                <a:lnTo>
                  <a:pt x="1498838" y="2189213"/>
                </a:lnTo>
                <a:lnTo>
                  <a:pt x="1494279" y="2183112"/>
                </a:lnTo>
                <a:lnTo>
                  <a:pt x="1473714" y="2179625"/>
                </a:lnTo>
                <a:cubicBezTo>
                  <a:pt x="1466138" y="2179292"/>
                  <a:pt x="1458132" y="2180071"/>
                  <a:pt x="1449503" y="2182633"/>
                </a:cubicBezTo>
                <a:lnTo>
                  <a:pt x="1266687" y="2212688"/>
                </a:lnTo>
                <a:cubicBezTo>
                  <a:pt x="1256792" y="2212722"/>
                  <a:pt x="1247024" y="2217857"/>
                  <a:pt x="1239614" y="2209727"/>
                </a:cubicBezTo>
                <a:cubicBezTo>
                  <a:pt x="1228778" y="2200326"/>
                  <a:pt x="1202276" y="2223497"/>
                  <a:pt x="1202436" y="2209817"/>
                </a:cubicBezTo>
                <a:cubicBezTo>
                  <a:pt x="1183471" y="2225854"/>
                  <a:pt x="1157340" y="2206849"/>
                  <a:pt x="1136097" y="2205112"/>
                </a:cubicBezTo>
                <a:cubicBezTo>
                  <a:pt x="1100396" y="2209415"/>
                  <a:pt x="1013922" y="2231219"/>
                  <a:pt x="988232" y="2235635"/>
                </a:cubicBezTo>
                <a:cubicBezTo>
                  <a:pt x="986445" y="2234079"/>
                  <a:pt x="984332" y="2232722"/>
                  <a:pt x="981959" y="2231607"/>
                </a:cubicBezTo>
                <a:cubicBezTo>
                  <a:pt x="968170" y="2225130"/>
                  <a:pt x="948759" y="2228043"/>
                  <a:pt x="938600" y="2238113"/>
                </a:cubicBezTo>
                <a:cubicBezTo>
                  <a:pt x="888371" y="2272824"/>
                  <a:pt x="837950" y="2280135"/>
                  <a:pt x="791788" y="2293224"/>
                </a:cubicBezTo>
                <a:cubicBezTo>
                  <a:pt x="739035" y="2305159"/>
                  <a:pt x="769009" y="2269676"/>
                  <a:pt x="706914" y="2305046"/>
                </a:cubicBezTo>
                <a:cubicBezTo>
                  <a:pt x="697882" y="2295919"/>
                  <a:pt x="689339" y="2296797"/>
                  <a:pt x="675971" y="2304030"/>
                </a:cubicBezTo>
                <a:cubicBezTo>
                  <a:pt x="650201" y="2309060"/>
                  <a:pt x="647591" y="2282853"/>
                  <a:pt x="624180" y="2302650"/>
                </a:cubicBezTo>
                <a:cubicBezTo>
                  <a:pt x="626400" y="2287987"/>
                  <a:pt x="574045" y="2305175"/>
                  <a:pt x="583453" y="2288788"/>
                </a:cubicBezTo>
                <a:cubicBezTo>
                  <a:pt x="564313" y="2278832"/>
                  <a:pt x="559671" y="2301039"/>
                  <a:pt x="540946" y="2292721"/>
                </a:cubicBezTo>
                <a:cubicBezTo>
                  <a:pt x="521576" y="2293191"/>
                  <a:pt x="554439" y="2305843"/>
                  <a:pt x="533680" y="2310233"/>
                </a:cubicBezTo>
                <a:cubicBezTo>
                  <a:pt x="508069" y="2313043"/>
                  <a:pt x="512638" y="2338541"/>
                  <a:pt x="487366" y="2309053"/>
                </a:cubicBezTo>
                <a:cubicBezTo>
                  <a:pt x="462164" y="2321083"/>
                  <a:pt x="454441" y="2307251"/>
                  <a:pt x="416820" y="2305443"/>
                </a:cubicBezTo>
                <a:cubicBezTo>
                  <a:pt x="403012" y="2315890"/>
                  <a:pt x="390105" y="2313733"/>
                  <a:pt x="376805" y="2307647"/>
                </a:cubicBezTo>
                <a:cubicBezTo>
                  <a:pt x="341751" y="2315035"/>
                  <a:pt x="307408" y="2307897"/>
                  <a:pt x="266777" y="2309012"/>
                </a:cubicBezTo>
                <a:cubicBezTo>
                  <a:pt x="225310" y="2324664"/>
                  <a:pt x="199419" y="2305548"/>
                  <a:pt x="156013" y="2306832"/>
                </a:cubicBezTo>
                <a:cubicBezTo>
                  <a:pt x="117457" y="2333851"/>
                  <a:pt x="122965" y="2279562"/>
                  <a:pt x="87258" y="2285511"/>
                </a:cubicBezTo>
                <a:cubicBezTo>
                  <a:pt x="38977" y="2309189"/>
                  <a:pt x="74043" y="2277969"/>
                  <a:pt x="23798" y="2281822"/>
                </a:cubicBezTo>
                <a:lnTo>
                  <a:pt x="0" y="2285369"/>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solidFill>
            </a:endParaRPr>
          </a:p>
        </p:txBody>
      </p:sp>
      <p:sp>
        <p:nvSpPr>
          <p:cNvPr id="2" name="Title 1">
            <a:extLst>
              <a:ext uri="{FF2B5EF4-FFF2-40B4-BE49-F238E27FC236}">
                <a16:creationId xmlns:a16="http://schemas.microsoft.com/office/drawing/2014/main" id="{2E0C5B4A-B43F-B2A4-76F1-6239D44673E6}"/>
              </a:ext>
            </a:extLst>
          </p:cNvPr>
          <p:cNvSpPr>
            <a:spLocks noGrp="1"/>
          </p:cNvSpPr>
          <p:nvPr>
            <p:ph type="title"/>
          </p:nvPr>
        </p:nvSpPr>
        <p:spPr>
          <a:xfrm>
            <a:off x="542925" y="509587"/>
            <a:ext cx="5736930" cy="742951"/>
          </a:xfrm>
        </p:spPr>
        <p:txBody>
          <a:bodyPr vert="horz" lIns="91440" tIns="45720" rIns="91440" bIns="45720" rtlCol="0" anchor="ctr">
            <a:normAutofit/>
          </a:bodyPr>
          <a:lstStyle/>
          <a:p>
            <a:pPr algn="l" defTabSz="914400">
              <a:lnSpc>
                <a:spcPct val="90000"/>
              </a:lnSpc>
            </a:pPr>
            <a:r>
              <a:rPr lang="en-US" sz="3100" kern="1200">
                <a:solidFill>
                  <a:schemeClr val="tx1"/>
                </a:solidFill>
                <a:latin typeface="+mj-lt"/>
                <a:ea typeface="+mj-ea"/>
                <a:cs typeface="+mj-cs"/>
              </a:rPr>
              <a:t>Types of Virtualization</a:t>
            </a:r>
          </a:p>
        </p:txBody>
      </p:sp>
      <p:pic>
        <p:nvPicPr>
          <p:cNvPr id="1026" name="Picture 2" descr="Final: What Are The Types Of Virtualization In Cloud Computing?">
            <a:extLst>
              <a:ext uri="{FF2B5EF4-FFF2-40B4-BE49-F238E27FC236}">
                <a16:creationId xmlns:a16="http://schemas.microsoft.com/office/drawing/2014/main" id="{38C062EB-AD14-A826-27E3-02F3B1E160CB}"/>
              </a:ext>
            </a:extLst>
          </p:cNvPr>
          <p:cNvPicPr>
            <a:picLocks noGrp="1" noChangeAspect="1" noChangeArrowheads="1"/>
          </p:cNvPicPr>
          <p:nvPr>
            <p:ph idx="1"/>
          </p:nvPr>
        </p:nvPicPr>
        <p:blipFill rotWithShape="1">
          <a:blip r:embed="rId2" cstate="email">
            <a:extLst>
              <a:ext uri="{28A0092B-C50C-407E-A947-70E740481C1C}">
                <a14:useLocalDpi xmlns:a14="http://schemas.microsoft.com/office/drawing/2010/main"/>
              </a:ext>
            </a:extLst>
          </a:blip>
          <a:stretch/>
        </p:blipFill>
        <p:spPr bwMode="auto">
          <a:xfrm>
            <a:off x="529479" y="2370053"/>
            <a:ext cx="8076135" cy="3533309"/>
          </a:xfrm>
          <a:prstGeom prst="rect">
            <a:avLst/>
          </a:prstGeom>
          <a:noFill/>
          <a:extLst>
            <a:ext uri="{909E8E84-426E-40DD-AFC4-6F175D3DCCD1}">
              <a14:hiddenFill xmlns:a14="http://schemas.microsoft.com/office/drawing/2010/main">
                <a:solidFill>
                  <a:srgbClr val="FFFFFF"/>
                </a:solidFill>
              </a14:hiddenFill>
            </a:ext>
          </a:extLst>
        </p:spPr>
      </p:pic>
      <p:sp>
        <p:nvSpPr>
          <p:cNvPr id="1040" name="Freeform: Shape 1039">
            <a:extLst>
              <a:ext uri="{FF2B5EF4-FFF2-40B4-BE49-F238E27FC236}">
                <a16:creationId xmlns:a16="http://schemas.microsoft.com/office/drawing/2014/main" id="{DEB62645-D4DA-4E99-8344-B1536F63D1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80316" y="6277971"/>
            <a:ext cx="5163684" cy="580030"/>
          </a:xfrm>
          <a:custGeom>
            <a:avLst/>
            <a:gdLst>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127968 w 6884912"/>
              <a:gd name="connsiteY58" fmla="*/ 287613 h 1161397"/>
              <a:gd name="connsiteX59" fmla="*/ 3222191 w 6884912"/>
              <a:gd name="connsiteY59" fmla="*/ 307887 h 1161397"/>
              <a:gd name="connsiteX60" fmla="*/ 3227953 w 6884912"/>
              <a:gd name="connsiteY60" fmla="*/ 297650 h 1161397"/>
              <a:gd name="connsiteX61" fmla="*/ 3287859 w 6884912"/>
              <a:gd name="connsiteY61" fmla="*/ 287558 h 1161397"/>
              <a:gd name="connsiteX62" fmla="*/ 3510042 w 6884912"/>
              <a:gd name="connsiteY62" fmla="*/ 311820 h 1161397"/>
              <a:gd name="connsiteX63" fmla="*/ 3626773 w 6884912"/>
              <a:gd name="connsiteY63" fmla="*/ 290452 h 1161397"/>
              <a:gd name="connsiteX64" fmla="*/ 3666217 w 6884912"/>
              <a:gd name="connsiteY64" fmla="*/ 273255 h 1161397"/>
              <a:gd name="connsiteX65" fmla="*/ 3732427 w 6884912"/>
              <a:gd name="connsiteY65" fmla="*/ 245039 h 1161397"/>
              <a:gd name="connsiteX66" fmla="*/ 3777022 w 6884912"/>
              <a:gd name="connsiteY66" fmla="*/ 200276 h 1161397"/>
              <a:gd name="connsiteX67" fmla="*/ 3791246 w 6884912"/>
              <a:gd name="connsiteY67" fmla="*/ 189996 h 1161397"/>
              <a:gd name="connsiteX68" fmla="*/ 3819864 w 6884912"/>
              <a:gd name="connsiteY68" fmla="*/ 194605 h 1161397"/>
              <a:gd name="connsiteX69" fmla="*/ 3830398 w 6884912"/>
              <a:gd name="connsiteY69" fmla="*/ 188383 h 1161397"/>
              <a:gd name="connsiteX70" fmla="*/ 3834360 w 6884912"/>
              <a:gd name="connsiteY70" fmla="*/ 188992 h 1161397"/>
              <a:gd name="connsiteX71" fmla="*/ 3843715 w 6884912"/>
              <a:gd name="connsiteY71" fmla="*/ 188752 h 1161397"/>
              <a:gd name="connsiteX72" fmla="*/ 3842609 w 6884912"/>
              <a:gd name="connsiteY72" fmla="*/ 197386 h 1161397"/>
              <a:gd name="connsiteX73" fmla="*/ 3853961 w 6884912"/>
              <a:gd name="connsiteY73" fmla="*/ 213380 h 1161397"/>
              <a:gd name="connsiteX74" fmla="*/ 3907640 w 6884912"/>
              <a:gd name="connsiteY74" fmla="*/ 207568 h 1161397"/>
              <a:gd name="connsiteX75" fmla="*/ 3910449 w 6884912"/>
              <a:gd name="connsiteY75" fmla="*/ 197808 h 1161397"/>
              <a:gd name="connsiteX76" fmla="*/ 3917197 w 6884912"/>
              <a:gd name="connsiteY76" fmla="*/ 196121 h 1161397"/>
              <a:gd name="connsiteX77" fmla="*/ 3922400 w 6884912"/>
              <a:gd name="connsiteY77" fmla="*/ 205056 h 1161397"/>
              <a:gd name="connsiteX78" fmla="*/ 4013061 w 6884912"/>
              <a:gd name="connsiteY78" fmla="*/ 224874 h 1161397"/>
              <a:gd name="connsiteX79" fmla="*/ 4134285 w 6884912"/>
              <a:gd name="connsiteY79" fmla="*/ 235592 h 1161397"/>
              <a:gd name="connsiteX80" fmla="*/ 4220717 w 6884912"/>
              <a:gd name="connsiteY80" fmla="*/ 192946 h 1161397"/>
              <a:gd name="connsiteX81" fmla="*/ 4228802 w 6884912"/>
              <a:gd name="connsiteY81" fmla="*/ 201468 h 1161397"/>
              <a:gd name="connsiteX82" fmla="*/ 4289361 w 6884912"/>
              <a:gd name="connsiteY82" fmla="*/ 196642 h 1161397"/>
              <a:gd name="connsiteX83" fmla="*/ 4498913 w 6884912"/>
              <a:gd name="connsiteY83" fmla="*/ 118915 h 1161397"/>
              <a:gd name="connsiteX84" fmla="*/ 4617330 w 6884912"/>
              <a:gd name="connsiteY84" fmla="*/ 111163 h 1161397"/>
              <a:gd name="connsiteX85" fmla="*/ 4659778 w 6884912"/>
              <a:gd name="connsiteY85" fmla="*/ 118219 h 1161397"/>
              <a:gd name="connsiteX86" fmla="*/ 4730870 w 6884912"/>
              <a:gd name="connsiteY86" fmla="*/ 129432 h 1161397"/>
              <a:gd name="connsiteX87" fmla="*/ 4785037 w 6884912"/>
              <a:gd name="connsiteY87" fmla="*/ 161964 h 1161397"/>
              <a:gd name="connsiteX88" fmla="*/ 4844073 w 6884912"/>
              <a:gd name="connsiteY88" fmla="*/ 161768 h 1161397"/>
              <a:gd name="connsiteX89" fmla="*/ 4856454 w 6884912"/>
              <a:gd name="connsiteY89" fmla="*/ 130488 h 1161397"/>
              <a:gd name="connsiteX90" fmla="*/ 4920038 w 6884912"/>
              <a:gd name="connsiteY90" fmla="*/ 140418 h 1161397"/>
              <a:gd name="connsiteX91" fmla="*/ 5016639 w 6884912"/>
              <a:gd name="connsiteY91" fmla="*/ 158905 h 1161397"/>
              <a:gd name="connsiteX92" fmla="*/ 5072009 w 6884912"/>
              <a:gd name="connsiteY92" fmla="*/ 161502 h 1161397"/>
              <a:gd name="connsiteX93" fmla="*/ 5223626 w 6884912"/>
              <a:gd name="connsiteY93" fmla="*/ 177356 h 1161397"/>
              <a:gd name="connsiteX94" fmla="*/ 5375773 w 6884912"/>
              <a:gd name="connsiteY94" fmla="*/ 199913 h 1161397"/>
              <a:gd name="connsiteX95" fmla="*/ 5467502 w 6884912"/>
              <a:gd name="connsiteY95" fmla="*/ 250963 h 1161397"/>
              <a:gd name="connsiteX96" fmla="*/ 5592395 w 6884912"/>
              <a:gd name="connsiteY96" fmla="*/ 265434 h 1161397"/>
              <a:gd name="connsiteX97" fmla="*/ 5613532 w 6884912"/>
              <a:gd name="connsiteY97" fmla="*/ 273379 h 1161397"/>
              <a:gd name="connsiteX98" fmla="*/ 5642173 w 6884912"/>
              <a:gd name="connsiteY98" fmla="*/ 266904 h 1161397"/>
              <a:gd name="connsiteX99" fmla="*/ 5756910 w 6884912"/>
              <a:gd name="connsiteY99" fmla="*/ 239211 h 1161397"/>
              <a:gd name="connsiteX100" fmla="*/ 5846667 w 6884912"/>
              <a:gd name="connsiteY100" fmla="*/ 201786 h 1161397"/>
              <a:gd name="connsiteX101" fmla="*/ 5960732 w 6884912"/>
              <a:gd name="connsiteY101" fmla="*/ 220708 h 1161397"/>
              <a:gd name="connsiteX102" fmla="*/ 6029542 w 6884912"/>
              <a:gd name="connsiteY102" fmla="*/ 210339 h 1161397"/>
              <a:gd name="connsiteX103" fmla="*/ 6141123 w 6884912"/>
              <a:gd name="connsiteY103" fmla="*/ 159923 h 1161397"/>
              <a:gd name="connsiteX104" fmla="*/ 6290640 w 6884912"/>
              <a:gd name="connsiteY104" fmla="*/ 167441 h 1161397"/>
              <a:gd name="connsiteX105" fmla="*/ 6322806 w 6884912"/>
              <a:gd name="connsiteY105" fmla="*/ 213293 h 1161397"/>
              <a:gd name="connsiteX106" fmla="*/ 6364914 w 6884912"/>
              <a:gd name="connsiteY106" fmla="*/ 240140 h 1161397"/>
              <a:gd name="connsiteX107" fmla="*/ 6380420 w 6884912"/>
              <a:gd name="connsiteY107" fmla="*/ 173195 h 1161397"/>
              <a:gd name="connsiteX108" fmla="*/ 6507891 w 6884912"/>
              <a:gd name="connsiteY108" fmla="*/ 118474 h 1161397"/>
              <a:gd name="connsiteX109" fmla="*/ 6571807 w 6884912"/>
              <a:gd name="connsiteY109" fmla="*/ 98636 h 1161397"/>
              <a:gd name="connsiteX110" fmla="*/ 6671880 w 6884912"/>
              <a:gd name="connsiteY110" fmla="*/ 82931 h 1161397"/>
              <a:gd name="connsiteX111" fmla="*/ 6702266 w 6884912"/>
              <a:gd name="connsiteY111" fmla="*/ 75470 h 1161397"/>
              <a:gd name="connsiteX112" fmla="*/ 6845802 w 6884912"/>
              <a:gd name="connsiteY112" fmla="*/ 24496 h 116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6884912" h="1161397">
                <a:moveTo>
                  <a:pt x="6884912" y="0"/>
                </a:moveTo>
                <a:lnTo>
                  <a:pt x="6884912" y="1161397"/>
                </a:lnTo>
                <a:lnTo>
                  <a:pt x="0" y="1161397"/>
                </a:lnTo>
                <a:lnTo>
                  <a:pt x="27135" y="1147460"/>
                </a:lnTo>
                <a:cubicBezTo>
                  <a:pt x="57431" y="1167048"/>
                  <a:pt x="61886" y="1135904"/>
                  <a:pt x="115388" y="1159043"/>
                </a:cubicBezTo>
                <a:cubicBezTo>
                  <a:pt x="116121" y="1155340"/>
                  <a:pt x="117370" y="1151777"/>
                  <a:pt x="119094" y="1148463"/>
                </a:cubicBezTo>
                <a:cubicBezTo>
                  <a:pt x="129121" y="1129214"/>
                  <a:pt x="152727" y="1122391"/>
                  <a:pt x="171824" y="1133224"/>
                </a:cubicBezTo>
                <a:cubicBezTo>
                  <a:pt x="254344" y="1161369"/>
                  <a:pt x="315458" y="1143220"/>
                  <a:pt x="376455" y="1137381"/>
                </a:cubicBezTo>
                <a:cubicBezTo>
                  <a:pt x="443775" y="1125614"/>
                  <a:pt x="382885" y="1083927"/>
                  <a:pt x="478946" y="1106011"/>
                </a:cubicBezTo>
                <a:cubicBezTo>
                  <a:pt x="481662" y="1085172"/>
                  <a:pt x="491731" y="1081489"/>
                  <a:pt x="512111" y="1085599"/>
                </a:cubicBezTo>
                <a:cubicBezTo>
                  <a:pt x="544368" y="1078502"/>
                  <a:pt x="526559" y="1032754"/>
                  <a:pt x="567875" y="1051976"/>
                </a:cubicBezTo>
                <a:cubicBezTo>
                  <a:pt x="553871" y="1028602"/>
                  <a:pt x="624901" y="1025930"/>
                  <a:pt x="601644" y="1003997"/>
                </a:cubicBezTo>
                <a:cubicBezTo>
                  <a:pt x="614803" y="975652"/>
                  <a:pt x="637415" y="1010272"/>
                  <a:pt x="651408" y="984938"/>
                </a:cubicBezTo>
                <a:cubicBezTo>
                  <a:pt x="673042" y="974024"/>
                  <a:pt x="646948" y="1015207"/>
                  <a:pt x="673197" y="1010060"/>
                </a:cubicBezTo>
                <a:cubicBezTo>
                  <a:pt x="703527" y="999318"/>
                  <a:pt x="718626" y="1045053"/>
                  <a:pt x="723108" y="980081"/>
                </a:cubicBezTo>
                <a:cubicBezTo>
                  <a:pt x="760262" y="985126"/>
                  <a:pt x="757827" y="957145"/>
                  <a:pt x="797699" y="931362"/>
                </a:cubicBezTo>
                <a:cubicBezTo>
                  <a:pt x="821097" y="940623"/>
                  <a:pt x="833565" y="929189"/>
                  <a:pt x="843359" y="910894"/>
                </a:cubicBezTo>
                <a:cubicBezTo>
                  <a:pt x="887668" y="902160"/>
                  <a:pt x="919738" y="869376"/>
                  <a:pt x="965215" y="846701"/>
                </a:cubicBezTo>
                <a:cubicBezTo>
                  <a:pt x="1023081" y="848019"/>
                  <a:pt x="1036422" y="800154"/>
                  <a:pt x="1085080" y="776086"/>
                </a:cubicBezTo>
                <a:cubicBezTo>
                  <a:pt x="1140763" y="795544"/>
                  <a:pt x="1110309" y="730471"/>
                  <a:pt x="1131224" y="706160"/>
                </a:cubicBezTo>
                <a:lnTo>
                  <a:pt x="1138051" y="702034"/>
                </a:lnTo>
                <a:lnTo>
                  <a:pt x="1158800" y="700004"/>
                </a:lnTo>
                <a:lnTo>
                  <a:pt x="1166947" y="700762"/>
                </a:lnTo>
                <a:cubicBezTo>
                  <a:pt x="1172432" y="700717"/>
                  <a:pt x="1175913" y="699961"/>
                  <a:pt x="1178135" y="698631"/>
                </a:cubicBezTo>
                <a:lnTo>
                  <a:pt x="1178301" y="698094"/>
                </a:lnTo>
                <a:lnTo>
                  <a:pt x="1188995" y="697048"/>
                </a:lnTo>
                <a:cubicBezTo>
                  <a:pt x="1207294" y="696390"/>
                  <a:pt x="1225337" y="696802"/>
                  <a:pt x="1242716" y="698052"/>
                </a:cubicBezTo>
                <a:cubicBezTo>
                  <a:pt x="1250387" y="668345"/>
                  <a:pt x="1318259" y="689091"/>
                  <a:pt x="1299977" y="639196"/>
                </a:cubicBezTo>
                <a:cubicBezTo>
                  <a:pt x="1323072" y="639367"/>
                  <a:pt x="1341279" y="658105"/>
                  <a:pt x="1326190" y="625955"/>
                </a:cubicBezTo>
                <a:cubicBezTo>
                  <a:pt x="1333572" y="625050"/>
                  <a:pt x="1337406" y="621362"/>
                  <a:pt x="1339600" y="616295"/>
                </a:cubicBezTo>
                <a:lnTo>
                  <a:pt x="1340054" y="614022"/>
                </a:lnTo>
                <a:lnTo>
                  <a:pt x="1391606" y="615229"/>
                </a:lnTo>
                <a:lnTo>
                  <a:pt x="1397565" y="611490"/>
                </a:lnTo>
                <a:lnTo>
                  <a:pt x="1432302" y="617267"/>
                </a:lnTo>
                <a:lnTo>
                  <a:pt x="1449644" y="617591"/>
                </a:lnTo>
                <a:lnTo>
                  <a:pt x="1455793" y="623174"/>
                </a:lnTo>
                <a:cubicBezTo>
                  <a:pt x="1461744" y="626151"/>
                  <a:pt x="1469373" y="626493"/>
                  <a:pt x="1480758" y="620863"/>
                </a:cubicBezTo>
                <a:lnTo>
                  <a:pt x="1483154" y="618527"/>
                </a:lnTo>
                <a:lnTo>
                  <a:pt x="1505495" y="624325"/>
                </a:lnTo>
                <a:cubicBezTo>
                  <a:pt x="1512992" y="627532"/>
                  <a:pt x="1520025" y="632078"/>
                  <a:pt x="1526340" y="638496"/>
                </a:cubicBezTo>
                <a:cubicBezTo>
                  <a:pt x="1586113" y="586768"/>
                  <a:pt x="1659006" y="610309"/>
                  <a:pt x="1731986" y="589682"/>
                </a:cubicBezTo>
                <a:cubicBezTo>
                  <a:pt x="1750397" y="523106"/>
                  <a:pt x="1896056" y="573257"/>
                  <a:pt x="1927935" y="628540"/>
                </a:cubicBezTo>
                <a:cubicBezTo>
                  <a:pt x="1912854" y="559823"/>
                  <a:pt x="2112261" y="676347"/>
                  <a:pt x="2039075" y="599964"/>
                </a:cubicBezTo>
                <a:cubicBezTo>
                  <a:pt x="2066036" y="601198"/>
                  <a:pt x="2086366" y="569532"/>
                  <a:pt x="2066980" y="550413"/>
                </a:cubicBezTo>
                <a:cubicBezTo>
                  <a:pt x="2155364" y="582582"/>
                  <a:pt x="2259548" y="514786"/>
                  <a:pt x="2352236" y="519602"/>
                </a:cubicBezTo>
                <a:cubicBezTo>
                  <a:pt x="2388450" y="459394"/>
                  <a:pt x="2373298" y="511682"/>
                  <a:pt x="2420791" y="492826"/>
                </a:cubicBezTo>
                <a:cubicBezTo>
                  <a:pt x="2417962" y="542563"/>
                  <a:pt x="2475071" y="455098"/>
                  <a:pt x="2489932" y="507864"/>
                </a:cubicBezTo>
                <a:cubicBezTo>
                  <a:pt x="2498105" y="502761"/>
                  <a:pt x="2505553" y="496153"/>
                  <a:pt x="2512917" y="489127"/>
                </a:cubicBezTo>
                <a:lnTo>
                  <a:pt x="2516783" y="485473"/>
                </a:lnTo>
                <a:lnTo>
                  <a:pt x="2534360" y="480064"/>
                </a:lnTo>
                <a:lnTo>
                  <a:pt x="2536691" y="467018"/>
                </a:lnTo>
                <a:lnTo>
                  <a:pt x="2561265" y="450623"/>
                </a:lnTo>
                <a:cubicBezTo>
                  <a:pt x="2570872" y="446262"/>
                  <a:pt x="2581686" y="443655"/>
                  <a:pt x="2594349" y="443884"/>
                </a:cubicBezTo>
                <a:cubicBezTo>
                  <a:pt x="2640435" y="464638"/>
                  <a:pt x="2696955" y="396361"/>
                  <a:pt x="2754324" y="424766"/>
                </a:cubicBezTo>
                <a:cubicBezTo>
                  <a:pt x="2775130" y="430896"/>
                  <a:pt x="2837731" y="423458"/>
                  <a:pt x="2848470" y="405966"/>
                </a:cubicBezTo>
                <a:cubicBezTo>
                  <a:pt x="2861295" y="401100"/>
                  <a:pt x="2876936" y="405309"/>
                  <a:pt x="2881772" y="387260"/>
                </a:cubicBezTo>
                <a:cubicBezTo>
                  <a:pt x="2890299" y="365261"/>
                  <a:pt x="2938134" y="392997"/>
                  <a:pt x="2929932" y="368912"/>
                </a:cubicBezTo>
                <a:cubicBezTo>
                  <a:pt x="2963844" y="387799"/>
                  <a:pt x="2986550" y="341223"/>
                  <a:pt x="3013020" y="327578"/>
                </a:cubicBezTo>
                <a:cubicBezTo>
                  <a:pt x="3040041" y="346996"/>
                  <a:pt x="3068934" y="299222"/>
                  <a:pt x="3127968" y="287613"/>
                </a:cubicBezTo>
                <a:cubicBezTo>
                  <a:pt x="3157770" y="310215"/>
                  <a:pt x="3167695" y="279445"/>
                  <a:pt x="3222191" y="307887"/>
                </a:cubicBezTo>
                <a:cubicBezTo>
                  <a:pt x="3223593" y="304249"/>
                  <a:pt x="3225533" y="300801"/>
                  <a:pt x="3227953" y="297650"/>
                </a:cubicBezTo>
                <a:cubicBezTo>
                  <a:pt x="3242008" y="279345"/>
                  <a:pt x="3268831" y="274825"/>
                  <a:pt x="3287859" y="287558"/>
                </a:cubicBezTo>
                <a:cubicBezTo>
                  <a:pt x="3373144" y="323866"/>
                  <a:pt x="3442657" y="311681"/>
                  <a:pt x="3510042" y="311820"/>
                </a:cubicBezTo>
                <a:cubicBezTo>
                  <a:pt x="3585274" y="306641"/>
                  <a:pt x="3525753" y="258887"/>
                  <a:pt x="3626773" y="290452"/>
                </a:cubicBezTo>
                <a:cubicBezTo>
                  <a:pt x="3633124" y="269835"/>
                  <a:pt x="3644693" y="267134"/>
                  <a:pt x="3666217" y="273255"/>
                </a:cubicBezTo>
                <a:cubicBezTo>
                  <a:pt x="3702502" y="269310"/>
                  <a:pt x="3690563" y="221720"/>
                  <a:pt x="3732427" y="245039"/>
                </a:cubicBezTo>
                <a:cubicBezTo>
                  <a:pt x="3720985" y="220241"/>
                  <a:pt x="3798776" y="224539"/>
                  <a:pt x="3777022" y="200276"/>
                </a:cubicBezTo>
                <a:cubicBezTo>
                  <a:pt x="3781759" y="193499"/>
                  <a:pt x="3786499" y="190723"/>
                  <a:pt x="3791246" y="189996"/>
                </a:cubicBezTo>
                <a:cubicBezTo>
                  <a:pt x="3800740" y="188542"/>
                  <a:pt x="3810265" y="195284"/>
                  <a:pt x="3819864" y="194605"/>
                </a:cubicBezTo>
                <a:lnTo>
                  <a:pt x="3830398" y="188383"/>
                </a:lnTo>
                <a:lnTo>
                  <a:pt x="3834360" y="188992"/>
                </a:lnTo>
                <a:lnTo>
                  <a:pt x="3843715" y="188752"/>
                </a:lnTo>
                <a:lnTo>
                  <a:pt x="3842609" y="197386"/>
                </a:lnTo>
                <a:cubicBezTo>
                  <a:pt x="3840673" y="205638"/>
                  <a:pt x="3839248" y="214671"/>
                  <a:pt x="3853961" y="213380"/>
                </a:cubicBezTo>
                <a:cubicBezTo>
                  <a:pt x="3884396" y="206569"/>
                  <a:pt x="3895082" y="241941"/>
                  <a:pt x="3907640" y="207568"/>
                </a:cubicBezTo>
                <a:lnTo>
                  <a:pt x="3910449" y="197808"/>
                </a:lnTo>
                <a:lnTo>
                  <a:pt x="3917197" y="196121"/>
                </a:lnTo>
                <a:cubicBezTo>
                  <a:pt x="3920833" y="196372"/>
                  <a:pt x="3922919" y="198717"/>
                  <a:pt x="3922400" y="205056"/>
                </a:cubicBezTo>
                <a:cubicBezTo>
                  <a:pt x="3950680" y="178467"/>
                  <a:pt x="3984062" y="218098"/>
                  <a:pt x="4013061" y="224874"/>
                </a:cubicBezTo>
                <a:cubicBezTo>
                  <a:pt x="4034530" y="199451"/>
                  <a:pt x="4074202" y="238734"/>
                  <a:pt x="4134285" y="235592"/>
                </a:cubicBezTo>
                <a:cubicBezTo>
                  <a:pt x="4157674" y="206403"/>
                  <a:pt x="4174806" y="233822"/>
                  <a:pt x="4220717" y="192946"/>
                </a:cubicBezTo>
                <a:cubicBezTo>
                  <a:pt x="4222964" y="196132"/>
                  <a:pt x="4225687" y="199002"/>
                  <a:pt x="4228802" y="201468"/>
                </a:cubicBezTo>
                <a:cubicBezTo>
                  <a:pt x="4246898" y="215792"/>
                  <a:pt x="4274013" y="213632"/>
                  <a:pt x="4289361" y="196642"/>
                </a:cubicBezTo>
                <a:cubicBezTo>
                  <a:pt x="4363212" y="140627"/>
                  <a:pt x="4433598" y="135488"/>
                  <a:pt x="4498913" y="118915"/>
                </a:cubicBezTo>
                <a:cubicBezTo>
                  <a:pt x="4573135" y="105586"/>
                  <a:pt x="4527062" y="166416"/>
                  <a:pt x="4617330" y="111163"/>
                </a:cubicBezTo>
                <a:cubicBezTo>
                  <a:pt x="4628518" y="129608"/>
                  <a:pt x="4640397" y="129405"/>
                  <a:pt x="4659778" y="118219"/>
                </a:cubicBezTo>
                <a:cubicBezTo>
                  <a:pt x="4695929" y="113193"/>
                  <a:pt x="4695958" y="162259"/>
                  <a:pt x="4730870" y="129432"/>
                </a:cubicBezTo>
                <a:cubicBezTo>
                  <a:pt x="4725822" y="156271"/>
                  <a:pt x="4800214" y="133127"/>
                  <a:pt x="4785037" y="161964"/>
                </a:cubicBezTo>
                <a:cubicBezTo>
                  <a:pt x="4810025" y="183633"/>
                  <a:pt x="4819434" y="143205"/>
                  <a:pt x="4844073" y="161768"/>
                </a:cubicBezTo>
                <a:cubicBezTo>
                  <a:pt x="4870797" y="164132"/>
                  <a:pt x="4827288" y="135164"/>
                  <a:pt x="4856454" y="130488"/>
                </a:cubicBezTo>
                <a:cubicBezTo>
                  <a:pt x="4892086" y="129553"/>
                  <a:pt x="4889263" y="81477"/>
                  <a:pt x="4920038" y="140418"/>
                </a:cubicBezTo>
                <a:cubicBezTo>
                  <a:pt x="4956358" y="122308"/>
                  <a:pt x="4965108" y="149263"/>
                  <a:pt x="5016639" y="158905"/>
                </a:cubicBezTo>
                <a:cubicBezTo>
                  <a:pt x="5037063" y="141828"/>
                  <a:pt x="5054534" y="147986"/>
                  <a:pt x="5072009" y="161502"/>
                </a:cubicBezTo>
                <a:cubicBezTo>
                  <a:pt x="5121260" y="153653"/>
                  <a:pt x="5167555" y="172635"/>
                  <a:pt x="5223626" y="177356"/>
                </a:cubicBezTo>
                <a:cubicBezTo>
                  <a:pt x="5282824" y="155243"/>
                  <a:pt x="5315859" y="195041"/>
                  <a:pt x="5375773" y="199913"/>
                </a:cubicBezTo>
                <a:cubicBezTo>
                  <a:pt x="5432511" y="156218"/>
                  <a:pt x="5417550" y="256036"/>
                  <a:pt x="5467502" y="250963"/>
                </a:cubicBezTo>
                <a:cubicBezTo>
                  <a:pt x="5547124" y="209975"/>
                  <a:pt x="5467171" y="283839"/>
                  <a:pt x="5592395" y="265434"/>
                </a:cubicBezTo>
                <a:cubicBezTo>
                  <a:pt x="5599201" y="258867"/>
                  <a:pt x="5614752" y="264706"/>
                  <a:pt x="5613532" y="273379"/>
                </a:cubicBezTo>
                <a:cubicBezTo>
                  <a:pt x="5621390" y="270408"/>
                  <a:pt x="5639720" y="253173"/>
                  <a:pt x="5642173" y="266904"/>
                </a:cubicBezTo>
                <a:cubicBezTo>
                  <a:pt x="5682296" y="267049"/>
                  <a:pt x="5721812" y="257513"/>
                  <a:pt x="5756910" y="239211"/>
                </a:cubicBezTo>
                <a:cubicBezTo>
                  <a:pt x="5834998" y="260050"/>
                  <a:pt x="5790596" y="197229"/>
                  <a:pt x="5846667" y="201786"/>
                </a:cubicBezTo>
                <a:cubicBezTo>
                  <a:pt x="5892444" y="227312"/>
                  <a:pt x="5908324" y="204527"/>
                  <a:pt x="5960732" y="220708"/>
                </a:cubicBezTo>
                <a:cubicBezTo>
                  <a:pt x="5977124" y="175349"/>
                  <a:pt x="6009640" y="223654"/>
                  <a:pt x="6029542" y="210339"/>
                </a:cubicBezTo>
                <a:cubicBezTo>
                  <a:pt x="6063108" y="261420"/>
                  <a:pt x="6107411" y="160034"/>
                  <a:pt x="6141123" y="159923"/>
                </a:cubicBezTo>
                <a:cubicBezTo>
                  <a:pt x="6198068" y="167749"/>
                  <a:pt x="6260628" y="219715"/>
                  <a:pt x="6290640" y="167441"/>
                </a:cubicBezTo>
                <a:cubicBezTo>
                  <a:pt x="6295193" y="188689"/>
                  <a:pt x="6290494" y="217816"/>
                  <a:pt x="6322806" y="213293"/>
                </a:cubicBezTo>
                <a:cubicBezTo>
                  <a:pt x="6335911" y="223881"/>
                  <a:pt x="6338726" y="256581"/>
                  <a:pt x="6364914" y="240140"/>
                </a:cubicBezTo>
                <a:cubicBezTo>
                  <a:pt x="6331888" y="211628"/>
                  <a:pt x="6385856" y="207033"/>
                  <a:pt x="6380420" y="173195"/>
                </a:cubicBezTo>
                <a:cubicBezTo>
                  <a:pt x="6420580" y="151473"/>
                  <a:pt x="6513519" y="179296"/>
                  <a:pt x="6507891" y="118474"/>
                </a:cubicBezTo>
                <a:cubicBezTo>
                  <a:pt x="6519398" y="82452"/>
                  <a:pt x="6571830" y="137398"/>
                  <a:pt x="6571807" y="98636"/>
                </a:cubicBezTo>
                <a:cubicBezTo>
                  <a:pt x="6594702" y="123421"/>
                  <a:pt x="6634676" y="82071"/>
                  <a:pt x="6671880" y="82931"/>
                </a:cubicBezTo>
                <a:cubicBezTo>
                  <a:pt x="6678855" y="65407"/>
                  <a:pt x="6687415" y="66196"/>
                  <a:pt x="6702266" y="75470"/>
                </a:cubicBezTo>
                <a:cubicBezTo>
                  <a:pt x="6747004" y="78450"/>
                  <a:pt x="6798307" y="53072"/>
                  <a:pt x="6845802" y="24496"/>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536509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BCF0822-A194-14A7-DF30-790190CD6D70}"/>
              </a:ext>
            </a:extLst>
          </p:cNvPr>
          <p:cNvSpPr>
            <a:spLocks noGrp="1"/>
          </p:cNvSpPr>
          <p:nvPr>
            <p:ph type="title"/>
          </p:nvPr>
        </p:nvSpPr>
        <p:spPr>
          <a:xfrm>
            <a:off x="1028697" y="348865"/>
            <a:ext cx="7533018" cy="877729"/>
          </a:xfrm>
        </p:spPr>
        <p:txBody>
          <a:bodyPr anchor="ctr">
            <a:normAutofit/>
          </a:bodyPr>
          <a:lstStyle/>
          <a:p>
            <a:r>
              <a:rPr lang="en-US" sz="3500">
                <a:solidFill>
                  <a:srgbClr val="FFFFFF"/>
                </a:solidFill>
              </a:rPr>
              <a:t>Hardware Virtualization</a:t>
            </a:r>
          </a:p>
        </p:txBody>
      </p:sp>
      <p:graphicFrame>
        <p:nvGraphicFramePr>
          <p:cNvPr id="21" name="Content Placeholder 2">
            <a:extLst>
              <a:ext uri="{FF2B5EF4-FFF2-40B4-BE49-F238E27FC236}">
                <a16:creationId xmlns:a16="http://schemas.microsoft.com/office/drawing/2014/main" id="{D859E13A-2F58-562B-AACB-2DB5BD4D9ECC}"/>
              </a:ext>
            </a:extLst>
          </p:cNvPr>
          <p:cNvGraphicFramePr>
            <a:graphicFrameLocks noGrp="1"/>
          </p:cNvGraphicFramePr>
          <p:nvPr>
            <p:ph idx="1"/>
            <p:extLst>
              <p:ext uri="{D42A27DB-BD31-4B8C-83A1-F6EECF244321}">
                <p14:modId xmlns:p14="http://schemas.microsoft.com/office/powerpoint/2010/main" val="355927527"/>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643552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Freeform: Shape 17">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14166"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9" name="Freeform: Shape 18">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08608"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2A4CC07-E4CF-B12A-0902-166B1F9BCE82}"/>
              </a:ext>
            </a:extLst>
          </p:cNvPr>
          <p:cNvSpPr>
            <a:spLocks noGrp="1"/>
          </p:cNvSpPr>
          <p:nvPr>
            <p:ph type="title"/>
          </p:nvPr>
        </p:nvSpPr>
        <p:spPr>
          <a:xfrm>
            <a:off x="466344" y="1161288"/>
            <a:ext cx="2702052" cy="4526280"/>
          </a:xfrm>
        </p:spPr>
        <p:txBody>
          <a:bodyPr>
            <a:normAutofit/>
          </a:bodyPr>
          <a:lstStyle/>
          <a:p>
            <a:r>
              <a:rPr lang="en-US" sz="3500"/>
              <a:t>Software Virtualization</a:t>
            </a:r>
          </a:p>
        </p:txBody>
      </p:sp>
      <p:sp>
        <p:nvSpPr>
          <p:cNvPr id="20" name="Rectangle 19">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21" name="Content Placeholder 2">
            <a:extLst>
              <a:ext uri="{FF2B5EF4-FFF2-40B4-BE49-F238E27FC236}">
                <a16:creationId xmlns:a16="http://schemas.microsoft.com/office/drawing/2014/main" id="{1229AA6A-203C-97F8-75EF-C90E505E8ED3}"/>
              </a:ext>
            </a:extLst>
          </p:cNvPr>
          <p:cNvGraphicFramePr>
            <a:graphicFrameLocks noGrp="1"/>
          </p:cNvGraphicFramePr>
          <p:nvPr>
            <p:ph idx="1"/>
            <p:extLst>
              <p:ext uri="{D42A27DB-BD31-4B8C-83A1-F6EECF244321}">
                <p14:modId xmlns:p14="http://schemas.microsoft.com/office/powerpoint/2010/main" val="4034029686"/>
              </p:ext>
            </p:extLst>
          </p:nvPr>
        </p:nvGraphicFramePr>
        <p:xfrm>
          <a:off x="3977640" y="676656"/>
          <a:ext cx="4773168"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619060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27" name="Group 26">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397" y="508838"/>
            <a:ext cx="3913467" cy="6239661"/>
            <a:chOff x="-19221" y="251144"/>
            <a:chExt cx="5217958" cy="6239661"/>
          </a:xfrm>
        </p:grpSpPr>
        <p:sp>
          <p:nvSpPr>
            <p:cNvPr id="28" name="Freeform: Shape 27">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Shape 28">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Shape 29">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Shape 30">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5" name="Title 4">
            <a:extLst>
              <a:ext uri="{FF2B5EF4-FFF2-40B4-BE49-F238E27FC236}">
                <a16:creationId xmlns:a16="http://schemas.microsoft.com/office/drawing/2014/main" id="{FFA28E2D-8BE9-CC3F-A335-9815F2E8F54B}"/>
              </a:ext>
            </a:extLst>
          </p:cNvPr>
          <p:cNvSpPr>
            <a:spLocks noGrp="1"/>
          </p:cNvSpPr>
          <p:nvPr>
            <p:ph type="title"/>
          </p:nvPr>
        </p:nvSpPr>
        <p:spPr>
          <a:xfrm>
            <a:off x="480060" y="1243013"/>
            <a:ext cx="2891790" cy="4371974"/>
          </a:xfrm>
        </p:spPr>
        <p:txBody>
          <a:bodyPr>
            <a:normAutofit/>
          </a:bodyPr>
          <a:lstStyle/>
          <a:p>
            <a:r>
              <a:rPr lang="en-US" sz="3100">
                <a:solidFill>
                  <a:schemeClr val="tx2"/>
                </a:solidFill>
              </a:rPr>
              <a:t>Application Virtualization</a:t>
            </a:r>
            <a:endParaRPr lang="en-PK" sz="3100">
              <a:solidFill>
                <a:schemeClr val="tx2"/>
              </a:solidFill>
            </a:endParaRPr>
          </a:p>
        </p:txBody>
      </p:sp>
      <p:sp>
        <p:nvSpPr>
          <p:cNvPr id="3" name="Content Placeholder 2">
            <a:extLst>
              <a:ext uri="{FF2B5EF4-FFF2-40B4-BE49-F238E27FC236}">
                <a16:creationId xmlns:a16="http://schemas.microsoft.com/office/drawing/2014/main" id="{BFAED0EB-C603-4965-B4D8-251AE732E362}"/>
              </a:ext>
            </a:extLst>
          </p:cNvPr>
          <p:cNvSpPr>
            <a:spLocks noGrp="1"/>
          </p:cNvSpPr>
          <p:nvPr>
            <p:ph idx="1"/>
          </p:nvPr>
        </p:nvSpPr>
        <p:spPr>
          <a:xfrm>
            <a:off x="4629150" y="804672"/>
            <a:ext cx="3915918" cy="5230368"/>
          </a:xfrm>
        </p:spPr>
        <p:txBody>
          <a:bodyPr anchor="ctr">
            <a:normAutofit/>
          </a:bodyPr>
          <a:lstStyle/>
          <a:p>
            <a:r>
              <a:rPr lang="en-US" sz="1600" dirty="0">
                <a:solidFill>
                  <a:schemeClr val="tx2"/>
                </a:solidFill>
              </a:rPr>
              <a:t>Application virtualization can be achieved through:</a:t>
            </a:r>
          </a:p>
          <a:p>
            <a:pPr lvl="1"/>
            <a:r>
              <a:rPr lang="en-US" sz="1600" b="1" dirty="0">
                <a:solidFill>
                  <a:schemeClr val="tx2"/>
                </a:solidFill>
              </a:rPr>
              <a:t>Application streaming </a:t>
            </a:r>
          </a:p>
          <a:p>
            <a:pPr lvl="2"/>
            <a:r>
              <a:rPr lang="en-US" sz="1600" dirty="0">
                <a:solidFill>
                  <a:schemeClr val="tx2"/>
                </a:solidFill>
              </a:rPr>
              <a:t>Users stream the application from a remote server, so it runs only on the end user's device when needed.</a:t>
            </a:r>
          </a:p>
          <a:p>
            <a:pPr lvl="1"/>
            <a:r>
              <a:rPr lang="en-US" sz="1600" b="1" dirty="0">
                <a:solidFill>
                  <a:schemeClr val="tx2"/>
                </a:solidFill>
              </a:rPr>
              <a:t>Server-based application virtualization</a:t>
            </a:r>
          </a:p>
          <a:p>
            <a:pPr lvl="2"/>
            <a:r>
              <a:rPr lang="en-US" sz="1600" dirty="0">
                <a:solidFill>
                  <a:schemeClr val="tx2"/>
                </a:solidFill>
              </a:rPr>
              <a:t>Users can access the remote application from their browser or client interface without installing it.</a:t>
            </a:r>
          </a:p>
          <a:p>
            <a:pPr lvl="1"/>
            <a:r>
              <a:rPr lang="en-US" sz="1600" b="1" dirty="0">
                <a:solidFill>
                  <a:schemeClr val="tx2"/>
                </a:solidFill>
              </a:rPr>
              <a:t>Local application virtualization </a:t>
            </a:r>
          </a:p>
          <a:p>
            <a:pPr lvl="2"/>
            <a:r>
              <a:rPr lang="en-US" sz="1600" dirty="0">
                <a:solidFill>
                  <a:schemeClr val="tx2"/>
                </a:solidFill>
              </a:rPr>
              <a:t>The application code is shipped with its own environment to run on all operating systems without changes.</a:t>
            </a:r>
          </a:p>
          <a:p>
            <a:endParaRPr lang="en-US" sz="1600" dirty="0">
              <a:solidFill>
                <a:schemeClr val="tx2"/>
              </a:solidFill>
            </a:endParaRPr>
          </a:p>
        </p:txBody>
      </p:sp>
    </p:spTree>
    <p:extLst>
      <p:ext uri="{BB962C8B-B14F-4D97-AF65-F5344CB8AC3E}">
        <p14:creationId xmlns:p14="http://schemas.microsoft.com/office/powerpoint/2010/main" val="9525206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FFA28E2D-8BE9-CC3F-A335-9815F2E8F54B}"/>
              </a:ext>
            </a:extLst>
          </p:cNvPr>
          <p:cNvSpPr>
            <a:spLocks noGrp="1"/>
          </p:cNvSpPr>
          <p:nvPr>
            <p:ph type="title"/>
          </p:nvPr>
        </p:nvSpPr>
        <p:spPr>
          <a:xfrm>
            <a:off x="630936" y="256032"/>
            <a:ext cx="7879842" cy="1014984"/>
          </a:xfrm>
        </p:spPr>
        <p:txBody>
          <a:bodyPr anchor="b">
            <a:normAutofit/>
          </a:bodyPr>
          <a:lstStyle/>
          <a:p>
            <a:r>
              <a:rPr lang="en-US" dirty="0"/>
              <a:t>Application Virtualization</a:t>
            </a:r>
            <a:endParaRPr lang="en-PK" dirty="0"/>
          </a:p>
        </p:txBody>
      </p:sp>
      <p:sp>
        <p:nvSpPr>
          <p:cNvPr id="13" name="Rectangle 12">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7" name="Content Placeholder 2">
            <a:extLst>
              <a:ext uri="{FF2B5EF4-FFF2-40B4-BE49-F238E27FC236}">
                <a16:creationId xmlns:a16="http://schemas.microsoft.com/office/drawing/2014/main" id="{C30DAAC2-A868-85FB-4724-D4D9508FCFD4}"/>
              </a:ext>
            </a:extLst>
          </p:cNvPr>
          <p:cNvGraphicFramePr>
            <a:graphicFrameLocks noGrp="1"/>
          </p:cNvGraphicFramePr>
          <p:nvPr>
            <p:ph idx="1"/>
            <p:extLst>
              <p:ext uri="{D42A27DB-BD31-4B8C-83A1-F6EECF244321}">
                <p14:modId xmlns:p14="http://schemas.microsoft.com/office/powerpoint/2010/main" val="2504939317"/>
              </p:ext>
            </p:extLst>
          </p:nvPr>
        </p:nvGraphicFramePr>
        <p:xfrm>
          <a:off x="628650" y="1926266"/>
          <a:ext cx="78867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158646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56EA1-C426-7C6A-7EF5-B43BDDD963AE}"/>
              </a:ext>
            </a:extLst>
          </p:cNvPr>
          <p:cNvSpPr>
            <a:spLocks noGrp="1"/>
          </p:cNvSpPr>
          <p:nvPr>
            <p:ph type="title"/>
          </p:nvPr>
        </p:nvSpPr>
        <p:spPr>
          <a:xfrm>
            <a:off x="457200" y="274638"/>
            <a:ext cx="8229600" cy="1143000"/>
          </a:xfrm>
        </p:spPr>
        <p:txBody>
          <a:bodyPr>
            <a:normAutofit/>
          </a:bodyPr>
          <a:lstStyle/>
          <a:p>
            <a:r>
              <a:rPr lang="en-US"/>
              <a:t>Network Virtualization</a:t>
            </a:r>
            <a:endParaRPr lang="en-US" dirty="0"/>
          </a:p>
        </p:txBody>
      </p:sp>
      <p:graphicFrame>
        <p:nvGraphicFramePr>
          <p:cNvPr id="7" name="Content Placeholder 2">
            <a:extLst>
              <a:ext uri="{FF2B5EF4-FFF2-40B4-BE49-F238E27FC236}">
                <a16:creationId xmlns:a16="http://schemas.microsoft.com/office/drawing/2014/main" id="{A5082B63-978C-7AA6-8E65-73FE61197B97}"/>
              </a:ext>
            </a:extLst>
          </p:cNvPr>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616444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B6D4D08-6B89-D66C-6B3E-EA160A4193E0}"/>
              </a:ext>
            </a:extLst>
          </p:cNvPr>
          <p:cNvSpPr>
            <a:spLocks noGrp="1"/>
          </p:cNvSpPr>
          <p:nvPr>
            <p:ph type="title"/>
          </p:nvPr>
        </p:nvSpPr>
        <p:spPr/>
        <p:txBody>
          <a:bodyPr/>
          <a:lstStyle/>
          <a:p>
            <a:r>
              <a:rPr lang="en-US" dirty="0"/>
              <a:t>Network Virtualization</a:t>
            </a:r>
            <a:endParaRPr lang="en-PK" dirty="0"/>
          </a:p>
        </p:txBody>
      </p:sp>
      <p:graphicFrame>
        <p:nvGraphicFramePr>
          <p:cNvPr id="7" name="Content Placeholder 2">
            <a:extLst>
              <a:ext uri="{FF2B5EF4-FFF2-40B4-BE49-F238E27FC236}">
                <a16:creationId xmlns:a16="http://schemas.microsoft.com/office/drawing/2014/main" id="{8354AC5D-065B-6A60-0292-30C42B17803F}"/>
              </a:ext>
            </a:extLst>
          </p:cNvPr>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820048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DB5B423A-57CC-4C58-AA26-8E2E862B03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3912768" cy="3994777"/>
          </a:xfrm>
          <a:custGeom>
            <a:avLst/>
            <a:gdLst>
              <a:gd name="connsiteX0" fmla="*/ 1945461 w 5217023"/>
              <a:gd name="connsiteY0" fmla="*/ 3787398 h 3994777"/>
              <a:gd name="connsiteX1" fmla="*/ 1942113 w 5217023"/>
              <a:gd name="connsiteY1" fmla="*/ 3790053 h 3994777"/>
              <a:gd name="connsiteX2" fmla="*/ 1946982 w 5217023"/>
              <a:gd name="connsiteY2" fmla="*/ 3787990 h 3994777"/>
              <a:gd name="connsiteX3" fmla="*/ 1945461 w 5217023"/>
              <a:gd name="connsiteY3" fmla="*/ 3787398 h 3994777"/>
              <a:gd name="connsiteX4" fmla="*/ 0 w 5217023"/>
              <a:gd name="connsiteY4" fmla="*/ 0 h 3994777"/>
              <a:gd name="connsiteX5" fmla="*/ 5030958 w 5217023"/>
              <a:gd name="connsiteY5" fmla="*/ 0 h 3994777"/>
              <a:gd name="connsiteX6" fmla="*/ 5046198 w 5217023"/>
              <a:gd name="connsiteY6" fmla="*/ 153449 h 3994777"/>
              <a:gd name="connsiteX7" fmla="*/ 5055729 w 5217023"/>
              <a:gd name="connsiteY7" fmla="*/ 415828 h 3994777"/>
              <a:gd name="connsiteX8" fmla="*/ 4735242 w 5217023"/>
              <a:gd name="connsiteY8" fmla="*/ 1867130 h 3994777"/>
              <a:gd name="connsiteX9" fmla="*/ 3907395 w 5217023"/>
              <a:gd name="connsiteY9" fmla="*/ 2938441 h 3994777"/>
              <a:gd name="connsiteX10" fmla="*/ 3946497 w 5217023"/>
              <a:gd name="connsiteY10" fmla="*/ 2908567 h 3994777"/>
              <a:gd name="connsiteX11" fmla="*/ 4585421 w 5217023"/>
              <a:gd name="connsiteY11" fmla="*/ 2188401 h 3994777"/>
              <a:gd name="connsiteX12" fmla="*/ 5142585 w 5217023"/>
              <a:gd name="connsiteY12" fmla="*/ 276891 h 3994777"/>
              <a:gd name="connsiteX13" fmla="*/ 5121833 w 5217023"/>
              <a:gd name="connsiteY13" fmla="*/ 30208 h 3994777"/>
              <a:gd name="connsiteX14" fmla="*/ 5116229 w 5217023"/>
              <a:gd name="connsiteY14" fmla="*/ 0 h 3994777"/>
              <a:gd name="connsiteX15" fmla="*/ 5184724 w 5217023"/>
              <a:gd name="connsiteY15" fmla="*/ 0 h 3994777"/>
              <a:gd name="connsiteX16" fmla="*/ 5196265 w 5217023"/>
              <a:gd name="connsiteY16" fmla="*/ 66113 h 3994777"/>
              <a:gd name="connsiteX17" fmla="*/ 5058603 w 5217023"/>
              <a:gd name="connsiteY17" fmla="*/ 1368242 h 3994777"/>
              <a:gd name="connsiteX18" fmla="*/ 4096624 w 5217023"/>
              <a:gd name="connsiteY18" fmla="*/ 2870829 h 3994777"/>
              <a:gd name="connsiteX19" fmla="*/ 3833203 w 5217023"/>
              <a:gd name="connsiteY19" fmla="*/ 3092190 h 3994777"/>
              <a:gd name="connsiteX20" fmla="*/ 3536509 w 5217023"/>
              <a:gd name="connsiteY20" fmla="*/ 3297128 h 3994777"/>
              <a:gd name="connsiteX21" fmla="*/ 3148966 w 5217023"/>
              <a:gd name="connsiteY21" fmla="*/ 3485478 h 3994777"/>
              <a:gd name="connsiteX22" fmla="*/ 1860557 w 5217023"/>
              <a:gd name="connsiteY22" fmla="*/ 3880910 h 3994777"/>
              <a:gd name="connsiteX23" fmla="*/ 573715 w 5217023"/>
              <a:gd name="connsiteY23" fmla="*/ 3983764 h 3994777"/>
              <a:gd name="connsiteX24" fmla="*/ 108410 w 5217023"/>
              <a:gd name="connsiteY24" fmla="*/ 3908816 h 3994777"/>
              <a:gd name="connsiteX25" fmla="*/ 0 w 5217023"/>
              <a:gd name="connsiteY25" fmla="*/ 3876793 h 3994777"/>
              <a:gd name="connsiteX26" fmla="*/ 0 w 5217023"/>
              <a:gd name="connsiteY26" fmla="*/ 3802912 h 3994777"/>
              <a:gd name="connsiteX27" fmla="*/ 36975 w 5217023"/>
              <a:gd name="connsiteY27" fmla="*/ 3815954 h 3994777"/>
              <a:gd name="connsiteX28" fmla="*/ 561628 w 5217023"/>
              <a:gd name="connsiteY28" fmla="*/ 3912655 h 3994777"/>
              <a:gd name="connsiteX29" fmla="*/ 1683086 w 5217023"/>
              <a:gd name="connsiteY29" fmla="*/ 3844334 h 3994777"/>
              <a:gd name="connsiteX30" fmla="*/ 1806023 w 5217023"/>
              <a:gd name="connsiteY30" fmla="*/ 3820992 h 3994777"/>
              <a:gd name="connsiteX31" fmla="*/ 1921817 w 5217023"/>
              <a:gd name="connsiteY31" fmla="*/ 3795747 h 3994777"/>
              <a:gd name="connsiteX32" fmla="*/ 1243689 w 5217023"/>
              <a:gd name="connsiteY32" fmla="*/ 3846539 h 3994777"/>
              <a:gd name="connsiteX33" fmla="*/ 62875 w 5217023"/>
              <a:gd name="connsiteY33" fmla="*/ 3668143 h 3994777"/>
              <a:gd name="connsiteX34" fmla="*/ 0 w 5217023"/>
              <a:gd name="connsiteY34" fmla="*/ 3644185 h 3994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17023" h="3994777">
                <a:moveTo>
                  <a:pt x="1945461" y="3787398"/>
                </a:moveTo>
                <a:lnTo>
                  <a:pt x="1942113" y="3790053"/>
                </a:lnTo>
                <a:lnTo>
                  <a:pt x="1946982" y="3787990"/>
                </a:lnTo>
                <a:cubicBezTo>
                  <a:pt x="1946982" y="3787990"/>
                  <a:pt x="1946379" y="3787019"/>
                  <a:pt x="1945461" y="3787398"/>
                </a:cubicBezTo>
                <a:close/>
                <a:moveTo>
                  <a:pt x="0" y="0"/>
                </a:moveTo>
                <a:lnTo>
                  <a:pt x="5030958" y="0"/>
                </a:lnTo>
                <a:lnTo>
                  <a:pt x="5046198" y="153449"/>
                </a:lnTo>
                <a:cubicBezTo>
                  <a:pt x="5052189" y="240558"/>
                  <a:pt x="5055458" y="328007"/>
                  <a:pt x="5055729" y="415828"/>
                </a:cubicBezTo>
                <a:cubicBezTo>
                  <a:pt x="5057604" y="923672"/>
                  <a:pt x="4959210" y="1409054"/>
                  <a:pt x="4735242" y="1867130"/>
                </a:cubicBezTo>
                <a:cubicBezTo>
                  <a:pt x="4533284" y="2280198"/>
                  <a:pt x="4248921" y="2629330"/>
                  <a:pt x="3907395" y="2938441"/>
                </a:cubicBezTo>
                <a:cubicBezTo>
                  <a:pt x="3922498" y="2931535"/>
                  <a:pt x="3935859" y="2921330"/>
                  <a:pt x="3946497" y="2908567"/>
                </a:cubicBezTo>
                <a:cubicBezTo>
                  <a:pt x="4193494" y="2700987"/>
                  <a:pt x="4408756" y="2458364"/>
                  <a:pt x="4585421" y="2188401"/>
                </a:cubicBezTo>
                <a:cubicBezTo>
                  <a:pt x="4967641" y="1608533"/>
                  <a:pt x="5169304" y="975361"/>
                  <a:pt x="5142585" y="276891"/>
                </a:cubicBezTo>
                <a:cubicBezTo>
                  <a:pt x="5139764" y="194215"/>
                  <a:pt x="5132824" y="111888"/>
                  <a:pt x="5121833" y="30208"/>
                </a:cubicBezTo>
                <a:lnTo>
                  <a:pt x="5116229" y="0"/>
                </a:lnTo>
                <a:lnTo>
                  <a:pt x="5184724" y="0"/>
                </a:lnTo>
                <a:lnTo>
                  <a:pt x="5196265" y="66113"/>
                </a:lnTo>
                <a:cubicBezTo>
                  <a:pt x="5249921" y="496647"/>
                  <a:pt x="5197997" y="931171"/>
                  <a:pt x="5058603" y="1368242"/>
                </a:cubicBezTo>
                <a:cubicBezTo>
                  <a:pt x="4872414" y="1953929"/>
                  <a:pt x="4544298" y="2451351"/>
                  <a:pt x="4096624" y="2870829"/>
                </a:cubicBezTo>
                <a:cubicBezTo>
                  <a:pt x="4012832" y="2949426"/>
                  <a:pt x="3924415" y="3022439"/>
                  <a:pt x="3833203" y="3092190"/>
                </a:cubicBezTo>
                <a:cubicBezTo>
                  <a:pt x="3741992" y="3161943"/>
                  <a:pt x="3648667" y="3225510"/>
                  <a:pt x="3536509" y="3297128"/>
                </a:cubicBezTo>
                <a:cubicBezTo>
                  <a:pt x="3427215" y="3372735"/>
                  <a:pt x="3288598" y="3430233"/>
                  <a:pt x="3148966" y="3485478"/>
                </a:cubicBezTo>
                <a:cubicBezTo>
                  <a:pt x="2729930" y="3651299"/>
                  <a:pt x="2302194" y="3788890"/>
                  <a:pt x="1860557" y="3880910"/>
                </a:cubicBezTo>
                <a:cubicBezTo>
                  <a:pt x="1435974" y="3969444"/>
                  <a:pt x="1008052" y="4017957"/>
                  <a:pt x="573715" y="3983764"/>
                </a:cubicBezTo>
                <a:cubicBezTo>
                  <a:pt x="415134" y="3971300"/>
                  <a:pt x="259585" y="3947743"/>
                  <a:pt x="108410" y="3908816"/>
                </a:cubicBezTo>
                <a:lnTo>
                  <a:pt x="0" y="3876793"/>
                </a:lnTo>
                <a:lnTo>
                  <a:pt x="0" y="3802912"/>
                </a:lnTo>
                <a:lnTo>
                  <a:pt x="36975" y="3815954"/>
                </a:lnTo>
                <a:cubicBezTo>
                  <a:pt x="206404" y="3867475"/>
                  <a:pt x="382020" y="3897326"/>
                  <a:pt x="561628" y="3912655"/>
                </a:cubicBezTo>
                <a:cubicBezTo>
                  <a:pt x="938583" y="3944832"/>
                  <a:pt x="1311814" y="3910697"/>
                  <a:pt x="1683086" y="3844334"/>
                </a:cubicBezTo>
                <a:cubicBezTo>
                  <a:pt x="1724123" y="3837151"/>
                  <a:pt x="1765097" y="3829374"/>
                  <a:pt x="1806023" y="3820992"/>
                </a:cubicBezTo>
                <a:cubicBezTo>
                  <a:pt x="1844740" y="3813079"/>
                  <a:pt x="1883218" y="3804161"/>
                  <a:pt x="1921817" y="3795747"/>
                </a:cubicBezTo>
                <a:cubicBezTo>
                  <a:pt x="1697011" y="3826435"/>
                  <a:pt x="1470551" y="3843387"/>
                  <a:pt x="1243689" y="3846539"/>
                </a:cubicBezTo>
                <a:cubicBezTo>
                  <a:pt x="839058" y="3849054"/>
                  <a:pt x="443424" y="3800206"/>
                  <a:pt x="62875" y="3668143"/>
                </a:cubicBezTo>
                <a:lnTo>
                  <a:pt x="0" y="364418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Title 4">
            <a:extLst>
              <a:ext uri="{FF2B5EF4-FFF2-40B4-BE49-F238E27FC236}">
                <a16:creationId xmlns:a16="http://schemas.microsoft.com/office/drawing/2014/main" id="{6B6D4D08-6B89-D66C-6B3E-EA160A4193E0}"/>
              </a:ext>
            </a:extLst>
          </p:cNvPr>
          <p:cNvSpPr>
            <a:spLocks noGrp="1"/>
          </p:cNvSpPr>
          <p:nvPr>
            <p:ph type="title"/>
          </p:nvPr>
        </p:nvSpPr>
        <p:spPr>
          <a:xfrm>
            <a:off x="628650" y="673770"/>
            <a:ext cx="2415246" cy="2027227"/>
          </a:xfrm>
        </p:spPr>
        <p:txBody>
          <a:bodyPr anchor="t">
            <a:normAutofit/>
          </a:bodyPr>
          <a:lstStyle/>
          <a:p>
            <a:pPr>
              <a:lnSpc>
                <a:spcPct val="90000"/>
              </a:lnSpc>
            </a:pPr>
            <a:r>
              <a:rPr lang="en-US" sz="2900">
                <a:solidFill>
                  <a:srgbClr val="FFFFFF"/>
                </a:solidFill>
              </a:rPr>
              <a:t>Network Virtualization - Example</a:t>
            </a:r>
            <a:endParaRPr lang="en-PK" sz="2900">
              <a:solidFill>
                <a:srgbClr val="FFFFFF"/>
              </a:solidFill>
            </a:endParaRPr>
          </a:p>
        </p:txBody>
      </p:sp>
      <p:graphicFrame>
        <p:nvGraphicFramePr>
          <p:cNvPr id="19" name="Content Placeholder 2">
            <a:extLst>
              <a:ext uri="{FF2B5EF4-FFF2-40B4-BE49-F238E27FC236}">
                <a16:creationId xmlns:a16="http://schemas.microsoft.com/office/drawing/2014/main" id="{F2E0BCFF-AA17-6EE0-A14D-3F842C154F57}"/>
              </a:ext>
            </a:extLst>
          </p:cNvPr>
          <p:cNvGraphicFramePr>
            <a:graphicFrameLocks noGrp="1"/>
          </p:cNvGraphicFramePr>
          <p:nvPr>
            <p:ph idx="1"/>
            <p:extLst>
              <p:ext uri="{D42A27DB-BD31-4B8C-83A1-F6EECF244321}">
                <p14:modId xmlns:p14="http://schemas.microsoft.com/office/powerpoint/2010/main" val="805045798"/>
              </p:ext>
            </p:extLst>
          </p:nvPr>
        </p:nvGraphicFramePr>
        <p:xfrm>
          <a:off x="4157004" y="541606"/>
          <a:ext cx="4358346" cy="56782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257638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6B6D4D08-6B89-D66C-6B3E-EA160A4193E0}"/>
              </a:ext>
            </a:extLst>
          </p:cNvPr>
          <p:cNvSpPr>
            <a:spLocks noGrp="1"/>
          </p:cNvSpPr>
          <p:nvPr>
            <p:ph type="title"/>
          </p:nvPr>
        </p:nvSpPr>
        <p:spPr>
          <a:xfrm>
            <a:off x="630936" y="256032"/>
            <a:ext cx="7879842" cy="1014984"/>
          </a:xfrm>
        </p:spPr>
        <p:txBody>
          <a:bodyPr anchor="b">
            <a:normAutofit/>
          </a:bodyPr>
          <a:lstStyle/>
          <a:p>
            <a:r>
              <a:rPr lang="en-US" sz="4100"/>
              <a:t>Network Virtualization - Approaches</a:t>
            </a:r>
            <a:endParaRPr lang="en-PK" sz="4100"/>
          </a:p>
        </p:txBody>
      </p:sp>
      <p:sp>
        <p:nvSpPr>
          <p:cNvPr id="13" name="Rectangle 12">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7" name="Content Placeholder 2">
            <a:extLst>
              <a:ext uri="{FF2B5EF4-FFF2-40B4-BE49-F238E27FC236}">
                <a16:creationId xmlns:a16="http://schemas.microsoft.com/office/drawing/2014/main" id="{C44C5EC5-B984-1CEF-4895-C48BD3DF497C}"/>
              </a:ext>
            </a:extLst>
          </p:cNvPr>
          <p:cNvGraphicFramePr>
            <a:graphicFrameLocks noGrp="1"/>
          </p:cNvGraphicFramePr>
          <p:nvPr>
            <p:ph idx="1"/>
            <p:extLst>
              <p:ext uri="{D42A27DB-BD31-4B8C-83A1-F6EECF244321}">
                <p14:modId xmlns:p14="http://schemas.microsoft.com/office/powerpoint/2010/main" val="158591489"/>
              </p:ext>
            </p:extLst>
          </p:nvPr>
        </p:nvGraphicFramePr>
        <p:xfrm>
          <a:off x="628650" y="1926266"/>
          <a:ext cx="78867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667435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14166"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08608"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F8D0391-3C95-DB04-E0FE-93986CC2F5F7}"/>
              </a:ext>
            </a:extLst>
          </p:cNvPr>
          <p:cNvSpPr>
            <a:spLocks noGrp="1"/>
          </p:cNvSpPr>
          <p:nvPr>
            <p:ph type="title"/>
          </p:nvPr>
        </p:nvSpPr>
        <p:spPr>
          <a:xfrm>
            <a:off x="466344" y="1161288"/>
            <a:ext cx="2702052" cy="4526280"/>
          </a:xfrm>
        </p:spPr>
        <p:txBody>
          <a:bodyPr>
            <a:normAutofit/>
          </a:bodyPr>
          <a:lstStyle/>
          <a:p>
            <a:r>
              <a:rPr lang="en-US" sz="3500"/>
              <a:t>Desktop Virtualization</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DE199F05-99DA-1F34-CFBF-B94D8B7BAA22}"/>
              </a:ext>
            </a:extLst>
          </p:cNvPr>
          <p:cNvGraphicFramePr>
            <a:graphicFrameLocks noGrp="1"/>
          </p:cNvGraphicFramePr>
          <p:nvPr>
            <p:ph idx="1"/>
            <p:extLst>
              <p:ext uri="{D42A27DB-BD31-4B8C-83A1-F6EECF244321}">
                <p14:modId xmlns:p14="http://schemas.microsoft.com/office/powerpoint/2010/main" val="2413834275"/>
              </p:ext>
            </p:extLst>
          </p:nvPr>
        </p:nvGraphicFramePr>
        <p:xfrm>
          <a:off x="3977640" y="676656"/>
          <a:ext cx="4773168"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727924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024114-9AF5-98A1-70D9-FC30FC37965B}"/>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723F24C6-21F2-D2D1-265C-645AF09E0415}"/>
              </a:ext>
            </a:extLst>
          </p:cNvPr>
          <p:cNvSpPr>
            <a:spLocks noGrp="1"/>
          </p:cNvSpPr>
          <p:nvPr>
            <p:ph type="title"/>
          </p:nvPr>
        </p:nvSpPr>
        <p:spPr>
          <a:xfrm>
            <a:off x="630936" y="256032"/>
            <a:ext cx="7879842" cy="1014984"/>
          </a:xfrm>
        </p:spPr>
        <p:txBody>
          <a:bodyPr anchor="b">
            <a:normAutofit/>
          </a:bodyPr>
          <a:lstStyle/>
          <a:p>
            <a:r>
              <a:rPr lang="en-US"/>
              <a:t>Desktop Virtualization</a:t>
            </a:r>
            <a:endParaRPr lang="en-PK" dirty="0"/>
          </a:p>
        </p:txBody>
      </p:sp>
      <p:sp>
        <p:nvSpPr>
          <p:cNvPr id="17" name="Rectangle 1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18" name="Content Placeholder 2">
            <a:extLst>
              <a:ext uri="{FF2B5EF4-FFF2-40B4-BE49-F238E27FC236}">
                <a16:creationId xmlns:a16="http://schemas.microsoft.com/office/drawing/2014/main" id="{A1B49AC9-8570-087D-069B-D94596677A1F}"/>
              </a:ext>
            </a:extLst>
          </p:cNvPr>
          <p:cNvGraphicFramePr>
            <a:graphicFrameLocks noGrp="1"/>
          </p:cNvGraphicFramePr>
          <p:nvPr>
            <p:ph idx="1"/>
            <p:extLst>
              <p:ext uri="{D42A27DB-BD31-4B8C-83A1-F6EECF244321}">
                <p14:modId xmlns:p14="http://schemas.microsoft.com/office/powerpoint/2010/main" val="4097958404"/>
              </p:ext>
            </p:extLst>
          </p:nvPr>
        </p:nvGraphicFramePr>
        <p:xfrm>
          <a:off x="628650" y="1926266"/>
          <a:ext cx="78867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445557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26EC7ED3-3FAA-3AFE-AB18-42B6CB6E3482}"/>
              </a:ext>
            </a:extLst>
          </p:cNvPr>
          <p:cNvSpPr>
            <a:spLocks noGrp="1"/>
          </p:cNvSpPr>
          <p:nvPr>
            <p:ph type="title"/>
          </p:nvPr>
        </p:nvSpPr>
        <p:spPr>
          <a:xfrm>
            <a:off x="630936" y="256032"/>
            <a:ext cx="7879842" cy="1014984"/>
          </a:xfrm>
        </p:spPr>
        <p:txBody>
          <a:bodyPr anchor="b">
            <a:normAutofit/>
          </a:bodyPr>
          <a:lstStyle/>
          <a:p>
            <a:r>
              <a:rPr lang="en-US" dirty="0"/>
              <a:t>Desktop Virtualization - Example</a:t>
            </a:r>
            <a:endParaRPr lang="en-PK" dirty="0"/>
          </a:p>
        </p:txBody>
      </p:sp>
      <p:sp>
        <p:nvSpPr>
          <p:cNvPr id="13" name="Rectangle 12">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7" name="Content Placeholder 2">
            <a:extLst>
              <a:ext uri="{FF2B5EF4-FFF2-40B4-BE49-F238E27FC236}">
                <a16:creationId xmlns:a16="http://schemas.microsoft.com/office/drawing/2014/main" id="{53C8FE56-9158-697B-501B-EEC7CD4ABB70}"/>
              </a:ext>
            </a:extLst>
          </p:cNvPr>
          <p:cNvGraphicFramePr>
            <a:graphicFrameLocks noGrp="1"/>
          </p:cNvGraphicFramePr>
          <p:nvPr>
            <p:ph idx="1"/>
            <p:extLst>
              <p:ext uri="{D42A27DB-BD31-4B8C-83A1-F6EECF244321}">
                <p14:modId xmlns:p14="http://schemas.microsoft.com/office/powerpoint/2010/main" val="218909175"/>
              </p:ext>
            </p:extLst>
          </p:nvPr>
        </p:nvGraphicFramePr>
        <p:xfrm>
          <a:off x="628650" y="1926266"/>
          <a:ext cx="78867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947289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 name="Title 4">
            <a:extLst>
              <a:ext uri="{FF2B5EF4-FFF2-40B4-BE49-F238E27FC236}">
                <a16:creationId xmlns:a16="http://schemas.microsoft.com/office/drawing/2014/main" id="{26EC7ED3-3FAA-3AFE-AB18-42B6CB6E3482}"/>
              </a:ext>
            </a:extLst>
          </p:cNvPr>
          <p:cNvSpPr>
            <a:spLocks noGrp="1"/>
          </p:cNvSpPr>
          <p:nvPr>
            <p:ph type="title"/>
          </p:nvPr>
        </p:nvSpPr>
        <p:spPr>
          <a:xfrm>
            <a:off x="628650" y="365125"/>
            <a:ext cx="7381677" cy="1325563"/>
          </a:xfrm>
        </p:spPr>
        <p:txBody>
          <a:bodyPr>
            <a:normAutofit/>
          </a:bodyPr>
          <a:lstStyle/>
          <a:p>
            <a:pPr>
              <a:lnSpc>
                <a:spcPct val="90000"/>
              </a:lnSpc>
            </a:pPr>
            <a:r>
              <a:rPr lang="en-US" sz="4200"/>
              <a:t>Desktop Virtualization - Methods</a:t>
            </a:r>
            <a:endParaRPr lang="en-PK" sz="4200"/>
          </a:p>
        </p:txBody>
      </p:sp>
      <p:cxnSp>
        <p:nvCxnSpPr>
          <p:cNvPr id="13" name="Straight Connector 12">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36917" y="356812"/>
            <a:ext cx="0" cy="6492875"/>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5" name="Graphic 12">
            <a:extLst>
              <a:ext uri="{FF2B5EF4-FFF2-40B4-BE49-F238E27FC236}">
                <a16:creationId xmlns:a16="http://schemas.microsoft.com/office/drawing/2014/main" id="{58BDB0EE-D238-415B-9ED8-62AA6AB2A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7911" y="591829"/>
            <a:ext cx="10427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p>
        </p:txBody>
      </p:sp>
      <p:sp>
        <p:nvSpPr>
          <p:cNvPr id="17" name="Graphic 11">
            <a:extLst>
              <a:ext uri="{FF2B5EF4-FFF2-40B4-BE49-F238E27FC236}">
                <a16:creationId xmlns:a16="http://schemas.microsoft.com/office/drawing/2014/main" id="{C5B55FC3-961D-4325-82F1-DE92B0D04E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46996" y="821124"/>
            <a:ext cx="68354"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p>
        </p:txBody>
      </p:sp>
      <p:sp>
        <p:nvSpPr>
          <p:cNvPr id="19" name="Graphic 13">
            <a:extLst>
              <a:ext uri="{FF2B5EF4-FFF2-40B4-BE49-F238E27FC236}">
                <a16:creationId xmlns:a16="http://schemas.microsoft.com/office/drawing/2014/main" id="{4C8AB332-D09E-4F28-943C-DABDD4716A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66256" y="1336268"/>
            <a:ext cx="95786"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p>
        </p:txBody>
      </p:sp>
      <p:graphicFrame>
        <p:nvGraphicFramePr>
          <p:cNvPr id="7" name="Content Placeholder 2">
            <a:extLst>
              <a:ext uri="{FF2B5EF4-FFF2-40B4-BE49-F238E27FC236}">
                <a16:creationId xmlns:a16="http://schemas.microsoft.com/office/drawing/2014/main" id="{E44FABA7-863A-6809-258C-BCDD265638AC}"/>
              </a:ext>
            </a:extLst>
          </p:cNvPr>
          <p:cNvGraphicFramePr>
            <a:graphicFrameLocks noGrp="1"/>
          </p:cNvGraphicFramePr>
          <p:nvPr>
            <p:ph idx="1"/>
            <p:extLst>
              <p:ext uri="{D42A27DB-BD31-4B8C-83A1-F6EECF244321}">
                <p14:modId xmlns:p14="http://schemas.microsoft.com/office/powerpoint/2010/main" val="3982370668"/>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612949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Freeform: Shape 12">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14166"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 name="Freeform: Shape 14">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08608"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itle 4">
            <a:extLst>
              <a:ext uri="{FF2B5EF4-FFF2-40B4-BE49-F238E27FC236}">
                <a16:creationId xmlns:a16="http://schemas.microsoft.com/office/drawing/2014/main" id="{26EC7ED3-3FAA-3AFE-AB18-42B6CB6E3482}"/>
              </a:ext>
            </a:extLst>
          </p:cNvPr>
          <p:cNvSpPr>
            <a:spLocks noGrp="1"/>
          </p:cNvSpPr>
          <p:nvPr>
            <p:ph type="title"/>
          </p:nvPr>
        </p:nvSpPr>
        <p:spPr>
          <a:xfrm>
            <a:off x="466344" y="1161288"/>
            <a:ext cx="2702052" cy="4526280"/>
          </a:xfrm>
        </p:spPr>
        <p:txBody>
          <a:bodyPr>
            <a:normAutofit/>
          </a:bodyPr>
          <a:lstStyle/>
          <a:p>
            <a:r>
              <a:rPr lang="en-US" sz="3500"/>
              <a:t>Storage Virtualization</a:t>
            </a:r>
            <a:endParaRPr lang="en-PK" sz="3500"/>
          </a:p>
        </p:txBody>
      </p:sp>
      <p:sp>
        <p:nvSpPr>
          <p:cNvPr id="17" name="Rectangle 16">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7" name="Content Placeholder 2">
            <a:extLst>
              <a:ext uri="{FF2B5EF4-FFF2-40B4-BE49-F238E27FC236}">
                <a16:creationId xmlns:a16="http://schemas.microsoft.com/office/drawing/2014/main" id="{E3922784-4548-BB5F-B9E9-780B05BC0E68}"/>
              </a:ext>
            </a:extLst>
          </p:cNvPr>
          <p:cNvGraphicFramePr>
            <a:graphicFrameLocks noGrp="1"/>
          </p:cNvGraphicFramePr>
          <p:nvPr>
            <p:ph idx="1"/>
            <p:extLst>
              <p:ext uri="{D42A27DB-BD31-4B8C-83A1-F6EECF244321}">
                <p14:modId xmlns:p14="http://schemas.microsoft.com/office/powerpoint/2010/main" val="4001951502"/>
              </p:ext>
            </p:extLst>
          </p:nvPr>
        </p:nvGraphicFramePr>
        <p:xfrm>
          <a:off x="3977640" y="676656"/>
          <a:ext cx="4773168"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567798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C0CE8DC-B55C-2F6D-5B41-AE5D9E7C3B48}"/>
              </a:ext>
            </a:extLst>
          </p:cNvPr>
          <p:cNvSpPr>
            <a:spLocks noGrp="1"/>
          </p:cNvSpPr>
          <p:nvPr>
            <p:ph type="title"/>
          </p:nvPr>
        </p:nvSpPr>
        <p:spPr>
          <a:xfrm>
            <a:off x="840699" y="687480"/>
            <a:ext cx="5605629" cy="994172"/>
          </a:xfrm>
        </p:spPr>
        <p:txBody>
          <a:bodyPr>
            <a:normAutofit/>
          </a:bodyPr>
          <a:lstStyle/>
          <a:p>
            <a:r>
              <a:rPr lang="en-US" sz="3850"/>
              <a:t>Storage Virtualization</a:t>
            </a:r>
            <a:endParaRPr lang="en-PK" sz="3850"/>
          </a:p>
        </p:txBody>
      </p:sp>
      <p:sp>
        <p:nvSpPr>
          <p:cNvPr id="3" name="Content Placeholder 2">
            <a:extLst>
              <a:ext uri="{FF2B5EF4-FFF2-40B4-BE49-F238E27FC236}">
                <a16:creationId xmlns:a16="http://schemas.microsoft.com/office/drawing/2014/main" id="{7000CED5-CCC3-0841-69E8-50DCB01967D3}"/>
              </a:ext>
            </a:extLst>
          </p:cNvPr>
          <p:cNvSpPr>
            <a:spLocks noGrp="1"/>
          </p:cNvSpPr>
          <p:nvPr>
            <p:ph idx="1"/>
          </p:nvPr>
        </p:nvSpPr>
        <p:spPr>
          <a:xfrm>
            <a:off x="852321" y="2227943"/>
            <a:ext cx="5033221" cy="3788227"/>
          </a:xfrm>
        </p:spPr>
        <p:txBody>
          <a:bodyPr anchor="ctr">
            <a:normAutofit/>
          </a:bodyPr>
          <a:lstStyle/>
          <a:p>
            <a:pPr>
              <a:lnSpc>
                <a:spcPct val="90000"/>
              </a:lnSpc>
            </a:pPr>
            <a:r>
              <a:rPr lang="en-US" sz="2100"/>
              <a:t>Storage virtualization is an array of servers that are managed by a virtual storage system. </a:t>
            </a:r>
          </a:p>
          <a:p>
            <a:pPr>
              <a:lnSpc>
                <a:spcPct val="90000"/>
              </a:lnSpc>
            </a:pPr>
            <a:r>
              <a:rPr lang="en-US" sz="2100" b="0" i="0">
                <a:effectLst/>
                <a:latin typeface="AmazonEmber"/>
              </a:rPr>
              <a:t>It uses all your physical data storage and creates a large unit of virtual storage that you can assign and control by using management software.</a:t>
            </a:r>
            <a:endParaRPr lang="en-US" sz="2100"/>
          </a:p>
          <a:p>
            <a:pPr>
              <a:lnSpc>
                <a:spcPct val="90000"/>
              </a:lnSpc>
            </a:pPr>
            <a:r>
              <a:rPr lang="en-US" sz="2100"/>
              <a:t>The servers aren’t aware of exactly where their data is stored. </a:t>
            </a:r>
          </a:p>
          <a:p>
            <a:pPr>
              <a:lnSpc>
                <a:spcPct val="90000"/>
              </a:lnSpc>
            </a:pPr>
            <a:r>
              <a:rPr lang="en-US" sz="2100"/>
              <a:t>Storage from multiple sources is managed / utilized as a single repository. </a:t>
            </a:r>
          </a:p>
          <a:p>
            <a:pPr>
              <a:lnSpc>
                <a:spcPct val="90000"/>
              </a:lnSpc>
            </a:pPr>
            <a:endParaRPr lang="en-PK" sz="2100"/>
          </a:p>
        </p:txBody>
      </p:sp>
      <p:sp>
        <p:nvSpPr>
          <p:cNvPr id="12" name="Rectangle 11">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9435" y="0"/>
            <a:ext cx="195456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Oval 13">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29567" y="2369132"/>
            <a:ext cx="2119736" cy="2119736"/>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9" name="Graphic 8" descr="Server">
            <a:extLst>
              <a:ext uri="{FF2B5EF4-FFF2-40B4-BE49-F238E27FC236}">
                <a16:creationId xmlns:a16="http://schemas.microsoft.com/office/drawing/2014/main" id="{A8755D6B-EE7F-7447-40D2-BA816E73B39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24964" y="2865141"/>
            <a:ext cx="1143455" cy="1143455"/>
          </a:xfrm>
          <a:prstGeom prst="rect">
            <a:avLst/>
          </a:prstGeom>
        </p:spPr>
      </p:pic>
    </p:spTree>
    <p:extLst>
      <p:ext uri="{BB962C8B-B14F-4D97-AF65-F5344CB8AC3E}">
        <p14:creationId xmlns:p14="http://schemas.microsoft.com/office/powerpoint/2010/main" val="9098406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6" name="Rectangle 15">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2C0CE8DC-B55C-2F6D-5B41-AE5D9E7C3B48}"/>
              </a:ext>
            </a:extLst>
          </p:cNvPr>
          <p:cNvSpPr>
            <a:spLocks noGrp="1"/>
          </p:cNvSpPr>
          <p:nvPr>
            <p:ph type="title"/>
          </p:nvPr>
        </p:nvSpPr>
        <p:spPr>
          <a:xfrm>
            <a:off x="571352" y="350196"/>
            <a:ext cx="3485178" cy="1624520"/>
          </a:xfrm>
        </p:spPr>
        <p:txBody>
          <a:bodyPr anchor="ctr">
            <a:normAutofit/>
          </a:bodyPr>
          <a:lstStyle/>
          <a:p>
            <a:r>
              <a:rPr lang="en-US" sz="3500"/>
              <a:t>Storage Virtualization</a:t>
            </a:r>
            <a:endParaRPr lang="en-PK" sz="3500"/>
          </a:p>
        </p:txBody>
      </p:sp>
      <p:sp>
        <p:nvSpPr>
          <p:cNvPr id="3" name="Content Placeholder 2">
            <a:extLst>
              <a:ext uri="{FF2B5EF4-FFF2-40B4-BE49-F238E27FC236}">
                <a16:creationId xmlns:a16="http://schemas.microsoft.com/office/drawing/2014/main" id="{7000CED5-CCC3-0841-69E8-50DCB01967D3}"/>
              </a:ext>
            </a:extLst>
          </p:cNvPr>
          <p:cNvSpPr>
            <a:spLocks noGrp="1"/>
          </p:cNvSpPr>
          <p:nvPr>
            <p:ph idx="1"/>
          </p:nvPr>
        </p:nvSpPr>
        <p:spPr>
          <a:xfrm>
            <a:off x="571351" y="2743200"/>
            <a:ext cx="3485179" cy="3613149"/>
          </a:xfrm>
        </p:spPr>
        <p:txBody>
          <a:bodyPr anchor="ctr">
            <a:normAutofit/>
          </a:bodyPr>
          <a:lstStyle/>
          <a:p>
            <a:r>
              <a:rPr lang="en-US" sz="1700" b="0" i="0">
                <a:effectLst/>
                <a:latin typeface="AmazonEmber"/>
              </a:rPr>
              <a:t>IT administrators can streamline storage activities, such as archiving, backup, and recovery, because they can combine multiple network storage devices virtually into a single storage device.</a:t>
            </a:r>
          </a:p>
          <a:p>
            <a:r>
              <a:rPr lang="en-US" sz="1700"/>
              <a:t>Storage virtualization software maintains smooth operations and  consistent performance despite changes, breaks down, and differences in the underlying equipment. </a:t>
            </a:r>
          </a:p>
          <a:p>
            <a:endParaRPr lang="en-PK" sz="1700"/>
          </a:p>
        </p:txBody>
      </p:sp>
      <p:pic>
        <p:nvPicPr>
          <p:cNvPr id="17" name="Picture 16" descr="Illuminated server room panel">
            <a:extLst>
              <a:ext uri="{FF2B5EF4-FFF2-40B4-BE49-F238E27FC236}">
                <a16:creationId xmlns:a16="http://schemas.microsoft.com/office/drawing/2014/main" id="{49AE5E6A-55CD-3EB2-6C99-ECBE59C8CDB4}"/>
              </a:ext>
            </a:extLst>
          </p:cNvPr>
          <p:cNvPicPr>
            <a:picLocks noChangeAspect="1"/>
          </p:cNvPicPr>
          <p:nvPr/>
        </p:nvPicPr>
        <p:blipFill>
          <a:blip r:embed="rId2"/>
          <a:srcRect l="24359" r="31090" b="-2"/>
          <a:stretch/>
        </p:blipFill>
        <p:spPr>
          <a:xfrm>
            <a:off x="4572000" y="1"/>
            <a:ext cx="4577118" cy="6858000"/>
          </a:xfrm>
          <a:prstGeom prst="rect">
            <a:avLst/>
          </a:prstGeom>
        </p:spPr>
      </p:pic>
    </p:spTree>
    <p:extLst>
      <p:ext uri="{BB962C8B-B14F-4D97-AF65-F5344CB8AC3E}">
        <p14:creationId xmlns:p14="http://schemas.microsoft.com/office/powerpoint/2010/main" val="15534744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40B6036C-2933-A567-E029-733C19807BEA}"/>
              </a:ext>
            </a:extLst>
          </p:cNvPr>
          <p:cNvSpPr>
            <a:spLocks noGrp="1"/>
          </p:cNvSpPr>
          <p:nvPr>
            <p:ph type="title"/>
          </p:nvPr>
        </p:nvSpPr>
        <p:spPr>
          <a:xfrm>
            <a:off x="571350" y="762001"/>
            <a:ext cx="4000647" cy="1708242"/>
          </a:xfrm>
        </p:spPr>
        <p:txBody>
          <a:bodyPr anchor="ctr">
            <a:normAutofit/>
          </a:bodyPr>
          <a:lstStyle/>
          <a:p>
            <a:r>
              <a:rPr lang="en-US" sz="3500"/>
              <a:t>Server Virtualization</a:t>
            </a:r>
            <a:endParaRPr lang="en-PK" sz="3500"/>
          </a:p>
        </p:txBody>
      </p:sp>
      <p:sp>
        <p:nvSpPr>
          <p:cNvPr id="3" name="Content Placeholder 2">
            <a:extLst>
              <a:ext uri="{FF2B5EF4-FFF2-40B4-BE49-F238E27FC236}">
                <a16:creationId xmlns:a16="http://schemas.microsoft.com/office/drawing/2014/main" id="{540EFE48-F4F0-BAFA-CD31-D7FF2D38830F}"/>
              </a:ext>
            </a:extLst>
          </p:cNvPr>
          <p:cNvSpPr>
            <a:spLocks noGrp="1"/>
          </p:cNvSpPr>
          <p:nvPr>
            <p:ph idx="1"/>
          </p:nvPr>
        </p:nvSpPr>
        <p:spPr>
          <a:xfrm>
            <a:off x="571350" y="2470244"/>
            <a:ext cx="4000647" cy="3769835"/>
          </a:xfrm>
        </p:spPr>
        <p:txBody>
          <a:bodyPr anchor="ctr">
            <a:normAutofit/>
          </a:bodyPr>
          <a:lstStyle/>
          <a:p>
            <a:pPr>
              <a:lnSpc>
                <a:spcPct val="90000"/>
              </a:lnSpc>
            </a:pPr>
            <a:r>
              <a:rPr lang="en-US" sz="1600"/>
              <a:t>Here, the masking of server resources takes place. </a:t>
            </a:r>
          </a:p>
          <a:p>
            <a:pPr>
              <a:lnSpc>
                <a:spcPct val="90000"/>
              </a:lnSpc>
            </a:pPr>
            <a:r>
              <a:rPr lang="en-US" sz="1600"/>
              <a:t>The physical server is divided into multiple virtual servers by changing identity number, and processors. So, each system can operate its OS in an isolated manner. </a:t>
            </a:r>
          </a:p>
          <a:p>
            <a:pPr>
              <a:lnSpc>
                <a:spcPct val="90000"/>
              </a:lnSpc>
            </a:pPr>
            <a:r>
              <a:rPr lang="en-US" sz="1600"/>
              <a:t>It is an efficient and cost-effective way to use server resources and deploy IT services</a:t>
            </a:r>
          </a:p>
          <a:p>
            <a:pPr>
              <a:lnSpc>
                <a:spcPct val="90000"/>
              </a:lnSpc>
            </a:pPr>
            <a:r>
              <a:rPr lang="en-US" sz="1600"/>
              <a:t>Without it, physical servers use only a small amount of processing capacities</a:t>
            </a:r>
          </a:p>
          <a:p>
            <a:pPr>
              <a:lnSpc>
                <a:spcPct val="90000"/>
              </a:lnSpc>
            </a:pPr>
            <a:r>
              <a:rPr lang="en-US" sz="1600"/>
              <a:t>Also beneficial in virtual migration, reducing energy consumption, reducing infrastructural costs, etc.</a:t>
            </a:r>
            <a:endParaRPr lang="en-PK" sz="1600"/>
          </a:p>
        </p:txBody>
      </p:sp>
      <p:pic>
        <p:nvPicPr>
          <p:cNvPr id="7" name="Picture 6">
            <a:extLst>
              <a:ext uri="{FF2B5EF4-FFF2-40B4-BE49-F238E27FC236}">
                <a16:creationId xmlns:a16="http://schemas.microsoft.com/office/drawing/2014/main" id="{1A170ED5-9219-D9CD-121D-24E47688928B}"/>
              </a:ext>
            </a:extLst>
          </p:cNvPr>
          <p:cNvPicPr>
            <a:picLocks noChangeAspect="1"/>
          </p:cNvPicPr>
          <p:nvPr/>
        </p:nvPicPr>
        <p:blipFill>
          <a:blip r:embed="rId2"/>
          <a:srcRect l="19610" r="47627" b="-1"/>
          <a:stretch/>
        </p:blipFill>
        <p:spPr>
          <a:xfrm>
            <a:off x="5143347" y="-10886"/>
            <a:ext cx="4000653"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11319575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076C4545-2324-5DE3-CCB3-D3044C2305EC}"/>
              </a:ext>
            </a:extLst>
          </p:cNvPr>
          <p:cNvSpPr>
            <a:spLocks noGrp="1"/>
          </p:cNvSpPr>
          <p:nvPr>
            <p:ph type="title"/>
          </p:nvPr>
        </p:nvSpPr>
        <p:spPr>
          <a:xfrm>
            <a:off x="476250" y="640823"/>
            <a:ext cx="2563994" cy="5583148"/>
          </a:xfrm>
        </p:spPr>
        <p:txBody>
          <a:bodyPr anchor="ctr">
            <a:normAutofit/>
          </a:bodyPr>
          <a:lstStyle/>
          <a:p>
            <a:r>
              <a:rPr lang="en-US" sz="3300"/>
              <a:t>Data Virtualization</a:t>
            </a:r>
            <a:endParaRPr lang="en-PK" sz="3300"/>
          </a:p>
        </p:txBody>
      </p:sp>
      <p:sp>
        <p:nvSpPr>
          <p:cNvPr id="13"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onnsiteX0" fmla="*/ 0 w 5410200"/>
              <a:gd name="connsiteY0" fmla="*/ 0 h 13716"/>
              <a:gd name="connsiteX1" fmla="*/ 568071 w 5410200"/>
              <a:gd name="connsiteY1" fmla="*/ 0 h 13716"/>
              <a:gd name="connsiteX2" fmla="*/ 1298448 w 5410200"/>
              <a:gd name="connsiteY2" fmla="*/ 0 h 13716"/>
              <a:gd name="connsiteX3" fmla="*/ 1920621 w 5410200"/>
              <a:gd name="connsiteY3" fmla="*/ 0 h 13716"/>
              <a:gd name="connsiteX4" fmla="*/ 2488692 w 5410200"/>
              <a:gd name="connsiteY4" fmla="*/ 0 h 13716"/>
              <a:gd name="connsiteX5" fmla="*/ 3219069 w 5410200"/>
              <a:gd name="connsiteY5" fmla="*/ 0 h 13716"/>
              <a:gd name="connsiteX6" fmla="*/ 3895344 w 5410200"/>
              <a:gd name="connsiteY6" fmla="*/ 0 h 13716"/>
              <a:gd name="connsiteX7" fmla="*/ 4571619 w 5410200"/>
              <a:gd name="connsiteY7" fmla="*/ 0 h 13716"/>
              <a:gd name="connsiteX8" fmla="*/ 5410200 w 5410200"/>
              <a:gd name="connsiteY8" fmla="*/ 0 h 13716"/>
              <a:gd name="connsiteX9" fmla="*/ 5410200 w 5410200"/>
              <a:gd name="connsiteY9" fmla="*/ 13716 h 13716"/>
              <a:gd name="connsiteX10" fmla="*/ 4842129 w 5410200"/>
              <a:gd name="connsiteY10" fmla="*/ 13716 h 13716"/>
              <a:gd name="connsiteX11" fmla="*/ 4328160 w 5410200"/>
              <a:gd name="connsiteY11" fmla="*/ 13716 h 13716"/>
              <a:gd name="connsiteX12" fmla="*/ 3597783 w 5410200"/>
              <a:gd name="connsiteY12" fmla="*/ 13716 h 13716"/>
              <a:gd name="connsiteX13" fmla="*/ 3029712 w 5410200"/>
              <a:gd name="connsiteY13" fmla="*/ 13716 h 13716"/>
              <a:gd name="connsiteX14" fmla="*/ 2299335 w 5410200"/>
              <a:gd name="connsiteY14" fmla="*/ 13716 h 13716"/>
              <a:gd name="connsiteX15" fmla="*/ 1514856 w 5410200"/>
              <a:gd name="connsiteY15" fmla="*/ 13716 h 13716"/>
              <a:gd name="connsiteX16" fmla="*/ 892683 w 5410200"/>
              <a:gd name="connsiteY16" fmla="*/ 13716 h 13716"/>
              <a:gd name="connsiteX17" fmla="*/ 0 w 5410200"/>
              <a:gd name="connsiteY17" fmla="*/ 13716 h 13716"/>
              <a:gd name="connsiteX18" fmla="*/ 0 w 5410200"/>
              <a:gd name="connsiteY18"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Content Placeholder 2">
            <a:extLst>
              <a:ext uri="{FF2B5EF4-FFF2-40B4-BE49-F238E27FC236}">
                <a16:creationId xmlns:a16="http://schemas.microsoft.com/office/drawing/2014/main" id="{FB5DBD7E-861E-66BE-6F08-CAA068D9DE16}"/>
              </a:ext>
            </a:extLst>
          </p:cNvPr>
          <p:cNvGraphicFramePr>
            <a:graphicFrameLocks noGrp="1"/>
          </p:cNvGraphicFramePr>
          <p:nvPr>
            <p:ph idx="1"/>
            <p:extLst>
              <p:ext uri="{D42A27DB-BD31-4B8C-83A1-F6EECF244321}">
                <p14:modId xmlns:p14="http://schemas.microsoft.com/office/powerpoint/2010/main" val="920756617"/>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252085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5ED4335-E00E-61BC-AC64-DA48DC0D8374}"/>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E1A4042C-F3A2-B599-8DFF-25D508218394}"/>
              </a:ext>
            </a:extLst>
          </p:cNvPr>
          <p:cNvSpPr>
            <a:spLocks noGrp="1"/>
          </p:cNvSpPr>
          <p:nvPr>
            <p:ph type="title"/>
          </p:nvPr>
        </p:nvSpPr>
        <p:spPr>
          <a:xfrm>
            <a:off x="630936" y="256032"/>
            <a:ext cx="7879842" cy="1014984"/>
          </a:xfrm>
        </p:spPr>
        <p:txBody>
          <a:bodyPr anchor="b">
            <a:normAutofit/>
          </a:bodyPr>
          <a:lstStyle/>
          <a:p>
            <a:r>
              <a:rPr lang="en-US" dirty="0"/>
              <a:t>Data Virtualization</a:t>
            </a:r>
            <a:endParaRPr lang="en-PK" dirty="0"/>
          </a:p>
        </p:txBody>
      </p:sp>
      <p:sp>
        <p:nvSpPr>
          <p:cNvPr id="13" name="Rectangle 12">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7" name="Content Placeholder 2">
            <a:extLst>
              <a:ext uri="{FF2B5EF4-FFF2-40B4-BE49-F238E27FC236}">
                <a16:creationId xmlns:a16="http://schemas.microsoft.com/office/drawing/2014/main" id="{C85111FB-0AD3-A9A8-D0B1-FE3DF420DE3D}"/>
              </a:ext>
            </a:extLst>
          </p:cNvPr>
          <p:cNvGraphicFramePr>
            <a:graphicFrameLocks noGrp="1"/>
          </p:cNvGraphicFramePr>
          <p:nvPr>
            <p:ph idx="1"/>
            <p:extLst>
              <p:ext uri="{D42A27DB-BD31-4B8C-83A1-F6EECF244321}">
                <p14:modId xmlns:p14="http://schemas.microsoft.com/office/powerpoint/2010/main" val="1604895007"/>
              </p:ext>
            </p:extLst>
          </p:nvPr>
        </p:nvGraphicFramePr>
        <p:xfrm>
          <a:off x="628650" y="1926266"/>
          <a:ext cx="78867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445286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44AD29B6-BF3B-4407-9E75-52DF8E3B2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55F8BA08-3E38-4B70-B93A-74F08E0922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8656" y="260019"/>
            <a:ext cx="8375586" cy="5933012"/>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BADF4F6-AEC6-216A-CECB-CB7C9EF72EDE}"/>
              </a:ext>
            </a:extLst>
          </p:cNvPr>
          <p:cNvSpPr>
            <a:spLocks noGrp="1"/>
          </p:cNvSpPr>
          <p:nvPr>
            <p:ph type="title"/>
          </p:nvPr>
        </p:nvSpPr>
        <p:spPr>
          <a:xfrm>
            <a:off x="783771" y="507160"/>
            <a:ext cx="2245179" cy="5438730"/>
          </a:xfrm>
        </p:spPr>
        <p:txBody>
          <a:bodyPr>
            <a:normAutofit/>
          </a:bodyPr>
          <a:lstStyle/>
          <a:p>
            <a:r>
              <a:rPr lang="en-US" sz="2800"/>
              <a:t>Memory Virtualization</a:t>
            </a:r>
          </a:p>
        </p:txBody>
      </p:sp>
      <p:sp>
        <p:nvSpPr>
          <p:cNvPr id="13" name="Rectangle 12">
            <a:extLst>
              <a:ext uri="{FF2B5EF4-FFF2-40B4-BE49-F238E27FC236}">
                <a16:creationId xmlns:a16="http://schemas.microsoft.com/office/drawing/2014/main" id="{357F1B33-79AB-4A71-8CEC-4546D709B8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125" y="2874481"/>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16" name="Content Placeholder 2">
            <a:extLst>
              <a:ext uri="{FF2B5EF4-FFF2-40B4-BE49-F238E27FC236}">
                <a16:creationId xmlns:a16="http://schemas.microsoft.com/office/drawing/2014/main" id="{648B997E-F1E6-7D00-6D63-16DA711DD3CB}"/>
              </a:ext>
            </a:extLst>
          </p:cNvPr>
          <p:cNvGraphicFramePr>
            <a:graphicFrameLocks noGrp="1"/>
          </p:cNvGraphicFramePr>
          <p:nvPr>
            <p:ph idx="1"/>
            <p:extLst>
              <p:ext uri="{D42A27DB-BD31-4B8C-83A1-F6EECF244321}">
                <p14:modId xmlns:p14="http://schemas.microsoft.com/office/powerpoint/2010/main" val="2108586373"/>
              </p:ext>
            </p:extLst>
          </p:nvPr>
        </p:nvGraphicFramePr>
        <p:xfrm>
          <a:off x="3394710" y="512064"/>
          <a:ext cx="5122926" cy="54406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780078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256032"/>
            <a:ext cx="7879842" cy="1014984"/>
          </a:xfrm>
        </p:spPr>
        <p:txBody>
          <a:bodyPr anchor="b">
            <a:normAutofit/>
          </a:bodyPr>
          <a:lstStyle/>
          <a:p>
            <a:r>
              <a:rPr lang="en-US" dirty="0"/>
              <a:t>Virtualization in Cloud Computing</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1476295D-96B7-33F4-1467-4F7461288483}"/>
              </a:ext>
            </a:extLst>
          </p:cNvPr>
          <p:cNvGraphicFramePr>
            <a:graphicFrameLocks noGrp="1"/>
          </p:cNvGraphicFramePr>
          <p:nvPr>
            <p:ph idx="1"/>
            <p:extLst>
              <p:ext uri="{D42A27DB-BD31-4B8C-83A1-F6EECF244321}">
                <p14:modId xmlns:p14="http://schemas.microsoft.com/office/powerpoint/2010/main" val="138209700"/>
              </p:ext>
            </p:extLst>
          </p:nvPr>
        </p:nvGraphicFramePr>
        <p:xfrm>
          <a:off x="628650" y="1926266"/>
          <a:ext cx="78867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102967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5AEB550-EB8C-8521-FD41-8EDAFE739350}"/>
              </a:ext>
            </a:extLst>
          </p:cNvPr>
          <p:cNvSpPr>
            <a:spLocks noGrp="1"/>
          </p:cNvSpPr>
          <p:nvPr>
            <p:ph type="title"/>
          </p:nvPr>
        </p:nvSpPr>
        <p:spPr>
          <a:xfrm>
            <a:off x="840699" y="687480"/>
            <a:ext cx="5605629" cy="994172"/>
          </a:xfrm>
        </p:spPr>
        <p:txBody>
          <a:bodyPr>
            <a:normAutofit/>
          </a:bodyPr>
          <a:lstStyle/>
          <a:p>
            <a:pPr>
              <a:lnSpc>
                <a:spcPct val="90000"/>
              </a:lnSpc>
            </a:pPr>
            <a:r>
              <a:rPr lang="en-US" sz="3000"/>
              <a:t>Virtualization in Cloud Computing</a:t>
            </a:r>
            <a:endParaRPr lang="en-PK" sz="3000"/>
          </a:p>
        </p:txBody>
      </p:sp>
      <p:sp>
        <p:nvSpPr>
          <p:cNvPr id="3" name="Content Placeholder 2">
            <a:extLst>
              <a:ext uri="{FF2B5EF4-FFF2-40B4-BE49-F238E27FC236}">
                <a16:creationId xmlns:a16="http://schemas.microsoft.com/office/drawing/2014/main" id="{97367972-F195-72F2-6556-55996939C1CD}"/>
              </a:ext>
            </a:extLst>
          </p:cNvPr>
          <p:cNvSpPr>
            <a:spLocks noGrp="1"/>
          </p:cNvSpPr>
          <p:nvPr>
            <p:ph idx="1"/>
          </p:nvPr>
        </p:nvSpPr>
        <p:spPr>
          <a:xfrm>
            <a:off x="852321" y="2227943"/>
            <a:ext cx="5033221" cy="3788227"/>
          </a:xfrm>
        </p:spPr>
        <p:txBody>
          <a:bodyPr anchor="ctr">
            <a:normAutofit/>
          </a:bodyPr>
          <a:lstStyle/>
          <a:p>
            <a:pPr>
              <a:lnSpc>
                <a:spcPct val="90000"/>
              </a:lnSpc>
            </a:pPr>
            <a:r>
              <a:rPr lang="en-US" sz="2100"/>
              <a:t>Virtualization technology makes cloud computing possible. </a:t>
            </a:r>
          </a:p>
          <a:p>
            <a:pPr>
              <a:lnSpc>
                <a:spcPct val="90000"/>
              </a:lnSpc>
            </a:pPr>
            <a:r>
              <a:rPr lang="en-US" sz="2100"/>
              <a:t>Cloud providers create different virtual environments that use the underlying hardware resources. Y</a:t>
            </a:r>
          </a:p>
          <a:p>
            <a:pPr>
              <a:lnSpc>
                <a:spcPct val="90000"/>
              </a:lnSpc>
            </a:pPr>
            <a:r>
              <a:rPr lang="en-US" sz="2100"/>
              <a:t>ou can then program your system to access these cloud resources by using APIs. </a:t>
            </a:r>
          </a:p>
          <a:p>
            <a:pPr>
              <a:lnSpc>
                <a:spcPct val="90000"/>
              </a:lnSpc>
            </a:pPr>
            <a:r>
              <a:rPr lang="en-US" sz="2100"/>
              <a:t>Virtualization helps users / organizations in maintaining those services, which helps in reducing costs to the company. </a:t>
            </a:r>
            <a:endParaRPr lang="en-US" sz="2100" dirty="0"/>
          </a:p>
        </p:txBody>
      </p:sp>
      <p:sp>
        <p:nvSpPr>
          <p:cNvPr id="25" name="Rectangle 24">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9435" y="0"/>
            <a:ext cx="195456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 name="Oval 25">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29567" y="2369132"/>
            <a:ext cx="2119736" cy="2119736"/>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9" name="Graphic 8" descr="Cloud Computing">
            <a:extLst>
              <a:ext uri="{FF2B5EF4-FFF2-40B4-BE49-F238E27FC236}">
                <a16:creationId xmlns:a16="http://schemas.microsoft.com/office/drawing/2014/main" id="{DF173C6E-F03E-7FBC-F059-0DFF027A207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24964" y="2865141"/>
            <a:ext cx="1143455" cy="1143455"/>
          </a:xfrm>
          <a:prstGeom prst="rect">
            <a:avLst/>
          </a:prstGeom>
        </p:spPr>
      </p:pic>
    </p:spTree>
    <p:extLst>
      <p:ext uri="{BB962C8B-B14F-4D97-AF65-F5344CB8AC3E}">
        <p14:creationId xmlns:p14="http://schemas.microsoft.com/office/powerpoint/2010/main" val="37803167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E48DCD-085C-22F8-738D-FCF21585CF27}"/>
              </a:ext>
            </a:extLst>
          </p:cNvPr>
          <p:cNvSpPr>
            <a:spLocks noGrp="1"/>
          </p:cNvSpPr>
          <p:nvPr>
            <p:ph type="title"/>
          </p:nvPr>
        </p:nvSpPr>
        <p:spPr>
          <a:xfrm>
            <a:off x="630936" y="334644"/>
            <a:ext cx="7882128" cy="1076914"/>
          </a:xfrm>
        </p:spPr>
        <p:txBody>
          <a:bodyPr anchor="ctr">
            <a:normAutofit/>
          </a:bodyPr>
          <a:lstStyle/>
          <a:p>
            <a:r>
              <a:rPr lang="en-US" sz="3500"/>
              <a:t>Virtualization v/s Cloud</a:t>
            </a:r>
            <a:endParaRPr lang="en-PK" sz="3500"/>
          </a:p>
        </p:txBody>
      </p:sp>
      <p:sp>
        <p:nvSpPr>
          <p:cNvPr id="11" name="Rectangle 10">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079" y="0"/>
            <a:ext cx="7879842"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1512994"/>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4" name="Content Placeholder 3">
            <a:extLst>
              <a:ext uri="{FF2B5EF4-FFF2-40B4-BE49-F238E27FC236}">
                <a16:creationId xmlns:a16="http://schemas.microsoft.com/office/drawing/2014/main" id="{7C894DDC-BB3C-4CE7-81A9-E657E68DB934}"/>
              </a:ext>
            </a:extLst>
          </p:cNvPr>
          <p:cNvGraphicFramePr>
            <a:graphicFrameLocks noGrp="1"/>
          </p:cNvGraphicFramePr>
          <p:nvPr>
            <p:ph idx="1"/>
            <p:extLst>
              <p:ext uri="{D42A27DB-BD31-4B8C-83A1-F6EECF244321}">
                <p14:modId xmlns:p14="http://schemas.microsoft.com/office/powerpoint/2010/main" val="1920054505"/>
              </p:ext>
            </p:extLst>
          </p:nvPr>
        </p:nvGraphicFramePr>
        <p:xfrm>
          <a:off x="1210896" y="1737360"/>
          <a:ext cx="6715351" cy="4535428"/>
        </p:xfrm>
        <a:graphic>
          <a:graphicData uri="http://schemas.openxmlformats.org/drawingml/2006/table">
            <a:tbl>
              <a:tblPr firstRow="1" bandRow="1"/>
              <a:tblGrid>
                <a:gridCol w="1408413">
                  <a:extLst>
                    <a:ext uri="{9D8B030D-6E8A-4147-A177-3AD203B41FA5}">
                      <a16:colId xmlns:a16="http://schemas.microsoft.com/office/drawing/2014/main" val="2886257738"/>
                    </a:ext>
                  </a:extLst>
                </a:gridCol>
                <a:gridCol w="2776706">
                  <a:extLst>
                    <a:ext uri="{9D8B030D-6E8A-4147-A177-3AD203B41FA5}">
                      <a16:colId xmlns:a16="http://schemas.microsoft.com/office/drawing/2014/main" val="3351178506"/>
                    </a:ext>
                  </a:extLst>
                </a:gridCol>
                <a:gridCol w="2530232">
                  <a:extLst>
                    <a:ext uri="{9D8B030D-6E8A-4147-A177-3AD203B41FA5}">
                      <a16:colId xmlns:a16="http://schemas.microsoft.com/office/drawing/2014/main" val="2253067991"/>
                    </a:ext>
                  </a:extLst>
                </a:gridCol>
              </a:tblGrid>
              <a:tr h="305189">
                <a:tc>
                  <a:txBody>
                    <a:bodyPr/>
                    <a:lstStyle/>
                    <a:p>
                      <a:pPr algn="l"/>
                      <a:endParaRPr lang="en-US" sz="1400">
                        <a:effectLst/>
                      </a:endParaRPr>
                    </a:p>
                  </a:txBody>
                  <a:tcPr marL="61465" marR="61465" marT="30732" marB="30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sz="1400" b="1">
                          <a:effectLst/>
                        </a:rPr>
                        <a:t>Virtualization</a:t>
                      </a:r>
                    </a:p>
                  </a:txBody>
                  <a:tcPr marL="61465" marR="61465" marT="30732" marB="30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sz="1400" b="1">
                          <a:effectLst/>
                        </a:rPr>
                        <a:t>Cloud</a:t>
                      </a:r>
                    </a:p>
                  </a:txBody>
                  <a:tcPr marL="61465" marR="61465" marT="30732" marB="30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6496724"/>
                  </a:ext>
                </a:extLst>
              </a:tr>
              <a:tr h="305189">
                <a:tc>
                  <a:txBody>
                    <a:bodyPr/>
                    <a:lstStyle/>
                    <a:p>
                      <a:pPr algn="ctr"/>
                      <a:r>
                        <a:rPr lang="en-US" sz="1400" b="1">
                          <a:effectLst/>
                        </a:rPr>
                        <a:t>Definition</a:t>
                      </a:r>
                    </a:p>
                  </a:txBody>
                  <a:tcPr marL="61465" marR="61465" marT="30732" marB="30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sz="1400">
                          <a:effectLst/>
                        </a:rPr>
                        <a:t>Technology</a:t>
                      </a:r>
                    </a:p>
                  </a:txBody>
                  <a:tcPr marL="61465" marR="61465" marT="30732" marB="30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sz="1400">
                          <a:effectLst/>
                        </a:rPr>
                        <a:t>Methodology</a:t>
                      </a:r>
                    </a:p>
                  </a:txBody>
                  <a:tcPr marL="61465" marR="61465" marT="30732" marB="30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97781468"/>
                  </a:ext>
                </a:extLst>
              </a:tr>
              <a:tr h="729057">
                <a:tc>
                  <a:txBody>
                    <a:bodyPr/>
                    <a:lstStyle/>
                    <a:p>
                      <a:pPr algn="ctr"/>
                      <a:r>
                        <a:rPr lang="en-US" sz="1400" b="1">
                          <a:effectLst/>
                        </a:rPr>
                        <a:t>Purpose</a:t>
                      </a:r>
                    </a:p>
                  </a:txBody>
                  <a:tcPr marL="61465" marR="61465" marT="30732" marB="30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sz="1400">
                          <a:effectLst/>
                        </a:rPr>
                        <a:t>Create multiple simulated environments from 1 physical hardware system</a:t>
                      </a:r>
                    </a:p>
                  </a:txBody>
                  <a:tcPr marL="61465" marR="61465" marT="30732" marB="30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sz="1400">
                          <a:effectLst/>
                        </a:rPr>
                        <a:t>Pool and automate virtual resources for on-demand use</a:t>
                      </a:r>
                    </a:p>
                  </a:txBody>
                  <a:tcPr marL="61465" marR="61465" marT="30732" marB="30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688957196"/>
                  </a:ext>
                </a:extLst>
              </a:tr>
              <a:tr h="729057">
                <a:tc>
                  <a:txBody>
                    <a:bodyPr/>
                    <a:lstStyle/>
                    <a:p>
                      <a:pPr algn="ctr"/>
                      <a:r>
                        <a:rPr lang="en-US" sz="1400" b="1">
                          <a:effectLst/>
                        </a:rPr>
                        <a:t>Use</a:t>
                      </a:r>
                    </a:p>
                  </a:txBody>
                  <a:tcPr marL="61465" marR="61465" marT="30732" marB="30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sz="1400">
                          <a:effectLst/>
                        </a:rPr>
                        <a:t>Deliver packaged resources to specific users for a specific purpose</a:t>
                      </a:r>
                    </a:p>
                  </a:txBody>
                  <a:tcPr marL="61465" marR="61465" marT="30732" marB="30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sz="1400">
                          <a:effectLst/>
                        </a:rPr>
                        <a:t>Deliver variable resources to groups of users for a variety of purposes</a:t>
                      </a:r>
                    </a:p>
                  </a:txBody>
                  <a:tcPr marL="61465" marR="61465" marT="30732" marB="30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602239193"/>
                  </a:ext>
                </a:extLst>
              </a:tr>
              <a:tr h="305189">
                <a:tc>
                  <a:txBody>
                    <a:bodyPr/>
                    <a:lstStyle/>
                    <a:p>
                      <a:pPr algn="ctr"/>
                      <a:r>
                        <a:rPr lang="en-US" sz="1400" b="1">
                          <a:effectLst/>
                        </a:rPr>
                        <a:t>Configuration</a:t>
                      </a:r>
                    </a:p>
                  </a:txBody>
                  <a:tcPr marL="61465" marR="61465" marT="30732" marB="30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sz="1400">
                          <a:effectLst/>
                        </a:rPr>
                        <a:t>Image-based</a:t>
                      </a:r>
                    </a:p>
                  </a:txBody>
                  <a:tcPr marL="61465" marR="61465" marT="30732" marB="30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sz="1400">
                          <a:effectLst/>
                        </a:rPr>
                        <a:t>Template-based</a:t>
                      </a:r>
                    </a:p>
                  </a:txBody>
                  <a:tcPr marL="61465" marR="61465" marT="30732" marB="30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121872938"/>
                  </a:ext>
                </a:extLst>
              </a:tr>
              <a:tr h="305189">
                <a:tc>
                  <a:txBody>
                    <a:bodyPr/>
                    <a:lstStyle/>
                    <a:p>
                      <a:pPr algn="ctr"/>
                      <a:r>
                        <a:rPr lang="en-US" sz="1400" b="1">
                          <a:effectLst/>
                        </a:rPr>
                        <a:t>Lifespan</a:t>
                      </a:r>
                    </a:p>
                  </a:txBody>
                  <a:tcPr marL="61465" marR="61465" marT="30732" marB="30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sz="1400">
                          <a:effectLst/>
                        </a:rPr>
                        <a:t>Years (long-term)</a:t>
                      </a:r>
                    </a:p>
                  </a:txBody>
                  <a:tcPr marL="61465" marR="61465" marT="30732" marB="30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sz="1400">
                          <a:effectLst/>
                        </a:rPr>
                        <a:t>Hours to months (short-term)</a:t>
                      </a:r>
                    </a:p>
                  </a:txBody>
                  <a:tcPr marL="61465" marR="61465" marT="30732" marB="30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415488126"/>
                  </a:ext>
                </a:extLst>
              </a:tr>
              <a:tr h="940991">
                <a:tc>
                  <a:txBody>
                    <a:bodyPr/>
                    <a:lstStyle/>
                    <a:p>
                      <a:pPr algn="ctr"/>
                      <a:r>
                        <a:rPr lang="en-US" sz="1400" b="1">
                          <a:effectLst/>
                        </a:rPr>
                        <a:t>Cost</a:t>
                      </a:r>
                    </a:p>
                  </a:txBody>
                  <a:tcPr marL="61465" marR="61465" marT="30732" marB="30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sz="1400">
                          <a:effectLst/>
                        </a:rPr>
                        <a:t>High capital expenditures (CAPEX), low operating expenses (OPEX)</a:t>
                      </a:r>
                    </a:p>
                  </a:txBody>
                  <a:tcPr marL="61465" marR="61465" marT="30732" marB="30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sz="1400">
                          <a:effectLst/>
                        </a:rPr>
                        <a:t>Private: High CAPEX, low OPEX</a:t>
                      </a:r>
                      <a:br>
                        <a:rPr lang="en-US" sz="1400">
                          <a:effectLst/>
                        </a:rPr>
                      </a:br>
                      <a:r>
                        <a:rPr lang="en-US" sz="1400">
                          <a:effectLst/>
                        </a:rPr>
                        <a:t>Public: Low CAPEX, high OPEX</a:t>
                      </a:r>
                    </a:p>
                  </a:txBody>
                  <a:tcPr marL="61465" marR="61465" marT="30732" marB="30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371124312"/>
                  </a:ext>
                </a:extLst>
              </a:tr>
              <a:tr h="305189">
                <a:tc>
                  <a:txBody>
                    <a:bodyPr/>
                    <a:lstStyle/>
                    <a:p>
                      <a:pPr algn="ctr"/>
                      <a:r>
                        <a:rPr lang="en-US" sz="1400" b="1">
                          <a:effectLst/>
                        </a:rPr>
                        <a:t>Scalability</a:t>
                      </a:r>
                    </a:p>
                  </a:txBody>
                  <a:tcPr marL="61465" marR="61465" marT="30732" marB="30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sz="1400">
                          <a:effectLst/>
                        </a:rPr>
                        <a:t>Scale up</a:t>
                      </a:r>
                    </a:p>
                  </a:txBody>
                  <a:tcPr marL="61465" marR="61465" marT="30732" marB="30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sz="1400">
                          <a:effectLst/>
                        </a:rPr>
                        <a:t>Scale out</a:t>
                      </a:r>
                    </a:p>
                  </a:txBody>
                  <a:tcPr marL="61465" marR="61465" marT="30732" marB="30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135372055"/>
                  </a:ext>
                </a:extLst>
              </a:tr>
              <a:tr h="305189">
                <a:tc>
                  <a:txBody>
                    <a:bodyPr/>
                    <a:lstStyle/>
                    <a:p>
                      <a:pPr algn="ctr"/>
                      <a:r>
                        <a:rPr lang="en-US" sz="1400" b="1">
                          <a:effectLst/>
                        </a:rPr>
                        <a:t>Workload</a:t>
                      </a:r>
                    </a:p>
                  </a:txBody>
                  <a:tcPr marL="61465" marR="61465" marT="30732" marB="30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sz="1400">
                          <a:effectLst/>
                        </a:rPr>
                        <a:t>Stateful</a:t>
                      </a:r>
                    </a:p>
                  </a:txBody>
                  <a:tcPr marL="61465" marR="61465" marT="30732" marB="30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sz="1400">
                          <a:effectLst/>
                        </a:rPr>
                        <a:t>Stateless</a:t>
                      </a:r>
                    </a:p>
                  </a:txBody>
                  <a:tcPr marL="61465" marR="61465" marT="30732" marB="30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26437783"/>
                  </a:ext>
                </a:extLst>
              </a:tr>
              <a:tr h="305189">
                <a:tc>
                  <a:txBody>
                    <a:bodyPr/>
                    <a:lstStyle/>
                    <a:p>
                      <a:pPr algn="ctr"/>
                      <a:r>
                        <a:rPr lang="en-US" sz="1400" b="1">
                          <a:effectLst/>
                        </a:rPr>
                        <a:t>Tenancy</a:t>
                      </a:r>
                    </a:p>
                  </a:txBody>
                  <a:tcPr marL="61465" marR="61465" marT="30732" marB="30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sz="1400">
                          <a:effectLst/>
                        </a:rPr>
                        <a:t>Single tenant</a:t>
                      </a:r>
                    </a:p>
                  </a:txBody>
                  <a:tcPr marL="61465" marR="61465" marT="30732" marB="30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sz="1400">
                          <a:effectLst/>
                        </a:rPr>
                        <a:t>Multiple tenants</a:t>
                      </a:r>
                    </a:p>
                  </a:txBody>
                  <a:tcPr marL="61465" marR="61465" marT="30732" marB="30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23714667"/>
                  </a:ext>
                </a:extLst>
              </a:tr>
            </a:tbl>
          </a:graphicData>
        </a:graphic>
      </p:graphicFrame>
    </p:spTree>
    <p:extLst>
      <p:ext uri="{BB962C8B-B14F-4D97-AF65-F5344CB8AC3E}">
        <p14:creationId xmlns:p14="http://schemas.microsoft.com/office/powerpoint/2010/main" val="15191256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4BC1B-F5BB-1F82-3D4C-83D79E680569}"/>
              </a:ext>
            </a:extLst>
          </p:cNvPr>
          <p:cNvSpPr>
            <a:spLocks noGrp="1"/>
          </p:cNvSpPr>
          <p:nvPr>
            <p:ph type="title"/>
          </p:nvPr>
        </p:nvSpPr>
        <p:spPr>
          <a:xfrm>
            <a:off x="457200" y="274638"/>
            <a:ext cx="8229600" cy="1143000"/>
          </a:xfrm>
        </p:spPr>
        <p:txBody>
          <a:bodyPr/>
          <a:lstStyle/>
          <a:p>
            <a:r>
              <a:rPr lang="en-US"/>
              <a:t>Emerging Trends in Virtualization</a:t>
            </a:r>
            <a:endParaRPr lang="en-US" dirty="0"/>
          </a:p>
        </p:txBody>
      </p:sp>
      <p:graphicFrame>
        <p:nvGraphicFramePr>
          <p:cNvPr id="5" name="Content Placeholder 2">
            <a:extLst>
              <a:ext uri="{FF2B5EF4-FFF2-40B4-BE49-F238E27FC236}">
                <a16:creationId xmlns:a16="http://schemas.microsoft.com/office/drawing/2014/main" id="{419B90E8-15F1-57E8-1767-C37F71ACA7D2}"/>
              </a:ext>
            </a:extLst>
          </p:cNvPr>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TextBox 9">
            <a:extLst>
              <a:ext uri="{FF2B5EF4-FFF2-40B4-BE49-F238E27FC236}">
                <a16:creationId xmlns:a16="http://schemas.microsoft.com/office/drawing/2014/main" id="{BF12AF1C-F162-8BC8-5EC5-409DA1786F7A}"/>
              </a:ext>
            </a:extLst>
          </p:cNvPr>
          <p:cNvSpPr txBox="1"/>
          <p:nvPr/>
        </p:nvSpPr>
        <p:spPr>
          <a:xfrm>
            <a:off x="5052527" y="5385553"/>
            <a:ext cx="3387012" cy="612934"/>
          </a:xfrm>
          <a:prstGeom prst="round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3000" b="1" dirty="0">
                <a:solidFill>
                  <a:srgbClr val="FF0000"/>
                </a:solidFill>
              </a:rPr>
              <a:t>Homework for you! </a:t>
            </a:r>
          </a:p>
        </p:txBody>
      </p:sp>
    </p:spTree>
    <p:extLst>
      <p:ext uri="{BB962C8B-B14F-4D97-AF65-F5344CB8AC3E}">
        <p14:creationId xmlns:p14="http://schemas.microsoft.com/office/powerpoint/2010/main" val="34894040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E64A0334-45B6-6549-8C60-2DBFED56E920}"/>
              </a:ext>
            </a:extLst>
          </p:cNvPr>
          <p:cNvSpPr>
            <a:spLocks noGrp="1"/>
          </p:cNvSpPr>
          <p:nvPr>
            <p:ph type="title"/>
          </p:nvPr>
        </p:nvSpPr>
        <p:spPr>
          <a:xfrm>
            <a:off x="4942996" y="4267832"/>
            <a:ext cx="3604497" cy="1297115"/>
          </a:xfrm>
        </p:spPr>
        <p:txBody>
          <a:bodyPr vert="horz" lIns="91440" tIns="45720" rIns="91440" bIns="45720" rtlCol="0" anchor="t">
            <a:normAutofit/>
          </a:bodyPr>
          <a:lstStyle/>
          <a:p>
            <a:pPr algn="l" defTabSz="914400">
              <a:lnSpc>
                <a:spcPct val="90000"/>
              </a:lnSpc>
            </a:pPr>
            <a:r>
              <a:rPr lang="en-US" sz="3500" kern="1200">
                <a:solidFill>
                  <a:schemeClr val="tx2"/>
                </a:solidFill>
                <a:latin typeface="+mj-lt"/>
                <a:ea typeface="+mj-ea"/>
                <a:cs typeface="+mj-cs"/>
              </a:rPr>
              <a:t>Thank You!</a:t>
            </a:r>
          </a:p>
        </p:txBody>
      </p:sp>
      <p:pic>
        <p:nvPicPr>
          <p:cNvPr id="8" name="Graphic 7" descr="Handshake">
            <a:extLst>
              <a:ext uri="{FF2B5EF4-FFF2-40B4-BE49-F238E27FC236}">
                <a16:creationId xmlns:a16="http://schemas.microsoft.com/office/drawing/2014/main" id="{11FAA634-91B4-55D6-04E4-D305CB45DB9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5352" y="2333040"/>
            <a:ext cx="3106320" cy="310632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5" name="Group 14">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89" y="-5977"/>
            <a:ext cx="4679005" cy="6863979"/>
            <a:chOff x="305" y="-5977"/>
            <a:chExt cx="6238675" cy="6863979"/>
          </a:xfrm>
        </p:grpSpPr>
        <p:sp>
          <p:nvSpPr>
            <p:cNvPr id="16" name="Freeform: Shape 15">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12587767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6388</TotalTime>
  <Words>2758</Words>
  <Application>Microsoft Office PowerPoint</Application>
  <PresentationFormat>On-screen Show (4:3)</PresentationFormat>
  <Paragraphs>344</Paragraphs>
  <Slides>52</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52</vt:i4>
      </vt:variant>
    </vt:vector>
  </HeadingPairs>
  <TitlesOfParts>
    <vt:vector size="57" baseType="lpstr">
      <vt:lpstr>AmazonEmber</vt:lpstr>
      <vt:lpstr>Arial</vt:lpstr>
      <vt:lpstr>Calibri</vt:lpstr>
      <vt:lpstr>Calibri (body)</vt:lpstr>
      <vt:lpstr>Office Theme</vt:lpstr>
      <vt:lpstr>Virtualization &amp; Cloud Computing</vt:lpstr>
      <vt:lpstr>Stand-Alone System (without Virtualization)</vt:lpstr>
      <vt:lpstr>Traditional Server Deployment</vt:lpstr>
      <vt:lpstr>Consider an Example</vt:lpstr>
      <vt:lpstr>Consider an Example</vt:lpstr>
      <vt:lpstr>Consider an Example</vt:lpstr>
      <vt:lpstr>Consider an Example</vt:lpstr>
      <vt:lpstr>Consider an Example</vt:lpstr>
      <vt:lpstr>Virtual Machines</vt:lpstr>
      <vt:lpstr>Server Virtualization</vt:lpstr>
      <vt:lpstr>Physical v/s Virtual Machine</vt:lpstr>
      <vt:lpstr>Virtualization: rejuvenation</vt:lpstr>
      <vt:lpstr>IBM VM/370</vt:lpstr>
      <vt:lpstr>IBM VM/370</vt:lpstr>
      <vt:lpstr>Benefits of Virtualization</vt:lpstr>
      <vt:lpstr>Additional Benefits</vt:lpstr>
      <vt:lpstr>Advantages of a Virtual Machine</vt:lpstr>
      <vt:lpstr>Hypervisor</vt:lpstr>
      <vt:lpstr>Type 1 Hypervisor</vt:lpstr>
      <vt:lpstr>Type 2 Hypervisor</vt:lpstr>
      <vt:lpstr>Hypervisor Types</vt:lpstr>
      <vt:lpstr>Client-Side Virtualization</vt:lpstr>
      <vt:lpstr>Docker Containers</vt:lpstr>
      <vt:lpstr>Hypervisors v/s Container</vt:lpstr>
      <vt:lpstr>Container v/s VM</vt:lpstr>
      <vt:lpstr>Container</vt:lpstr>
      <vt:lpstr>Types of Virtualization</vt:lpstr>
      <vt:lpstr>Types of Virtualization</vt:lpstr>
      <vt:lpstr>Hardware Virtualization</vt:lpstr>
      <vt:lpstr>Software Virtualization</vt:lpstr>
      <vt:lpstr>Application Virtualization</vt:lpstr>
      <vt:lpstr>Application Virtualization</vt:lpstr>
      <vt:lpstr>Network Virtualization</vt:lpstr>
      <vt:lpstr>Network Virtualization</vt:lpstr>
      <vt:lpstr>Network Virtualization - Example</vt:lpstr>
      <vt:lpstr>Network Virtualization - Approaches</vt:lpstr>
      <vt:lpstr>Desktop Virtualization</vt:lpstr>
      <vt:lpstr>Desktop Virtualization</vt:lpstr>
      <vt:lpstr>Desktop Virtualization - Example</vt:lpstr>
      <vt:lpstr>Desktop Virtualization - Methods</vt:lpstr>
      <vt:lpstr>Storage Virtualization</vt:lpstr>
      <vt:lpstr>Storage Virtualization</vt:lpstr>
      <vt:lpstr>Storage Virtualization</vt:lpstr>
      <vt:lpstr>Server Virtualization</vt:lpstr>
      <vt:lpstr>Data Virtualization</vt:lpstr>
      <vt:lpstr>Data Virtualization</vt:lpstr>
      <vt:lpstr>Memory Virtualization</vt:lpstr>
      <vt:lpstr>Virtualization in Cloud Computing</vt:lpstr>
      <vt:lpstr>Virtualization in Cloud Computing</vt:lpstr>
      <vt:lpstr>Virtualization v/s Cloud</vt:lpstr>
      <vt:lpstr>Emerging Trends in Virtualization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Virtualization and Cloud Computing</dc:title>
  <dc:creator>John</dc:creator>
  <cp:lastModifiedBy>Pardeep Kumar</cp:lastModifiedBy>
  <cp:revision>66</cp:revision>
  <dcterms:created xsi:type="dcterms:W3CDTF">2013-07-05T18:38:13Z</dcterms:created>
  <dcterms:modified xsi:type="dcterms:W3CDTF">2025-11-10T18:45:57Z</dcterms:modified>
</cp:coreProperties>
</file>